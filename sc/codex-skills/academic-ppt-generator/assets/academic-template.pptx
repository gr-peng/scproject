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ppt/tags/tag19.xml" ContentType="application/vnd.openxmlformats-officedocument.presentationml.tags+xml"/>
  <Override PartName="/ppt/notesSlides/notesSlide14.xml" ContentType="application/vnd.openxmlformats-officedocument.presentationml.notesSlide+xml"/>
  <Override PartName="/ppt/tags/tag20.xml" ContentType="application/vnd.openxmlformats-officedocument.presentationml.tags+xml"/>
  <Override PartName="/ppt/notesSlides/notesSlide15.xml" ContentType="application/vnd.openxmlformats-officedocument.presentationml.notesSlide+xml"/>
  <Override PartName="/ppt/tags/tag21.xml" ContentType="application/vnd.openxmlformats-officedocument.presentationml.tags+xml"/>
  <Override PartName="/ppt/notesSlides/notesSlide16.xml" ContentType="application/vnd.openxmlformats-officedocument.presentationml.notesSlide+xml"/>
  <Override PartName="/ppt/tags/tag22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64" r:id="rId3"/>
    <p:sldId id="287" r:id="rId4"/>
    <p:sldId id="262" r:id="rId5"/>
    <p:sldId id="265" r:id="rId6"/>
    <p:sldId id="263" r:id="rId7"/>
    <p:sldId id="266" r:id="rId8"/>
    <p:sldId id="267" r:id="rId9"/>
    <p:sldId id="268" r:id="rId10"/>
    <p:sldId id="271" r:id="rId11"/>
    <p:sldId id="269" r:id="rId12"/>
    <p:sldId id="279" r:id="rId13"/>
    <p:sldId id="282" r:id="rId14"/>
    <p:sldId id="281" r:id="rId15"/>
    <p:sldId id="283" r:id="rId16"/>
    <p:sldId id="284" r:id="rId17"/>
    <p:sldId id="285" r:id="rId1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79"/>
    <a:srgbClr val="003D83"/>
    <a:srgbClr val="FFFFFF"/>
    <a:srgbClr val="00316A"/>
    <a:srgbClr val="022D61"/>
    <a:srgbClr val="042A58"/>
    <a:srgbClr val="004092"/>
    <a:srgbClr val="034A9C"/>
    <a:srgbClr val="B2B2B2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374"/>
  </p:normalViewPr>
  <p:slideViewPr>
    <p:cSldViewPr snapToGrid="0" showGuides="1">
      <p:cViewPr varScale="1">
        <p:scale>
          <a:sx n="135" d="100"/>
          <a:sy n="135" d="100"/>
        </p:scale>
        <p:origin x="1408" y="64"/>
      </p:cViewPr>
      <p:guideLst>
        <p:guide orient="horz" pos="216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16C03-C263-4036-B294-3390D1F7F7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2.jpe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jpe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3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2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1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7" name="图片 2" descr="建筑与房屋的城市空拍图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1344930"/>
            <a:ext cx="12192635" cy="2102485"/>
          </a:xfrm>
          <a:prstGeom prst="rect">
            <a:avLst/>
          </a:prstGeom>
          <a:solidFill>
            <a:srgbClr val="003B80">
              <a:alpha val="6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10405110" y="6206490"/>
            <a:ext cx="1569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</a:rPr>
              <a:t>Dec 2023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295910" y="1748790"/>
            <a:ext cx="1167828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RBM PQA Group Roadshow 2023</a:t>
            </a:r>
            <a:r>
              <a:rPr lang="en-US" altLang="zh-TW" sz="3800" b="1">
                <a:solidFill>
                  <a:schemeClr val="bg1"/>
                </a:solidFill>
                <a:latin typeface="+mj-lt"/>
                <a:cs typeface="+mj-lt"/>
              </a:rPr>
              <a:t>                               </a:t>
            </a:r>
          </a:p>
          <a:p>
            <a:r>
              <a:rPr lang="en-US" altLang="zh-TW" sz="3800" b="1">
                <a:solidFill>
                  <a:schemeClr val="bg1"/>
                </a:solidFill>
                <a:latin typeface="+mj-lt"/>
                <a:cs typeface="+mj-lt"/>
              </a:rPr>
              <a:t>                                                                   - </a:t>
            </a:r>
            <a:r>
              <a:rPr lang="en-US" altLang="zh-TW" sz="3800" i="1">
                <a:solidFill>
                  <a:schemeClr val="bg1"/>
                </a:solidFill>
                <a:latin typeface="Arial Italic" panose="020B0604020202090204" charset="0"/>
                <a:cs typeface="Arial Italic" panose="020B0604020202090204" charset="0"/>
              </a:rPr>
              <a:t>Group No.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-635" y="1102360"/>
            <a:ext cx="12192635" cy="5812790"/>
            <a:chOff x="-1" y="1736"/>
            <a:chExt cx="19201" cy="9154"/>
          </a:xfrm>
        </p:grpSpPr>
        <p:sp>
          <p:nvSpPr>
            <p:cNvPr id="3" name="矩形 2"/>
            <p:cNvSpPr/>
            <p:nvPr/>
          </p:nvSpPr>
          <p:spPr>
            <a:xfrm>
              <a:off x="-1" y="4200"/>
              <a:ext cx="19201" cy="6690"/>
            </a:xfrm>
            <a:prstGeom prst="rect">
              <a:avLst/>
            </a:prstGeom>
            <a:solidFill>
              <a:srgbClr val="003879">
                <a:alpha val="96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7" name="群組 6"/>
            <p:cNvGrpSpPr/>
            <p:nvPr/>
          </p:nvGrpSpPr>
          <p:grpSpPr>
            <a:xfrm>
              <a:off x="7195" y="1736"/>
              <a:ext cx="4949" cy="1892"/>
              <a:chOff x="7195" y="1736"/>
              <a:chExt cx="4949" cy="1892"/>
            </a:xfrm>
          </p:grpSpPr>
          <p:sp>
            <p:nvSpPr>
              <p:cNvPr id="29699" name="文本框 4"/>
              <p:cNvSpPr txBox="1">
                <a:spLocks noChangeArrowheads="1"/>
              </p:cNvSpPr>
              <p:nvPr/>
            </p:nvSpPr>
            <p:spPr bwMode="auto">
              <a:xfrm>
                <a:off x="8191" y="1736"/>
                <a:ext cx="2865" cy="1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4685" b="1" dirty="0">
                    <a:solidFill>
                      <a:srgbClr val="25477D"/>
                    </a:solidFill>
                    <a:latin typeface="Microsoft YaHei" charset="-122"/>
                    <a:ea typeface="Microsoft YaHei" charset="-122"/>
                  </a:rPr>
                  <a:t>目录</a:t>
                </a:r>
              </a:p>
            </p:txBody>
          </p:sp>
          <p:cxnSp>
            <p:nvCxnSpPr>
              <p:cNvPr id="29700" name="直接连接符 5"/>
              <p:cNvCxnSpPr>
                <a:cxnSpLocks noChangeShapeType="1"/>
              </p:cNvCxnSpPr>
              <p:nvPr/>
            </p:nvCxnSpPr>
            <p:spPr bwMode="auto">
              <a:xfrm>
                <a:off x="10863" y="2436"/>
                <a:ext cx="1255" cy="0"/>
              </a:xfrm>
              <a:prstGeom prst="line">
                <a:avLst/>
              </a:prstGeom>
              <a:noFill/>
              <a:ln w="38100">
                <a:solidFill>
                  <a:srgbClr val="25477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01" name="直接连接符 6"/>
              <p:cNvCxnSpPr>
                <a:cxnSpLocks noChangeShapeType="1"/>
              </p:cNvCxnSpPr>
              <p:nvPr/>
            </p:nvCxnSpPr>
            <p:spPr bwMode="auto">
              <a:xfrm>
                <a:off x="7195" y="2436"/>
                <a:ext cx="1255" cy="0"/>
              </a:xfrm>
              <a:prstGeom prst="line">
                <a:avLst/>
              </a:prstGeom>
              <a:noFill/>
              <a:ln w="38100">
                <a:solidFill>
                  <a:srgbClr val="25477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02" name="直接连接符 7"/>
              <p:cNvCxnSpPr>
                <a:cxnSpLocks noChangeShapeType="1"/>
              </p:cNvCxnSpPr>
              <p:nvPr/>
            </p:nvCxnSpPr>
            <p:spPr bwMode="auto">
              <a:xfrm>
                <a:off x="7195" y="3627"/>
                <a:ext cx="4923" cy="0"/>
              </a:xfrm>
              <a:prstGeom prst="line">
                <a:avLst/>
              </a:prstGeom>
              <a:noFill/>
              <a:ln w="38100">
                <a:solidFill>
                  <a:srgbClr val="25477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04" name="直接连接符 9"/>
              <p:cNvCxnSpPr>
                <a:cxnSpLocks noChangeShapeType="1"/>
              </p:cNvCxnSpPr>
              <p:nvPr/>
            </p:nvCxnSpPr>
            <p:spPr bwMode="auto">
              <a:xfrm>
                <a:off x="12101" y="2474"/>
                <a:ext cx="0" cy="1153"/>
              </a:xfrm>
              <a:prstGeom prst="line">
                <a:avLst/>
              </a:prstGeom>
              <a:noFill/>
              <a:ln w="38100">
                <a:solidFill>
                  <a:srgbClr val="013668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05" name="文本框 10"/>
              <p:cNvSpPr txBox="1">
                <a:spLocks noChangeArrowheads="1"/>
              </p:cNvSpPr>
              <p:nvPr/>
            </p:nvSpPr>
            <p:spPr bwMode="auto">
              <a:xfrm>
                <a:off x="7289" y="2779"/>
                <a:ext cx="4855" cy="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b="1" dirty="0">
                    <a:solidFill>
                      <a:srgbClr val="003F78"/>
                    </a:solidFill>
                    <a:latin typeface="Arial Bold" panose="020B0604020202090204" charset="0"/>
                    <a:ea typeface="Microsoft YaHei" charset="-122"/>
                    <a:cs typeface="Arial Bold" panose="020B0604020202090204" charset="0"/>
                  </a:rPr>
                  <a:t>Contents</a:t>
                </a:r>
              </a:p>
            </p:txBody>
          </p:sp>
          <p:cxnSp>
            <p:nvCxnSpPr>
              <p:cNvPr id="29703" name="直接连接符 8"/>
              <p:cNvCxnSpPr>
                <a:cxnSpLocks noChangeShapeType="1"/>
              </p:cNvCxnSpPr>
              <p:nvPr/>
            </p:nvCxnSpPr>
            <p:spPr bwMode="auto">
              <a:xfrm>
                <a:off x="7212" y="2474"/>
                <a:ext cx="0" cy="1153"/>
              </a:xfrm>
              <a:prstGeom prst="line">
                <a:avLst/>
              </a:prstGeom>
              <a:noFill/>
              <a:ln w="38100">
                <a:solidFill>
                  <a:srgbClr val="25477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" name="组合 7"/>
            <p:cNvGrpSpPr/>
            <p:nvPr/>
          </p:nvGrpSpPr>
          <p:grpSpPr>
            <a:xfrm>
              <a:off x="3473" y="4791"/>
              <a:ext cx="3103" cy="1935"/>
              <a:chOff x="2058764" y="2841570"/>
              <a:chExt cx="1965294" cy="1225314"/>
            </a:xfrm>
          </p:grpSpPr>
          <p:sp>
            <p:nvSpPr>
              <p:cNvPr id="29707" name="任意多边形 12"/>
              <p:cNvSpPr>
                <a:spLocks noChangeArrowheads="1"/>
              </p:cNvSpPr>
              <p:nvPr/>
            </p:nvSpPr>
            <p:spPr bwMode="auto">
              <a:xfrm>
                <a:off x="2058764" y="3154389"/>
                <a:ext cx="1951994" cy="912495"/>
              </a:xfrm>
              <a:custGeom>
                <a:avLst/>
                <a:gdLst>
                  <a:gd name="T0" fmla="*/ 973227 w 1284514"/>
                  <a:gd name="T1" fmla="*/ 0 h 772886"/>
                  <a:gd name="T2" fmla="*/ 0 w 1284514"/>
                  <a:gd name="T3" fmla="*/ 0 h 772886"/>
                  <a:gd name="T4" fmla="*/ 0 w 1284514"/>
                  <a:gd name="T5" fmla="*/ 735698 h 772886"/>
                  <a:gd name="T6" fmla="*/ 3124693 w 1284514"/>
                  <a:gd name="T7" fmla="*/ 735698 h 772886"/>
                  <a:gd name="T8" fmla="*/ 3124693 w 1284514"/>
                  <a:gd name="T9" fmla="*/ 3466 h 772886"/>
                  <a:gd name="T10" fmla="*/ 2308037 w 1284514"/>
                  <a:gd name="T11" fmla="*/ 301 h 7728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84514" h="772886">
                    <a:moveTo>
                      <a:pt x="400079" y="0"/>
                    </a:moveTo>
                    <a:lnTo>
                      <a:pt x="0" y="0"/>
                    </a:lnTo>
                    <a:lnTo>
                      <a:pt x="0" y="772886"/>
                    </a:lnTo>
                    <a:lnTo>
                      <a:pt x="1284514" y="772886"/>
                    </a:lnTo>
                    <a:lnTo>
                      <a:pt x="1284514" y="3642"/>
                    </a:lnTo>
                    <a:lnTo>
                      <a:pt x="948799" y="31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805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9708" name="文本框 13"/>
              <p:cNvSpPr txBox="1">
                <a:spLocks noChangeArrowheads="1"/>
              </p:cNvSpPr>
              <p:nvPr/>
            </p:nvSpPr>
            <p:spPr bwMode="auto">
              <a:xfrm>
                <a:off x="2716692" y="2841570"/>
                <a:ext cx="637273" cy="58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210" dirty="0"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rPr>
                  <a:t>1</a:t>
                </a:r>
                <a:endParaRPr lang="zh-CN" altLang="en-US" sz="3210" dirty="0">
                  <a:solidFill>
                    <a:schemeClr val="bg1"/>
                  </a:solidFill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29709" name="文本框 14"/>
              <p:cNvSpPr txBox="1">
                <a:spLocks noChangeArrowheads="1"/>
              </p:cNvSpPr>
              <p:nvPr/>
            </p:nvSpPr>
            <p:spPr bwMode="auto">
              <a:xfrm>
                <a:off x="2073329" y="3336853"/>
                <a:ext cx="1950729" cy="704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chemeClr val="bg1"/>
                    </a:solidFill>
                    <a:latin typeface="Arial Bold" panose="020B0604020202090204" charset="0"/>
                    <a:ea typeface="Microsoft YaHei" charset="-122"/>
                    <a:cs typeface="Arial Bold" panose="020B0604020202090204" charset="0"/>
                  </a:rPr>
                  <a:t>Background and Objective</a:t>
                </a:r>
              </a:p>
            </p:txBody>
          </p:sp>
        </p:grpSp>
        <p:grpSp>
          <p:nvGrpSpPr>
            <p:cNvPr id="12" name="组合 3"/>
            <p:cNvGrpSpPr/>
            <p:nvPr/>
          </p:nvGrpSpPr>
          <p:grpSpPr>
            <a:xfrm>
              <a:off x="8176" y="4791"/>
              <a:ext cx="3082" cy="1935"/>
              <a:chOff x="5037860" y="2841570"/>
              <a:chExt cx="1952035" cy="1225314"/>
            </a:xfrm>
          </p:grpSpPr>
          <p:sp>
            <p:nvSpPr>
              <p:cNvPr id="29710" name="任意多边形 15"/>
              <p:cNvSpPr>
                <a:spLocks noChangeArrowheads="1"/>
              </p:cNvSpPr>
              <p:nvPr/>
            </p:nvSpPr>
            <p:spPr bwMode="auto">
              <a:xfrm>
                <a:off x="5037860" y="3154389"/>
                <a:ext cx="1952035" cy="912495"/>
              </a:xfrm>
              <a:custGeom>
                <a:avLst/>
                <a:gdLst>
                  <a:gd name="T0" fmla="*/ 973227 w 1284514"/>
                  <a:gd name="T1" fmla="*/ 0 h 772886"/>
                  <a:gd name="T2" fmla="*/ 0 w 1284514"/>
                  <a:gd name="T3" fmla="*/ 0 h 772886"/>
                  <a:gd name="T4" fmla="*/ 0 w 1284514"/>
                  <a:gd name="T5" fmla="*/ 735698 h 772886"/>
                  <a:gd name="T6" fmla="*/ 3124693 w 1284514"/>
                  <a:gd name="T7" fmla="*/ 735698 h 772886"/>
                  <a:gd name="T8" fmla="*/ 3124693 w 1284514"/>
                  <a:gd name="T9" fmla="*/ 3466 h 772886"/>
                  <a:gd name="T10" fmla="*/ 2308037 w 1284514"/>
                  <a:gd name="T11" fmla="*/ 301 h 7728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84514" h="772886">
                    <a:moveTo>
                      <a:pt x="400079" y="0"/>
                    </a:moveTo>
                    <a:lnTo>
                      <a:pt x="0" y="0"/>
                    </a:lnTo>
                    <a:lnTo>
                      <a:pt x="0" y="772886"/>
                    </a:lnTo>
                    <a:lnTo>
                      <a:pt x="1284514" y="772886"/>
                    </a:lnTo>
                    <a:lnTo>
                      <a:pt x="1284514" y="3642"/>
                    </a:lnTo>
                    <a:lnTo>
                      <a:pt x="948799" y="31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805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9711" name="文本框 16"/>
              <p:cNvSpPr txBox="1">
                <a:spLocks noChangeArrowheads="1"/>
              </p:cNvSpPr>
              <p:nvPr/>
            </p:nvSpPr>
            <p:spPr bwMode="auto">
              <a:xfrm>
                <a:off x="5695788" y="2841570"/>
                <a:ext cx="637273" cy="58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210"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rPr>
                  <a:t>2</a:t>
                </a:r>
                <a:endParaRPr lang="zh-CN" altLang="en-US" sz="3210">
                  <a:solidFill>
                    <a:schemeClr val="bg1"/>
                  </a:solidFill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29712" name="文本框 17"/>
              <p:cNvSpPr txBox="1">
                <a:spLocks noChangeArrowheads="1"/>
              </p:cNvSpPr>
              <p:nvPr/>
            </p:nvSpPr>
            <p:spPr bwMode="auto">
              <a:xfrm>
                <a:off x="5104370" y="3491223"/>
                <a:ext cx="1819012" cy="397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chemeClr val="bg1"/>
                    </a:solidFill>
                    <a:latin typeface="Arial Bold" panose="020B0604020202090204" charset="0"/>
                    <a:ea typeface="Microsoft YaHei" charset="-122"/>
                    <a:cs typeface="Arial Bold" panose="020B0604020202090204" charset="0"/>
                    <a:sym typeface="+mn-ea"/>
                  </a:rPr>
                  <a:t>Significance</a:t>
                </a:r>
                <a:endParaRPr lang="en-US" altLang="zh-CN" sz="1805" b="1" dirty="0"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  <a:sym typeface="+mn-ea"/>
                </a:endParaRPr>
              </a:p>
            </p:txBody>
          </p:sp>
        </p:grpSp>
        <p:grpSp>
          <p:nvGrpSpPr>
            <p:cNvPr id="13" name="组合 5"/>
            <p:cNvGrpSpPr/>
            <p:nvPr/>
          </p:nvGrpSpPr>
          <p:grpSpPr>
            <a:xfrm>
              <a:off x="12880" y="4791"/>
              <a:ext cx="3082" cy="1935"/>
              <a:chOff x="8016956" y="2841570"/>
              <a:chExt cx="1952035" cy="1225314"/>
            </a:xfrm>
          </p:grpSpPr>
          <p:sp>
            <p:nvSpPr>
              <p:cNvPr id="29713" name="任意多边形 18"/>
              <p:cNvSpPr>
                <a:spLocks noChangeArrowheads="1"/>
              </p:cNvSpPr>
              <p:nvPr/>
            </p:nvSpPr>
            <p:spPr bwMode="auto">
              <a:xfrm>
                <a:off x="8016956" y="3154389"/>
                <a:ext cx="1952035" cy="912495"/>
              </a:xfrm>
              <a:custGeom>
                <a:avLst/>
                <a:gdLst>
                  <a:gd name="T0" fmla="*/ 973227 w 1284514"/>
                  <a:gd name="T1" fmla="*/ 0 h 772886"/>
                  <a:gd name="T2" fmla="*/ 0 w 1284514"/>
                  <a:gd name="T3" fmla="*/ 0 h 772886"/>
                  <a:gd name="T4" fmla="*/ 0 w 1284514"/>
                  <a:gd name="T5" fmla="*/ 735698 h 772886"/>
                  <a:gd name="T6" fmla="*/ 3124693 w 1284514"/>
                  <a:gd name="T7" fmla="*/ 735698 h 772886"/>
                  <a:gd name="T8" fmla="*/ 3124693 w 1284514"/>
                  <a:gd name="T9" fmla="*/ 3466 h 772886"/>
                  <a:gd name="T10" fmla="*/ 2308037 w 1284514"/>
                  <a:gd name="T11" fmla="*/ 301 h 7728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84514" h="772886">
                    <a:moveTo>
                      <a:pt x="400079" y="0"/>
                    </a:moveTo>
                    <a:lnTo>
                      <a:pt x="0" y="0"/>
                    </a:lnTo>
                    <a:lnTo>
                      <a:pt x="0" y="772886"/>
                    </a:lnTo>
                    <a:lnTo>
                      <a:pt x="1284514" y="772886"/>
                    </a:lnTo>
                    <a:lnTo>
                      <a:pt x="1284514" y="3642"/>
                    </a:lnTo>
                    <a:lnTo>
                      <a:pt x="948799" y="31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805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9714" name="文本框 19"/>
              <p:cNvSpPr txBox="1">
                <a:spLocks noChangeArrowheads="1"/>
              </p:cNvSpPr>
              <p:nvPr/>
            </p:nvSpPr>
            <p:spPr bwMode="auto">
              <a:xfrm>
                <a:off x="8674884" y="2841570"/>
                <a:ext cx="637273" cy="58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210" dirty="0"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rPr>
                  <a:t>3</a:t>
                </a:r>
                <a:endParaRPr lang="zh-CN" altLang="en-US" sz="3210" dirty="0">
                  <a:solidFill>
                    <a:schemeClr val="bg1"/>
                  </a:solidFill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29715" name="文本框 20"/>
              <p:cNvSpPr txBox="1">
                <a:spLocks noChangeArrowheads="1"/>
              </p:cNvSpPr>
              <p:nvPr/>
            </p:nvSpPr>
            <p:spPr bwMode="auto">
              <a:xfrm>
                <a:off x="8097401" y="3336713"/>
                <a:ext cx="1819012" cy="704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chemeClr val="bg1"/>
                    </a:solidFill>
                    <a:latin typeface="Arial Bold" panose="020B0604020202090204" charset="0"/>
                    <a:ea typeface="Microsoft YaHei" charset="-122"/>
                    <a:cs typeface="Arial Bold" panose="020B0604020202090204" charset="0"/>
                    <a:sym typeface="+mn-ea"/>
                  </a:rPr>
                  <a:t>Project Composition</a:t>
                </a:r>
              </a:p>
            </p:txBody>
          </p:sp>
        </p:grpSp>
        <p:grpSp>
          <p:nvGrpSpPr>
            <p:cNvPr id="14" name="组合 1"/>
            <p:cNvGrpSpPr/>
            <p:nvPr/>
          </p:nvGrpSpPr>
          <p:grpSpPr>
            <a:xfrm>
              <a:off x="3448" y="6960"/>
              <a:ext cx="3080" cy="1935"/>
              <a:chOff x="2043024" y="4131584"/>
              <a:chExt cx="1950489" cy="1225313"/>
            </a:xfrm>
          </p:grpSpPr>
          <p:sp>
            <p:nvSpPr>
              <p:cNvPr id="29718" name="任意多边形 25"/>
              <p:cNvSpPr>
                <a:spLocks noChangeArrowheads="1"/>
              </p:cNvSpPr>
              <p:nvPr/>
            </p:nvSpPr>
            <p:spPr bwMode="auto">
              <a:xfrm>
                <a:off x="2043024" y="4444403"/>
                <a:ext cx="1950489" cy="912494"/>
              </a:xfrm>
              <a:custGeom>
                <a:avLst/>
                <a:gdLst>
                  <a:gd name="T0" fmla="*/ 971686 w 1284514"/>
                  <a:gd name="T1" fmla="*/ 0 h 772886"/>
                  <a:gd name="T2" fmla="*/ 0 w 1284514"/>
                  <a:gd name="T3" fmla="*/ 0 h 772886"/>
                  <a:gd name="T4" fmla="*/ 0 w 1284514"/>
                  <a:gd name="T5" fmla="*/ 735698 h 772886"/>
                  <a:gd name="T6" fmla="*/ 3119744 w 1284514"/>
                  <a:gd name="T7" fmla="*/ 735698 h 772886"/>
                  <a:gd name="T8" fmla="*/ 3119744 w 1284514"/>
                  <a:gd name="T9" fmla="*/ 3466 h 772886"/>
                  <a:gd name="T10" fmla="*/ 2304381 w 1284514"/>
                  <a:gd name="T11" fmla="*/ 301 h 7728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84514" h="772886">
                    <a:moveTo>
                      <a:pt x="400079" y="0"/>
                    </a:moveTo>
                    <a:lnTo>
                      <a:pt x="0" y="0"/>
                    </a:lnTo>
                    <a:lnTo>
                      <a:pt x="0" y="772886"/>
                    </a:lnTo>
                    <a:lnTo>
                      <a:pt x="1284514" y="772886"/>
                    </a:lnTo>
                    <a:lnTo>
                      <a:pt x="1284514" y="3642"/>
                    </a:lnTo>
                    <a:lnTo>
                      <a:pt x="948799" y="31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805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9719" name="文本框 26"/>
              <p:cNvSpPr txBox="1">
                <a:spLocks noChangeArrowheads="1"/>
              </p:cNvSpPr>
              <p:nvPr/>
            </p:nvSpPr>
            <p:spPr bwMode="auto">
              <a:xfrm>
                <a:off x="2699406" y="4131584"/>
                <a:ext cx="638820" cy="58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210"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rPr>
                  <a:t>4</a:t>
                </a:r>
                <a:endParaRPr lang="zh-CN" altLang="en-US" sz="3210">
                  <a:solidFill>
                    <a:schemeClr val="bg1"/>
                  </a:solidFill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29720" name="文本框 27"/>
              <p:cNvSpPr txBox="1">
                <a:spLocks noChangeArrowheads="1"/>
              </p:cNvSpPr>
              <p:nvPr/>
            </p:nvSpPr>
            <p:spPr bwMode="auto">
              <a:xfrm>
                <a:off x="2109536" y="4626757"/>
                <a:ext cx="1819012" cy="7047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805" b="1" dirty="0">
                    <a:solidFill>
                      <a:schemeClr val="bg1"/>
                    </a:solidFill>
                    <a:latin typeface="Arial Bold" panose="020B0604020202090204" charset="0"/>
                    <a:ea typeface="Microsoft YaHei" charset="-122"/>
                    <a:cs typeface="Arial Bold" panose="020B0604020202090204" charset="0"/>
                    <a:sym typeface="+mn-ea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Arial Bold" panose="020B0604020202090204" charset="0"/>
                    <a:ea typeface="Microsoft YaHei" charset="-122"/>
                    <a:cs typeface="Arial Bold" panose="020B0604020202090204" charset="0"/>
                    <a:sym typeface="+mn-ea"/>
                  </a:rPr>
                  <a:t>Project Connections</a:t>
                </a:r>
              </a:p>
            </p:txBody>
          </p:sp>
        </p:grpSp>
        <p:grpSp>
          <p:nvGrpSpPr>
            <p:cNvPr id="15" name="组合 4"/>
            <p:cNvGrpSpPr/>
            <p:nvPr/>
          </p:nvGrpSpPr>
          <p:grpSpPr>
            <a:xfrm>
              <a:off x="8236" y="6960"/>
              <a:ext cx="3082" cy="1935"/>
              <a:chOff x="5075571" y="4131584"/>
              <a:chExt cx="1952035" cy="1225313"/>
            </a:xfrm>
          </p:grpSpPr>
          <p:sp>
            <p:nvSpPr>
              <p:cNvPr id="29721" name="任意多边形 28"/>
              <p:cNvSpPr>
                <a:spLocks noChangeArrowheads="1"/>
              </p:cNvSpPr>
              <p:nvPr/>
            </p:nvSpPr>
            <p:spPr bwMode="auto">
              <a:xfrm>
                <a:off x="5075571" y="4444403"/>
                <a:ext cx="1952035" cy="912494"/>
              </a:xfrm>
              <a:custGeom>
                <a:avLst/>
                <a:gdLst>
                  <a:gd name="T0" fmla="*/ 973227 w 1284514"/>
                  <a:gd name="T1" fmla="*/ 0 h 772886"/>
                  <a:gd name="T2" fmla="*/ 0 w 1284514"/>
                  <a:gd name="T3" fmla="*/ 0 h 772886"/>
                  <a:gd name="T4" fmla="*/ 0 w 1284514"/>
                  <a:gd name="T5" fmla="*/ 735698 h 772886"/>
                  <a:gd name="T6" fmla="*/ 3124693 w 1284514"/>
                  <a:gd name="T7" fmla="*/ 735698 h 772886"/>
                  <a:gd name="T8" fmla="*/ 3124693 w 1284514"/>
                  <a:gd name="T9" fmla="*/ 3466 h 772886"/>
                  <a:gd name="T10" fmla="*/ 2308037 w 1284514"/>
                  <a:gd name="T11" fmla="*/ 301 h 7728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84514" h="772886">
                    <a:moveTo>
                      <a:pt x="400079" y="0"/>
                    </a:moveTo>
                    <a:lnTo>
                      <a:pt x="0" y="0"/>
                    </a:lnTo>
                    <a:lnTo>
                      <a:pt x="0" y="772886"/>
                    </a:lnTo>
                    <a:lnTo>
                      <a:pt x="1284514" y="772886"/>
                    </a:lnTo>
                    <a:lnTo>
                      <a:pt x="1284514" y="3642"/>
                    </a:lnTo>
                    <a:lnTo>
                      <a:pt x="948799" y="31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805"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9722" name="文本框 29"/>
              <p:cNvSpPr txBox="1">
                <a:spLocks noChangeArrowheads="1"/>
              </p:cNvSpPr>
              <p:nvPr/>
            </p:nvSpPr>
            <p:spPr bwMode="auto">
              <a:xfrm>
                <a:off x="5797605" y="4131584"/>
                <a:ext cx="637273" cy="58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210"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rPr>
                  <a:t>5</a:t>
                </a:r>
                <a:endParaRPr lang="zh-CN" altLang="en-US" sz="3210">
                  <a:solidFill>
                    <a:schemeClr val="bg1"/>
                  </a:solidFill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29723" name="文本框 30"/>
              <p:cNvSpPr txBox="1">
                <a:spLocks noChangeArrowheads="1"/>
              </p:cNvSpPr>
              <p:nvPr/>
            </p:nvSpPr>
            <p:spPr bwMode="auto">
              <a:xfrm>
                <a:off x="5142082" y="4626757"/>
                <a:ext cx="1819012" cy="7047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1pPr>
                <a:lvl2pPr marL="742950" indent="-28575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2pPr>
                <a:lvl3pPr marL="11430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3pPr>
                <a:lvl4pPr marL="16002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4pPr>
                <a:lvl5pPr marL="2057400" indent="-228600"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Arial Bold" panose="020B0604020202090204" charset="0"/>
                    <a:ea typeface="Microsoft YaHei" charset="-122"/>
                    <a:cs typeface="Arial Bold" panose="020B0604020202090204" charset="0"/>
                    <a:sym typeface="+mn-ea"/>
                  </a:rPr>
                  <a:t>Project Milestones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圖片 1" descr="WechatIMG149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矩形 23"/>
          <p:cNvSpPr/>
          <p:nvPr/>
        </p:nvSpPr>
        <p:spPr>
          <a:xfrm>
            <a:off x="6184582" y="1928476"/>
            <a:ext cx="861060" cy="491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00" b="1" dirty="0">
                <a:solidFill>
                  <a:schemeClr val="tx1"/>
                </a:solidFill>
                <a:latin typeface="Arial Bold" panose="020B0604020202090204" charset="0"/>
                <a:ea typeface="Microsoft YaHei" charset="-122"/>
                <a:cs typeface="Arial Bold" panose="020B0604020202090204" charset="0"/>
              </a:rPr>
              <a:t>Title</a:t>
            </a:r>
          </a:p>
        </p:txBody>
      </p:sp>
      <p:sp>
        <p:nvSpPr>
          <p:cNvPr id="25" name="矩形 24"/>
          <p:cNvSpPr/>
          <p:nvPr/>
        </p:nvSpPr>
        <p:spPr>
          <a:xfrm>
            <a:off x="6204668" y="2553255"/>
            <a:ext cx="5144178" cy="324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dirty="0">
                <a:solidFill>
                  <a:schemeClr val="tx1"/>
                </a:solidFill>
                <a:latin typeface="Arial" panose="020B0604020202090204" pitchFamily="34" charset="0"/>
                <a:ea typeface="Microsoft YaHei" charset="-122"/>
                <a:cs typeface="Arial" panose="020B0604020202090204" pitchFamily="34" charset="0"/>
              </a:rPr>
              <a:t>Text</a:t>
            </a:r>
          </a:p>
        </p:txBody>
      </p:sp>
      <p:grpSp>
        <p:nvGrpSpPr>
          <p:cNvPr id="15" name="群組 14"/>
          <p:cNvGrpSpPr/>
          <p:nvPr/>
        </p:nvGrpSpPr>
        <p:grpSpPr>
          <a:xfrm>
            <a:off x="323215" y="1588135"/>
            <a:ext cx="5759450" cy="4605020"/>
            <a:chOff x="509" y="2501"/>
            <a:chExt cx="9070" cy="7252"/>
          </a:xfrm>
        </p:grpSpPr>
        <p:pic>
          <p:nvPicPr>
            <p:cNvPr id="11281" name="图片 3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" y="2501"/>
              <a:ext cx="9071" cy="7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282" name="组合 39"/>
            <p:cNvGrpSpPr/>
            <p:nvPr/>
          </p:nvGrpSpPr>
          <p:grpSpPr bwMode="auto">
            <a:xfrm>
              <a:off x="1449" y="3178"/>
              <a:ext cx="7205" cy="4329"/>
              <a:chOff x="4744720" y="1645920"/>
              <a:chExt cx="2580640" cy="3393440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4744856" y="1646419"/>
                <a:ext cx="2580400" cy="3393979"/>
              </a:xfrm>
              <a:prstGeom prst="rect">
                <a:avLst/>
              </a:prstGeom>
              <a:solidFill>
                <a:srgbClr val="2547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直角三角形 44"/>
              <p:cNvSpPr/>
              <p:nvPr/>
            </p:nvSpPr>
            <p:spPr>
              <a:xfrm>
                <a:off x="4744856" y="1646419"/>
                <a:ext cx="2580400" cy="3393979"/>
              </a:xfrm>
              <a:prstGeom prst="rtTriangle">
                <a:avLst/>
              </a:prstGeom>
              <a:solidFill>
                <a:srgbClr val="182F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1285" name="组合 40"/>
            <p:cNvGrpSpPr/>
            <p:nvPr/>
          </p:nvGrpSpPr>
          <p:grpSpPr bwMode="auto">
            <a:xfrm>
              <a:off x="4240" y="4517"/>
              <a:ext cx="1608" cy="1651"/>
              <a:chOff x="5530221" y="2981507"/>
              <a:chExt cx="1188330" cy="1188330"/>
            </a:xfrm>
          </p:grpSpPr>
          <p:sp>
            <p:nvSpPr>
              <p:cNvPr id="11286" name="Freeform 112"/>
              <p:cNvSpPr>
                <a:spLocks noEditPoints="1" noChangeArrowheads="1"/>
              </p:cNvSpPr>
              <p:nvPr/>
            </p:nvSpPr>
            <p:spPr bwMode="auto">
              <a:xfrm>
                <a:off x="5797562" y="3263107"/>
                <a:ext cx="653648" cy="657657"/>
              </a:xfrm>
              <a:custGeom>
                <a:avLst/>
                <a:gdLst>
                  <a:gd name="T0" fmla="*/ 179 w 288"/>
                  <a:gd name="T1" fmla="*/ 120 h 288"/>
                  <a:gd name="T2" fmla="*/ 183 w 288"/>
                  <a:gd name="T3" fmla="*/ 92 h 288"/>
                  <a:gd name="T4" fmla="*/ 92 w 288"/>
                  <a:gd name="T5" fmla="*/ 0 h 288"/>
                  <a:gd name="T6" fmla="*/ 0 w 288"/>
                  <a:gd name="T7" fmla="*/ 92 h 288"/>
                  <a:gd name="T8" fmla="*/ 92 w 288"/>
                  <a:gd name="T9" fmla="*/ 183 h 288"/>
                  <a:gd name="T10" fmla="*/ 121 w 288"/>
                  <a:gd name="T11" fmla="*/ 178 h 288"/>
                  <a:gd name="T12" fmla="*/ 142 w 288"/>
                  <a:gd name="T13" fmla="*/ 199 h 288"/>
                  <a:gd name="T14" fmla="*/ 186 w 288"/>
                  <a:gd name="T15" fmla="*/ 199 h 288"/>
                  <a:gd name="T16" fmla="*/ 186 w 288"/>
                  <a:gd name="T17" fmla="*/ 244 h 288"/>
                  <a:gd name="T18" fmla="*/ 186 w 288"/>
                  <a:gd name="T19" fmla="*/ 244 h 288"/>
                  <a:gd name="T20" fmla="*/ 230 w 288"/>
                  <a:gd name="T21" fmla="*/ 244 h 288"/>
                  <a:gd name="T22" fmla="*/ 230 w 288"/>
                  <a:gd name="T23" fmla="*/ 288 h 288"/>
                  <a:gd name="T24" fmla="*/ 230 w 288"/>
                  <a:gd name="T25" fmla="*/ 288 h 288"/>
                  <a:gd name="T26" fmla="*/ 288 w 288"/>
                  <a:gd name="T27" fmla="*/ 288 h 288"/>
                  <a:gd name="T28" fmla="*/ 288 w 288"/>
                  <a:gd name="T29" fmla="*/ 288 h 288"/>
                  <a:gd name="T30" fmla="*/ 288 w 288"/>
                  <a:gd name="T31" fmla="*/ 288 h 288"/>
                  <a:gd name="T32" fmla="*/ 288 w 288"/>
                  <a:gd name="T33" fmla="*/ 230 h 288"/>
                  <a:gd name="T34" fmla="*/ 179 w 288"/>
                  <a:gd name="T35" fmla="*/ 120 h 288"/>
                  <a:gd name="T36" fmla="*/ 73 w 288"/>
                  <a:gd name="T37" fmla="*/ 103 h 288"/>
                  <a:gd name="T38" fmla="*/ 42 w 288"/>
                  <a:gd name="T39" fmla="*/ 72 h 288"/>
                  <a:gd name="T40" fmla="*/ 73 w 288"/>
                  <a:gd name="T41" fmla="*/ 41 h 288"/>
                  <a:gd name="T42" fmla="*/ 104 w 288"/>
                  <a:gd name="T43" fmla="*/ 72 h 288"/>
                  <a:gd name="T44" fmla="*/ 73 w 288"/>
                  <a:gd name="T45" fmla="*/ 103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8" h="288">
                    <a:moveTo>
                      <a:pt x="179" y="120"/>
                    </a:moveTo>
                    <a:cubicBezTo>
                      <a:pt x="182" y="111"/>
                      <a:pt x="183" y="102"/>
                      <a:pt x="183" y="92"/>
                    </a:cubicBezTo>
                    <a:cubicBezTo>
                      <a:pt x="183" y="41"/>
                      <a:pt x="142" y="0"/>
                      <a:pt x="92" y="0"/>
                    </a:cubicBezTo>
                    <a:cubicBezTo>
                      <a:pt x="41" y="0"/>
                      <a:pt x="0" y="41"/>
                      <a:pt x="0" y="92"/>
                    </a:cubicBezTo>
                    <a:cubicBezTo>
                      <a:pt x="0" y="142"/>
                      <a:pt x="41" y="183"/>
                      <a:pt x="92" y="183"/>
                    </a:cubicBezTo>
                    <a:cubicBezTo>
                      <a:pt x="102" y="183"/>
                      <a:pt x="112" y="181"/>
                      <a:pt x="121" y="178"/>
                    </a:cubicBezTo>
                    <a:cubicBezTo>
                      <a:pt x="142" y="199"/>
                      <a:pt x="142" y="199"/>
                      <a:pt x="142" y="199"/>
                    </a:cubicBezTo>
                    <a:cubicBezTo>
                      <a:pt x="186" y="199"/>
                      <a:pt x="186" y="199"/>
                      <a:pt x="186" y="199"/>
                    </a:cubicBezTo>
                    <a:cubicBezTo>
                      <a:pt x="186" y="244"/>
                      <a:pt x="186" y="244"/>
                      <a:pt x="186" y="244"/>
                    </a:cubicBezTo>
                    <a:cubicBezTo>
                      <a:pt x="186" y="244"/>
                      <a:pt x="186" y="244"/>
                      <a:pt x="186" y="244"/>
                    </a:cubicBezTo>
                    <a:cubicBezTo>
                      <a:pt x="230" y="244"/>
                      <a:pt x="230" y="244"/>
                      <a:pt x="230" y="244"/>
                    </a:cubicBezTo>
                    <a:cubicBezTo>
                      <a:pt x="230" y="288"/>
                      <a:pt x="230" y="288"/>
                      <a:pt x="230" y="288"/>
                    </a:cubicBezTo>
                    <a:cubicBezTo>
                      <a:pt x="230" y="288"/>
                      <a:pt x="230" y="288"/>
                      <a:pt x="230" y="288"/>
                    </a:cubicBezTo>
                    <a:cubicBezTo>
                      <a:pt x="288" y="288"/>
                      <a:pt x="288" y="288"/>
                      <a:pt x="288" y="288"/>
                    </a:cubicBezTo>
                    <a:cubicBezTo>
                      <a:pt x="288" y="288"/>
                      <a:pt x="288" y="288"/>
                      <a:pt x="288" y="288"/>
                    </a:cubicBezTo>
                    <a:cubicBezTo>
                      <a:pt x="288" y="288"/>
                      <a:pt x="288" y="288"/>
                      <a:pt x="288" y="288"/>
                    </a:cubicBezTo>
                    <a:cubicBezTo>
                      <a:pt x="288" y="230"/>
                      <a:pt x="288" y="230"/>
                      <a:pt x="288" y="230"/>
                    </a:cubicBezTo>
                    <a:lnTo>
                      <a:pt x="179" y="120"/>
                    </a:lnTo>
                    <a:close/>
                    <a:moveTo>
                      <a:pt x="73" y="103"/>
                    </a:moveTo>
                    <a:cubicBezTo>
                      <a:pt x="56" y="103"/>
                      <a:pt x="42" y="89"/>
                      <a:pt x="42" y="72"/>
                    </a:cubicBezTo>
                    <a:cubicBezTo>
                      <a:pt x="42" y="55"/>
                      <a:pt x="56" y="41"/>
                      <a:pt x="73" y="41"/>
                    </a:cubicBezTo>
                    <a:cubicBezTo>
                      <a:pt x="90" y="41"/>
                      <a:pt x="104" y="55"/>
                      <a:pt x="104" y="72"/>
                    </a:cubicBezTo>
                    <a:cubicBezTo>
                      <a:pt x="104" y="89"/>
                      <a:pt x="90" y="103"/>
                      <a:pt x="73" y="10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5531006" y="2982098"/>
                <a:ext cx="1186762" cy="1188560"/>
              </a:xfrm>
              <a:prstGeom prst="ellipse">
                <a:avLst/>
              </a:prstGeom>
              <a:noFill/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2" name="圖片 1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群組 1"/>
          <p:cNvGrpSpPr/>
          <p:nvPr/>
        </p:nvGrpSpPr>
        <p:grpSpPr>
          <a:xfrm>
            <a:off x="0" y="1350645"/>
            <a:ext cx="12193287" cy="5065081"/>
            <a:chOff x="0" y="2101"/>
            <a:chExt cx="18705" cy="7713"/>
          </a:xfrm>
        </p:grpSpPr>
        <p:sp>
          <p:nvSpPr>
            <p:cNvPr id="66" name="Freeform 42"/>
            <p:cNvSpPr/>
            <p:nvPr/>
          </p:nvSpPr>
          <p:spPr bwMode="auto">
            <a:xfrm>
              <a:off x="3226" y="2795"/>
              <a:ext cx="4979" cy="1135"/>
            </a:xfrm>
            <a:custGeom>
              <a:avLst/>
              <a:gdLst>
                <a:gd name="T0" fmla="*/ 0 w 4673"/>
                <a:gd name="T1" fmla="*/ 739775 h 1547"/>
                <a:gd name="T2" fmla="*/ 0 w 4673"/>
                <a:gd name="T3" fmla="*/ 0 h 1547"/>
                <a:gd name="T4" fmla="*/ 3246437 w 4673"/>
                <a:gd name="T5" fmla="*/ 0 h 1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73" h="1547">
                  <a:moveTo>
                    <a:pt x="0" y="1547"/>
                  </a:moveTo>
                  <a:lnTo>
                    <a:pt x="0" y="0"/>
                  </a:lnTo>
                  <a:lnTo>
                    <a:pt x="4673" y="0"/>
                  </a:lnTo>
                </a:path>
              </a:pathLst>
            </a:custGeom>
            <a:noFill/>
            <a:ln w="9" cap="flat" cmpd="sng">
              <a:solidFill>
                <a:srgbClr val="7F7F7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9056" tIns="44528" rIns="89056" bIns="44528"/>
            <a:lstStyle/>
            <a:p>
              <a:endParaRPr lang="zh-CN" altLang="en-US">
                <a:solidFill>
                  <a:schemeClr val="tx1"/>
                </a:solidFill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sp>
          <p:nvSpPr>
            <p:cNvPr id="67" name="Freeform 42"/>
            <p:cNvSpPr/>
            <p:nvPr/>
          </p:nvSpPr>
          <p:spPr bwMode="auto">
            <a:xfrm flipH="1">
              <a:off x="9869" y="2795"/>
              <a:ext cx="4979" cy="1135"/>
            </a:xfrm>
            <a:custGeom>
              <a:avLst/>
              <a:gdLst>
                <a:gd name="T0" fmla="*/ 0 w 4673"/>
                <a:gd name="T1" fmla="*/ 739775 h 1547"/>
                <a:gd name="T2" fmla="*/ 0 w 4673"/>
                <a:gd name="T3" fmla="*/ 0 h 1547"/>
                <a:gd name="T4" fmla="*/ 3246438 w 4673"/>
                <a:gd name="T5" fmla="*/ 0 h 1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73" h="1547">
                  <a:moveTo>
                    <a:pt x="0" y="1547"/>
                  </a:moveTo>
                  <a:lnTo>
                    <a:pt x="0" y="0"/>
                  </a:lnTo>
                  <a:lnTo>
                    <a:pt x="4673" y="0"/>
                  </a:lnTo>
                </a:path>
              </a:pathLst>
            </a:custGeom>
            <a:noFill/>
            <a:ln w="9" cap="flat" cmpd="sng">
              <a:solidFill>
                <a:srgbClr val="7F7F7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9056" tIns="44528" rIns="89056" bIns="44528"/>
            <a:lstStyle/>
            <a:p>
              <a:endParaRPr lang="zh-CN" altLang="en-US">
                <a:solidFill>
                  <a:schemeClr val="tx1"/>
                </a:solidFill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sp>
          <p:nvSpPr>
            <p:cNvPr id="68" name="Freeform 42"/>
            <p:cNvSpPr/>
            <p:nvPr/>
          </p:nvSpPr>
          <p:spPr bwMode="auto">
            <a:xfrm flipV="1">
              <a:off x="3226" y="7904"/>
              <a:ext cx="4979" cy="1133"/>
            </a:xfrm>
            <a:custGeom>
              <a:avLst/>
              <a:gdLst>
                <a:gd name="T0" fmla="*/ 0 w 4673"/>
                <a:gd name="T1" fmla="*/ 738187 h 1547"/>
                <a:gd name="T2" fmla="*/ 0 w 4673"/>
                <a:gd name="T3" fmla="*/ 0 h 1547"/>
                <a:gd name="T4" fmla="*/ 3246437 w 4673"/>
                <a:gd name="T5" fmla="*/ 0 h 1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73" h="1547">
                  <a:moveTo>
                    <a:pt x="0" y="1547"/>
                  </a:moveTo>
                  <a:lnTo>
                    <a:pt x="0" y="0"/>
                  </a:lnTo>
                  <a:lnTo>
                    <a:pt x="4673" y="0"/>
                  </a:lnTo>
                </a:path>
              </a:pathLst>
            </a:custGeom>
            <a:noFill/>
            <a:ln w="9" cap="flat" cmpd="sng">
              <a:solidFill>
                <a:srgbClr val="7F7F7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9056" tIns="44528" rIns="89056" bIns="44528"/>
            <a:lstStyle/>
            <a:p>
              <a:endParaRPr lang="zh-CN" altLang="en-US">
                <a:solidFill>
                  <a:schemeClr val="tx1"/>
                </a:solidFill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sp>
          <p:nvSpPr>
            <p:cNvPr id="69" name="Freeform 42"/>
            <p:cNvSpPr/>
            <p:nvPr/>
          </p:nvSpPr>
          <p:spPr bwMode="auto">
            <a:xfrm flipH="1" flipV="1">
              <a:off x="9899" y="7904"/>
              <a:ext cx="4979" cy="1133"/>
            </a:xfrm>
            <a:custGeom>
              <a:avLst/>
              <a:gdLst>
                <a:gd name="T0" fmla="*/ 0 w 4673"/>
                <a:gd name="T1" fmla="*/ 738187 h 1547"/>
                <a:gd name="T2" fmla="*/ 0 w 4673"/>
                <a:gd name="T3" fmla="*/ 0 h 1547"/>
                <a:gd name="T4" fmla="*/ 3246438 w 4673"/>
                <a:gd name="T5" fmla="*/ 0 h 1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73" h="1547">
                  <a:moveTo>
                    <a:pt x="0" y="1547"/>
                  </a:moveTo>
                  <a:lnTo>
                    <a:pt x="0" y="0"/>
                  </a:lnTo>
                  <a:lnTo>
                    <a:pt x="4673" y="0"/>
                  </a:lnTo>
                </a:path>
              </a:pathLst>
            </a:custGeom>
            <a:noFill/>
            <a:ln w="9" cap="flat" cmpd="sng">
              <a:solidFill>
                <a:srgbClr val="7F7F7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9056" tIns="44528" rIns="89056" bIns="44528"/>
            <a:lstStyle/>
            <a:p>
              <a:endParaRPr lang="zh-CN" altLang="en-US">
                <a:solidFill>
                  <a:schemeClr val="tx1"/>
                </a:solidFill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sp>
          <p:nvSpPr>
            <p:cNvPr id="70" name="矩形 32"/>
            <p:cNvSpPr>
              <a:spLocks noChangeArrowheads="1"/>
            </p:cNvSpPr>
            <p:nvPr/>
          </p:nvSpPr>
          <p:spPr bwMode="auto">
            <a:xfrm>
              <a:off x="0" y="5142"/>
              <a:ext cx="18705" cy="1766"/>
            </a:xfrm>
            <a:prstGeom prst="rect">
              <a:avLst/>
            </a:prstGeom>
            <a:solidFill>
              <a:srgbClr val="003879"/>
            </a:solidFill>
            <a:ln>
              <a:noFill/>
            </a:ln>
          </p:spPr>
          <p:txBody>
            <a:bodyPr lIns="89056" tIns="44528" rIns="89056" bIns="44528"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90">
                <a:solidFill>
                  <a:schemeClr val="tx1"/>
                </a:solidFill>
                <a:latin typeface="Arial Regular" panose="020B0604020202090204" charset="0"/>
                <a:ea typeface="SimSun" panose="02010600030101010101" pitchFamily="2" charset="-122"/>
                <a:cs typeface="Arial Regular" panose="020B0604020202090204" charset="0"/>
              </a:endParaRPr>
            </a:p>
          </p:txBody>
        </p:sp>
        <p:sp>
          <p:nvSpPr>
            <p:cNvPr id="71" name="TextBox 33"/>
            <p:cNvSpPr txBox="1">
              <a:spLocks noChangeArrowheads="1"/>
            </p:cNvSpPr>
            <p:nvPr/>
          </p:nvSpPr>
          <p:spPr bwMode="auto">
            <a:xfrm>
              <a:off x="6899" y="5595"/>
              <a:ext cx="4908" cy="7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chemeClr val="bg1"/>
                  </a:solidFill>
                  <a:latin typeface="Arial Regular" panose="020B0604020202090204" charset="0"/>
                </a:rPr>
                <a:t>Content/Title</a:t>
              </a:r>
            </a:p>
          </p:txBody>
        </p:sp>
        <p:grpSp>
          <p:nvGrpSpPr>
            <p:cNvPr id="72" name="组合 34"/>
            <p:cNvGrpSpPr/>
            <p:nvPr/>
          </p:nvGrpSpPr>
          <p:grpSpPr bwMode="auto">
            <a:xfrm>
              <a:off x="2366" y="3820"/>
              <a:ext cx="1770" cy="1773"/>
              <a:chOff x="0" y="0"/>
              <a:chExt cx="1154113" cy="1155699"/>
            </a:xfrm>
            <a:solidFill>
              <a:schemeClr val="bg1">
                <a:lumMod val="65000"/>
              </a:schemeClr>
            </a:solidFill>
          </p:grpSpPr>
          <p:sp>
            <p:nvSpPr>
              <p:cNvPr id="73" name="Oval 3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154113" cy="1155699"/>
              </a:xfrm>
              <a:prstGeom prst="ellipse">
                <a:avLst/>
              </a:prstGeom>
              <a:solidFill>
                <a:srgbClr val="003879"/>
              </a:soli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Microsoft YaHei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仿宋_GB2312" pitchFamily="1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90">
                  <a:solidFill>
                    <a:schemeClr val="tx1"/>
                  </a:solidFill>
                  <a:latin typeface="Arial Regular" panose="020B0604020202090204" charset="0"/>
                  <a:ea typeface="SimSun" panose="02010600030101010101" pitchFamily="2" charset="-122"/>
                  <a:cs typeface="Arial Regular" panose="020B0604020202090204" charset="0"/>
                </a:endParaRPr>
              </a:p>
            </p:txBody>
          </p:sp>
          <p:sp>
            <p:nvSpPr>
              <p:cNvPr id="74" name="Freeform 34"/>
              <p:cNvSpPr>
                <a:spLocks noEditPoints="1"/>
              </p:cNvSpPr>
              <p:nvPr/>
            </p:nvSpPr>
            <p:spPr bwMode="auto">
              <a:xfrm>
                <a:off x="266700" y="128587"/>
                <a:ext cx="638175" cy="868362"/>
              </a:xfrm>
              <a:custGeom>
                <a:avLst/>
                <a:gdLst>
                  <a:gd name="T0" fmla="*/ 128715 w 709"/>
                  <a:gd name="T1" fmla="*/ 322149 h 965"/>
                  <a:gd name="T2" fmla="*/ 196223 w 709"/>
                  <a:gd name="T3" fmla="*/ 480524 h 965"/>
                  <a:gd name="T4" fmla="*/ 251130 w 709"/>
                  <a:gd name="T5" fmla="*/ 607403 h 965"/>
                  <a:gd name="T6" fmla="*/ 374444 w 709"/>
                  <a:gd name="T7" fmla="*/ 611003 h 965"/>
                  <a:gd name="T8" fmla="*/ 401447 w 709"/>
                  <a:gd name="T9" fmla="*/ 560611 h 965"/>
                  <a:gd name="T10" fmla="*/ 469855 w 709"/>
                  <a:gd name="T11" fmla="*/ 432831 h 965"/>
                  <a:gd name="T12" fmla="*/ 319538 w 709"/>
                  <a:gd name="T13" fmla="*/ 132279 h 965"/>
                  <a:gd name="T14" fmla="*/ 264631 w 709"/>
                  <a:gd name="T15" fmla="*/ 650597 h 965"/>
                  <a:gd name="T16" fmla="*/ 201724 w 709"/>
                  <a:gd name="T17" fmla="*/ 578608 h 965"/>
                  <a:gd name="T18" fmla="*/ 135916 w 709"/>
                  <a:gd name="T19" fmla="*/ 455328 h 965"/>
                  <a:gd name="T20" fmla="*/ 319538 w 709"/>
                  <a:gd name="T21" fmla="*/ 91785 h 965"/>
                  <a:gd name="T22" fmla="*/ 503159 w 709"/>
                  <a:gd name="T23" fmla="*/ 455328 h 965"/>
                  <a:gd name="T24" fmla="*/ 436551 w 709"/>
                  <a:gd name="T25" fmla="*/ 578608 h 965"/>
                  <a:gd name="T26" fmla="*/ 374444 w 709"/>
                  <a:gd name="T27" fmla="*/ 650597 h 965"/>
                  <a:gd name="T28" fmla="*/ 228627 w 709"/>
                  <a:gd name="T29" fmla="*/ 778376 h 965"/>
                  <a:gd name="T30" fmla="*/ 383445 w 709"/>
                  <a:gd name="T31" fmla="*/ 807172 h 965"/>
                  <a:gd name="T32" fmla="*/ 383445 w 709"/>
                  <a:gd name="T33" fmla="*/ 748681 h 965"/>
                  <a:gd name="T34" fmla="*/ 246629 w 709"/>
                  <a:gd name="T35" fmla="*/ 796373 h 965"/>
                  <a:gd name="T36" fmla="*/ 395146 w 709"/>
                  <a:gd name="T37" fmla="*/ 796373 h 965"/>
                  <a:gd name="T38" fmla="*/ 413149 w 709"/>
                  <a:gd name="T39" fmla="*/ 778376 h 965"/>
                  <a:gd name="T40" fmla="*/ 228627 w 709"/>
                  <a:gd name="T41" fmla="*/ 685691 h 965"/>
                  <a:gd name="T42" fmla="*/ 413149 w 709"/>
                  <a:gd name="T43" fmla="*/ 778376 h 965"/>
                  <a:gd name="T44" fmla="*/ 411348 w 709"/>
                  <a:gd name="T45" fmla="*/ 362642 h 965"/>
                  <a:gd name="T46" fmla="*/ 349241 w 709"/>
                  <a:gd name="T47" fmla="*/ 424733 h 965"/>
                  <a:gd name="T48" fmla="*/ 288934 w 709"/>
                  <a:gd name="T49" fmla="*/ 424733 h 965"/>
                  <a:gd name="T50" fmla="*/ 226827 w 709"/>
                  <a:gd name="T51" fmla="*/ 362642 h 965"/>
                  <a:gd name="T52" fmla="*/ 226827 w 709"/>
                  <a:gd name="T53" fmla="*/ 302352 h 965"/>
                  <a:gd name="T54" fmla="*/ 288934 w 709"/>
                  <a:gd name="T55" fmla="*/ 239362 h 965"/>
                  <a:gd name="T56" fmla="*/ 349241 w 709"/>
                  <a:gd name="T57" fmla="*/ 239362 h 965"/>
                  <a:gd name="T58" fmla="*/ 411348 w 709"/>
                  <a:gd name="T59" fmla="*/ 302352 h 965"/>
                  <a:gd name="T60" fmla="*/ 612972 w 709"/>
                  <a:gd name="T61" fmla="*/ 293353 h 965"/>
                  <a:gd name="T62" fmla="*/ 580568 w 709"/>
                  <a:gd name="T63" fmla="*/ 322149 h 965"/>
                  <a:gd name="T64" fmla="*/ 612972 w 709"/>
                  <a:gd name="T65" fmla="*/ 341046 h 965"/>
                  <a:gd name="T66" fmla="*/ 612972 w 709"/>
                  <a:gd name="T67" fmla="*/ 293353 h 965"/>
                  <a:gd name="T68" fmla="*/ 542764 w 709"/>
                  <a:gd name="T69" fmla="*/ 127780 h 965"/>
                  <a:gd name="T70" fmla="*/ 509460 w 709"/>
                  <a:gd name="T71" fmla="*/ 94485 h 965"/>
                  <a:gd name="T72" fmla="*/ 518461 w 709"/>
                  <a:gd name="T73" fmla="*/ 152976 h 965"/>
                  <a:gd name="T74" fmla="*/ 342040 w 709"/>
                  <a:gd name="T75" fmla="*/ 61190 h 965"/>
                  <a:gd name="T76" fmla="*/ 318637 w 709"/>
                  <a:gd name="T77" fmla="*/ 0 h 965"/>
                  <a:gd name="T78" fmla="*/ 294335 w 709"/>
                  <a:gd name="T79" fmla="*/ 61190 h 965"/>
                  <a:gd name="T80" fmla="*/ 117014 w 709"/>
                  <a:gd name="T81" fmla="*/ 155675 h 965"/>
                  <a:gd name="T82" fmla="*/ 127815 w 709"/>
                  <a:gd name="T83" fmla="*/ 98084 h 965"/>
                  <a:gd name="T84" fmla="*/ 93611 w 709"/>
                  <a:gd name="T85" fmla="*/ 132279 h 965"/>
                  <a:gd name="T86" fmla="*/ 57607 w 709"/>
                  <a:gd name="T87" fmla="*/ 322149 h 965"/>
                  <a:gd name="T88" fmla="*/ 25203 w 709"/>
                  <a:gd name="T89" fmla="*/ 293353 h 965"/>
                  <a:gd name="T90" fmla="*/ 25203 w 709"/>
                  <a:gd name="T91" fmla="*/ 341046 h 965"/>
                  <a:gd name="T92" fmla="*/ 57607 w 709"/>
                  <a:gd name="T93" fmla="*/ 322149 h 96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709" h="965">
                    <a:moveTo>
                      <a:pt x="355" y="147"/>
                    </a:moveTo>
                    <a:cubicBezTo>
                      <a:pt x="238" y="147"/>
                      <a:pt x="143" y="241"/>
                      <a:pt x="143" y="358"/>
                    </a:cubicBezTo>
                    <a:cubicBezTo>
                      <a:pt x="143" y="414"/>
                      <a:pt x="187" y="481"/>
                      <a:pt x="188" y="481"/>
                    </a:cubicBezTo>
                    <a:cubicBezTo>
                      <a:pt x="197" y="496"/>
                      <a:pt x="210" y="519"/>
                      <a:pt x="218" y="534"/>
                    </a:cubicBezTo>
                    <a:lnTo>
                      <a:pt x="264" y="623"/>
                    </a:lnTo>
                    <a:cubicBezTo>
                      <a:pt x="272" y="639"/>
                      <a:pt x="279" y="662"/>
                      <a:pt x="279" y="675"/>
                    </a:cubicBezTo>
                    <a:cubicBezTo>
                      <a:pt x="279" y="675"/>
                      <a:pt x="284" y="679"/>
                      <a:pt x="294" y="679"/>
                    </a:cubicBezTo>
                    <a:lnTo>
                      <a:pt x="416" y="679"/>
                    </a:lnTo>
                    <a:cubicBezTo>
                      <a:pt x="425" y="679"/>
                      <a:pt x="430" y="675"/>
                      <a:pt x="431" y="674"/>
                    </a:cubicBezTo>
                    <a:cubicBezTo>
                      <a:pt x="430" y="662"/>
                      <a:pt x="437" y="639"/>
                      <a:pt x="446" y="623"/>
                    </a:cubicBezTo>
                    <a:lnTo>
                      <a:pt x="491" y="534"/>
                    </a:lnTo>
                    <a:cubicBezTo>
                      <a:pt x="499" y="519"/>
                      <a:pt x="513" y="495"/>
                      <a:pt x="522" y="481"/>
                    </a:cubicBezTo>
                    <a:cubicBezTo>
                      <a:pt x="537" y="458"/>
                      <a:pt x="566" y="402"/>
                      <a:pt x="566" y="358"/>
                    </a:cubicBezTo>
                    <a:cubicBezTo>
                      <a:pt x="566" y="241"/>
                      <a:pt x="471" y="147"/>
                      <a:pt x="355" y="147"/>
                    </a:cubicBezTo>
                    <a:close/>
                    <a:moveTo>
                      <a:pt x="416" y="723"/>
                    </a:moveTo>
                    <a:lnTo>
                      <a:pt x="294" y="723"/>
                    </a:lnTo>
                    <a:cubicBezTo>
                      <a:pt x="261" y="723"/>
                      <a:pt x="235" y="702"/>
                      <a:pt x="235" y="675"/>
                    </a:cubicBezTo>
                    <a:cubicBezTo>
                      <a:pt x="235" y="671"/>
                      <a:pt x="231" y="656"/>
                      <a:pt x="224" y="643"/>
                    </a:cubicBezTo>
                    <a:lnTo>
                      <a:pt x="179" y="554"/>
                    </a:lnTo>
                    <a:cubicBezTo>
                      <a:pt x="172" y="540"/>
                      <a:pt x="159" y="519"/>
                      <a:pt x="151" y="506"/>
                    </a:cubicBezTo>
                    <a:cubicBezTo>
                      <a:pt x="145" y="498"/>
                      <a:pt x="99" y="425"/>
                      <a:pt x="99" y="358"/>
                    </a:cubicBezTo>
                    <a:cubicBezTo>
                      <a:pt x="99" y="217"/>
                      <a:pt x="214" y="102"/>
                      <a:pt x="355" y="102"/>
                    </a:cubicBezTo>
                    <a:cubicBezTo>
                      <a:pt x="495" y="102"/>
                      <a:pt x="610" y="217"/>
                      <a:pt x="610" y="358"/>
                    </a:cubicBezTo>
                    <a:cubicBezTo>
                      <a:pt x="610" y="425"/>
                      <a:pt x="564" y="498"/>
                      <a:pt x="559" y="506"/>
                    </a:cubicBezTo>
                    <a:cubicBezTo>
                      <a:pt x="550" y="518"/>
                      <a:pt x="537" y="541"/>
                      <a:pt x="530" y="554"/>
                    </a:cubicBezTo>
                    <a:lnTo>
                      <a:pt x="485" y="643"/>
                    </a:lnTo>
                    <a:cubicBezTo>
                      <a:pt x="478" y="656"/>
                      <a:pt x="475" y="671"/>
                      <a:pt x="475" y="675"/>
                    </a:cubicBezTo>
                    <a:cubicBezTo>
                      <a:pt x="475" y="702"/>
                      <a:pt x="449" y="723"/>
                      <a:pt x="416" y="723"/>
                    </a:cubicBezTo>
                    <a:close/>
                    <a:moveTo>
                      <a:pt x="287" y="832"/>
                    </a:moveTo>
                    <a:cubicBezTo>
                      <a:pt x="269" y="832"/>
                      <a:pt x="254" y="846"/>
                      <a:pt x="254" y="865"/>
                    </a:cubicBezTo>
                    <a:cubicBezTo>
                      <a:pt x="254" y="883"/>
                      <a:pt x="269" y="897"/>
                      <a:pt x="287" y="897"/>
                    </a:cubicBezTo>
                    <a:lnTo>
                      <a:pt x="426" y="897"/>
                    </a:lnTo>
                    <a:cubicBezTo>
                      <a:pt x="444" y="897"/>
                      <a:pt x="459" y="883"/>
                      <a:pt x="459" y="865"/>
                    </a:cubicBezTo>
                    <a:cubicBezTo>
                      <a:pt x="459" y="846"/>
                      <a:pt x="444" y="832"/>
                      <a:pt x="426" y="832"/>
                    </a:cubicBezTo>
                    <a:lnTo>
                      <a:pt x="287" y="832"/>
                    </a:lnTo>
                    <a:close/>
                    <a:moveTo>
                      <a:pt x="274" y="885"/>
                    </a:moveTo>
                    <a:cubicBezTo>
                      <a:pt x="276" y="929"/>
                      <a:pt x="312" y="965"/>
                      <a:pt x="356" y="965"/>
                    </a:cubicBezTo>
                    <a:cubicBezTo>
                      <a:pt x="401" y="965"/>
                      <a:pt x="437" y="929"/>
                      <a:pt x="439" y="885"/>
                    </a:cubicBezTo>
                    <a:lnTo>
                      <a:pt x="274" y="885"/>
                    </a:lnTo>
                    <a:close/>
                    <a:moveTo>
                      <a:pt x="459" y="865"/>
                    </a:moveTo>
                    <a:lnTo>
                      <a:pt x="254" y="865"/>
                    </a:lnTo>
                    <a:lnTo>
                      <a:pt x="254" y="762"/>
                    </a:lnTo>
                    <a:lnTo>
                      <a:pt x="459" y="762"/>
                    </a:lnTo>
                    <a:lnTo>
                      <a:pt x="459" y="865"/>
                    </a:lnTo>
                    <a:close/>
                    <a:moveTo>
                      <a:pt x="491" y="369"/>
                    </a:moveTo>
                    <a:cubicBezTo>
                      <a:pt x="491" y="388"/>
                      <a:pt x="476" y="403"/>
                      <a:pt x="457" y="403"/>
                    </a:cubicBezTo>
                    <a:lnTo>
                      <a:pt x="388" y="403"/>
                    </a:lnTo>
                    <a:lnTo>
                      <a:pt x="388" y="472"/>
                    </a:lnTo>
                    <a:cubicBezTo>
                      <a:pt x="388" y="491"/>
                      <a:pt x="373" y="506"/>
                      <a:pt x="355" y="506"/>
                    </a:cubicBezTo>
                    <a:cubicBezTo>
                      <a:pt x="336" y="506"/>
                      <a:pt x="321" y="491"/>
                      <a:pt x="321" y="472"/>
                    </a:cubicBezTo>
                    <a:lnTo>
                      <a:pt x="321" y="403"/>
                    </a:lnTo>
                    <a:lnTo>
                      <a:pt x="252" y="403"/>
                    </a:lnTo>
                    <a:cubicBezTo>
                      <a:pt x="233" y="403"/>
                      <a:pt x="218" y="388"/>
                      <a:pt x="218" y="369"/>
                    </a:cubicBezTo>
                    <a:cubicBezTo>
                      <a:pt x="218" y="351"/>
                      <a:pt x="233" y="336"/>
                      <a:pt x="252" y="336"/>
                    </a:cubicBezTo>
                    <a:lnTo>
                      <a:pt x="321" y="336"/>
                    </a:lnTo>
                    <a:lnTo>
                      <a:pt x="321" y="266"/>
                    </a:lnTo>
                    <a:cubicBezTo>
                      <a:pt x="321" y="248"/>
                      <a:pt x="336" y="233"/>
                      <a:pt x="355" y="233"/>
                    </a:cubicBezTo>
                    <a:cubicBezTo>
                      <a:pt x="373" y="233"/>
                      <a:pt x="388" y="248"/>
                      <a:pt x="388" y="266"/>
                    </a:cubicBezTo>
                    <a:lnTo>
                      <a:pt x="388" y="336"/>
                    </a:lnTo>
                    <a:lnTo>
                      <a:pt x="457" y="336"/>
                    </a:lnTo>
                    <a:cubicBezTo>
                      <a:pt x="476" y="336"/>
                      <a:pt x="491" y="351"/>
                      <a:pt x="491" y="369"/>
                    </a:cubicBezTo>
                    <a:close/>
                    <a:moveTo>
                      <a:pt x="681" y="326"/>
                    </a:moveTo>
                    <a:lnTo>
                      <a:pt x="643" y="326"/>
                    </a:lnTo>
                    <a:cubicBezTo>
                      <a:pt x="644" y="336"/>
                      <a:pt x="645" y="347"/>
                      <a:pt x="645" y="358"/>
                    </a:cubicBezTo>
                    <a:cubicBezTo>
                      <a:pt x="645" y="365"/>
                      <a:pt x="644" y="372"/>
                      <a:pt x="643" y="379"/>
                    </a:cubicBezTo>
                    <a:lnTo>
                      <a:pt x="681" y="379"/>
                    </a:lnTo>
                    <a:cubicBezTo>
                      <a:pt x="696" y="379"/>
                      <a:pt x="709" y="367"/>
                      <a:pt x="709" y="352"/>
                    </a:cubicBezTo>
                    <a:cubicBezTo>
                      <a:pt x="709" y="338"/>
                      <a:pt x="696" y="326"/>
                      <a:pt x="681" y="326"/>
                    </a:cubicBezTo>
                    <a:close/>
                    <a:moveTo>
                      <a:pt x="576" y="170"/>
                    </a:moveTo>
                    <a:lnTo>
                      <a:pt x="603" y="142"/>
                    </a:lnTo>
                    <a:cubicBezTo>
                      <a:pt x="614" y="131"/>
                      <a:pt x="614" y="114"/>
                      <a:pt x="604" y="104"/>
                    </a:cubicBezTo>
                    <a:cubicBezTo>
                      <a:pt x="594" y="94"/>
                      <a:pt x="577" y="94"/>
                      <a:pt x="566" y="105"/>
                    </a:cubicBezTo>
                    <a:lnTo>
                      <a:pt x="538" y="132"/>
                    </a:lnTo>
                    <a:cubicBezTo>
                      <a:pt x="552" y="144"/>
                      <a:pt x="564" y="156"/>
                      <a:pt x="576" y="170"/>
                    </a:cubicBezTo>
                    <a:close/>
                    <a:moveTo>
                      <a:pt x="354" y="67"/>
                    </a:moveTo>
                    <a:cubicBezTo>
                      <a:pt x="363" y="67"/>
                      <a:pt x="372" y="68"/>
                      <a:pt x="380" y="68"/>
                    </a:cubicBezTo>
                    <a:lnTo>
                      <a:pt x="380" y="27"/>
                    </a:lnTo>
                    <a:cubicBezTo>
                      <a:pt x="380" y="12"/>
                      <a:pt x="368" y="0"/>
                      <a:pt x="354" y="0"/>
                    </a:cubicBezTo>
                    <a:cubicBezTo>
                      <a:pt x="339" y="0"/>
                      <a:pt x="327" y="12"/>
                      <a:pt x="327" y="27"/>
                    </a:cubicBezTo>
                    <a:lnTo>
                      <a:pt x="327" y="68"/>
                    </a:lnTo>
                    <a:cubicBezTo>
                      <a:pt x="336" y="68"/>
                      <a:pt x="345" y="67"/>
                      <a:pt x="354" y="67"/>
                    </a:cubicBezTo>
                    <a:close/>
                    <a:moveTo>
                      <a:pt x="130" y="173"/>
                    </a:moveTo>
                    <a:cubicBezTo>
                      <a:pt x="142" y="159"/>
                      <a:pt x="154" y="147"/>
                      <a:pt x="168" y="135"/>
                    </a:cubicBezTo>
                    <a:lnTo>
                      <a:pt x="142" y="109"/>
                    </a:lnTo>
                    <a:cubicBezTo>
                      <a:pt x="131" y="99"/>
                      <a:pt x="114" y="98"/>
                      <a:pt x="104" y="109"/>
                    </a:cubicBezTo>
                    <a:cubicBezTo>
                      <a:pt x="93" y="119"/>
                      <a:pt x="94" y="136"/>
                      <a:pt x="104" y="147"/>
                    </a:cubicBezTo>
                    <a:lnTo>
                      <a:pt x="130" y="173"/>
                    </a:lnTo>
                    <a:close/>
                    <a:moveTo>
                      <a:pt x="64" y="358"/>
                    </a:moveTo>
                    <a:cubicBezTo>
                      <a:pt x="64" y="347"/>
                      <a:pt x="64" y="336"/>
                      <a:pt x="66" y="326"/>
                    </a:cubicBezTo>
                    <a:lnTo>
                      <a:pt x="28" y="326"/>
                    </a:lnTo>
                    <a:cubicBezTo>
                      <a:pt x="13" y="326"/>
                      <a:pt x="0" y="338"/>
                      <a:pt x="0" y="352"/>
                    </a:cubicBezTo>
                    <a:cubicBezTo>
                      <a:pt x="0" y="367"/>
                      <a:pt x="13" y="379"/>
                      <a:pt x="28" y="379"/>
                    </a:cubicBezTo>
                    <a:lnTo>
                      <a:pt x="65" y="379"/>
                    </a:lnTo>
                    <a:cubicBezTo>
                      <a:pt x="64" y="372"/>
                      <a:pt x="64" y="365"/>
                      <a:pt x="64" y="35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Arial Regular" panose="020B0604020202090204" charset="0"/>
                  <a:cs typeface="Arial Regular" panose="020B0604020202090204" charset="0"/>
                </a:endParaRPr>
              </a:p>
            </p:txBody>
          </p:sp>
        </p:grpSp>
        <p:grpSp>
          <p:nvGrpSpPr>
            <p:cNvPr id="75" name="组合 37"/>
            <p:cNvGrpSpPr/>
            <p:nvPr/>
          </p:nvGrpSpPr>
          <p:grpSpPr bwMode="auto">
            <a:xfrm>
              <a:off x="2396" y="6196"/>
              <a:ext cx="1770" cy="1773"/>
              <a:chOff x="-5716" y="-24582"/>
              <a:chExt cx="1154113" cy="1155699"/>
            </a:xfrm>
            <a:solidFill>
              <a:schemeClr val="bg1">
                <a:lumMod val="65000"/>
              </a:schemeClr>
            </a:solidFill>
          </p:grpSpPr>
          <p:sp>
            <p:nvSpPr>
              <p:cNvPr id="76" name="Oval 31"/>
              <p:cNvSpPr>
                <a:spLocks noChangeArrowheads="1"/>
              </p:cNvSpPr>
              <p:nvPr/>
            </p:nvSpPr>
            <p:spPr bwMode="auto">
              <a:xfrm>
                <a:off x="-5716" y="-24582"/>
                <a:ext cx="1154113" cy="1155699"/>
              </a:xfrm>
              <a:prstGeom prst="ellipse">
                <a:avLst/>
              </a:prstGeom>
              <a:solidFill>
                <a:srgbClr val="003879"/>
              </a:soli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Microsoft YaHei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仿宋_GB2312" pitchFamily="1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90">
                  <a:solidFill>
                    <a:schemeClr val="tx1"/>
                  </a:solidFill>
                  <a:latin typeface="Arial Regular" panose="020B0604020202090204" charset="0"/>
                  <a:ea typeface="SimSun" panose="02010600030101010101" pitchFamily="2" charset="-122"/>
                  <a:cs typeface="Arial Regular" panose="020B0604020202090204" charset="0"/>
                </a:endParaRPr>
              </a:p>
            </p:txBody>
          </p:sp>
          <p:sp>
            <p:nvSpPr>
              <p:cNvPr id="77" name="Freeform 35"/>
              <p:cNvSpPr>
                <a:spLocks noEditPoints="1"/>
              </p:cNvSpPr>
              <p:nvPr/>
            </p:nvSpPr>
            <p:spPr bwMode="auto">
              <a:xfrm>
                <a:off x="269875" y="169862"/>
                <a:ext cx="563563" cy="766762"/>
              </a:xfrm>
              <a:custGeom>
                <a:avLst/>
                <a:gdLst>
                  <a:gd name="T0" fmla="*/ 73939 w 625"/>
                  <a:gd name="T1" fmla="*/ 124194 h 852"/>
                  <a:gd name="T2" fmla="*/ 62217 w 625"/>
                  <a:gd name="T3" fmla="*/ 766762 h 852"/>
                  <a:gd name="T4" fmla="*/ 563563 w 625"/>
                  <a:gd name="T5" fmla="*/ 188091 h 852"/>
                  <a:gd name="T6" fmla="*/ 520281 w 625"/>
                  <a:gd name="T7" fmla="*/ 201790 h 852"/>
                  <a:gd name="T8" fmla="*/ 64021 w 625"/>
                  <a:gd name="T9" fmla="*/ 722664 h 852"/>
                  <a:gd name="T10" fmla="*/ 243459 w 625"/>
                  <a:gd name="T11" fmla="*/ 81896 h 852"/>
                  <a:gd name="T12" fmla="*/ 320104 w 625"/>
                  <a:gd name="T13" fmla="*/ 81896 h 852"/>
                  <a:gd name="T14" fmla="*/ 280429 w 625"/>
                  <a:gd name="T15" fmla="*/ 122394 h 852"/>
                  <a:gd name="T16" fmla="*/ 196571 w 625"/>
                  <a:gd name="T17" fmla="*/ 83696 h 852"/>
                  <a:gd name="T18" fmla="*/ 103696 w 625"/>
                  <a:gd name="T19" fmla="*/ 194390 h 852"/>
                  <a:gd name="T20" fmla="*/ 459867 w 625"/>
                  <a:gd name="T21" fmla="*/ 194390 h 852"/>
                  <a:gd name="T22" fmla="*/ 366992 w 625"/>
                  <a:gd name="T23" fmla="*/ 83696 h 852"/>
                  <a:gd name="T24" fmla="*/ 196571 w 625"/>
                  <a:gd name="T25" fmla="*/ 83696 h 852"/>
                  <a:gd name="T26" fmla="*/ 199276 w 625"/>
                  <a:gd name="T27" fmla="*/ 582271 h 852"/>
                  <a:gd name="T28" fmla="*/ 136157 w 625"/>
                  <a:gd name="T29" fmla="*/ 600270 h 852"/>
                  <a:gd name="T30" fmla="*/ 122631 w 625"/>
                  <a:gd name="T31" fmla="*/ 613770 h 852"/>
                  <a:gd name="T32" fmla="*/ 199276 w 625"/>
                  <a:gd name="T33" fmla="*/ 619169 h 852"/>
                  <a:gd name="T34" fmla="*/ 119025 w 625"/>
                  <a:gd name="T35" fmla="*/ 658767 h 852"/>
                  <a:gd name="T36" fmla="*/ 218212 w 625"/>
                  <a:gd name="T37" fmla="*/ 610170 h 852"/>
                  <a:gd name="T38" fmla="*/ 218212 w 625"/>
                  <a:gd name="T39" fmla="*/ 578671 h 852"/>
                  <a:gd name="T40" fmla="*/ 99187 w 625"/>
                  <a:gd name="T41" fmla="*/ 584971 h 852"/>
                  <a:gd name="T42" fmla="*/ 192964 w 625"/>
                  <a:gd name="T43" fmla="*/ 683966 h 852"/>
                  <a:gd name="T44" fmla="*/ 192964 w 625"/>
                  <a:gd name="T45" fmla="*/ 301485 h 852"/>
                  <a:gd name="T46" fmla="*/ 136157 w 625"/>
                  <a:gd name="T47" fmla="*/ 318584 h 852"/>
                  <a:gd name="T48" fmla="*/ 155994 w 625"/>
                  <a:gd name="T49" fmla="*/ 368982 h 852"/>
                  <a:gd name="T50" fmla="*/ 119025 w 625"/>
                  <a:gd name="T51" fmla="*/ 382481 h 852"/>
                  <a:gd name="T52" fmla="*/ 192964 w 625"/>
                  <a:gd name="T53" fmla="*/ 281686 h 852"/>
                  <a:gd name="T54" fmla="*/ 99187 w 625"/>
                  <a:gd name="T55" fmla="*/ 380681 h 852"/>
                  <a:gd name="T56" fmla="*/ 217310 w 625"/>
                  <a:gd name="T57" fmla="*/ 323084 h 852"/>
                  <a:gd name="T58" fmla="*/ 216408 w 625"/>
                  <a:gd name="T59" fmla="*/ 296985 h 852"/>
                  <a:gd name="T60" fmla="*/ 199276 w 625"/>
                  <a:gd name="T61" fmla="*/ 452678 h 852"/>
                  <a:gd name="T62" fmla="*/ 122631 w 625"/>
                  <a:gd name="T63" fmla="*/ 471577 h 852"/>
                  <a:gd name="T64" fmla="*/ 199276 w 625"/>
                  <a:gd name="T65" fmla="*/ 522874 h 852"/>
                  <a:gd name="T66" fmla="*/ 218212 w 625"/>
                  <a:gd name="T67" fmla="*/ 438278 h 852"/>
                  <a:gd name="T68" fmla="*/ 99187 w 625"/>
                  <a:gd name="T69" fmla="*/ 442778 h 852"/>
                  <a:gd name="T70" fmla="*/ 199276 w 625"/>
                  <a:gd name="T71" fmla="*/ 541773 h 852"/>
                  <a:gd name="T72" fmla="*/ 260592 w 625"/>
                  <a:gd name="T73" fmla="*/ 418479 h 852"/>
                  <a:gd name="T74" fmla="*/ 294856 w 625"/>
                  <a:gd name="T75" fmla="*/ 650668 h 852"/>
                  <a:gd name="T76" fmla="*/ 452654 w 625"/>
                  <a:gd name="T77" fmla="*/ 602070 h 852"/>
                  <a:gd name="T78" fmla="*/ 288544 w 625"/>
                  <a:gd name="T79" fmla="*/ 644368 h 852"/>
                  <a:gd name="T80" fmla="*/ 452654 w 625"/>
                  <a:gd name="T81" fmla="*/ 456277 h 852"/>
                  <a:gd name="T82" fmla="*/ 288544 w 625"/>
                  <a:gd name="T83" fmla="*/ 368982 h 852"/>
                  <a:gd name="T84" fmla="*/ 288544 w 625"/>
                  <a:gd name="T85" fmla="*/ 316784 h 85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625" h="852">
                    <a:moveTo>
                      <a:pt x="48" y="224"/>
                    </a:moveTo>
                    <a:cubicBezTo>
                      <a:pt x="48" y="200"/>
                      <a:pt x="59" y="188"/>
                      <a:pt x="82" y="188"/>
                    </a:cubicBezTo>
                    <a:lnTo>
                      <a:pt x="82" y="138"/>
                    </a:lnTo>
                    <a:cubicBezTo>
                      <a:pt x="39" y="139"/>
                      <a:pt x="0" y="167"/>
                      <a:pt x="0" y="209"/>
                    </a:cubicBezTo>
                    <a:lnTo>
                      <a:pt x="0" y="783"/>
                    </a:lnTo>
                    <a:cubicBezTo>
                      <a:pt x="0" y="818"/>
                      <a:pt x="34" y="852"/>
                      <a:pt x="69" y="852"/>
                    </a:cubicBezTo>
                    <a:lnTo>
                      <a:pt x="556" y="852"/>
                    </a:lnTo>
                    <a:cubicBezTo>
                      <a:pt x="591" y="852"/>
                      <a:pt x="625" y="818"/>
                      <a:pt x="625" y="783"/>
                    </a:cubicBezTo>
                    <a:lnTo>
                      <a:pt x="625" y="209"/>
                    </a:lnTo>
                    <a:cubicBezTo>
                      <a:pt x="625" y="167"/>
                      <a:pt x="586" y="139"/>
                      <a:pt x="543" y="138"/>
                    </a:cubicBezTo>
                    <a:lnTo>
                      <a:pt x="543" y="188"/>
                    </a:lnTo>
                    <a:cubicBezTo>
                      <a:pt x="566" y="188"/>
                      <a:pt x="577" y="200"/>
                      <a:pt x="577" y="224"/>
                    </a:cubicBezTo>
                    <a:lnTo>
                      <a:pt x="577" y="768"/>
                    </a:lnTo>
                    <a:cubicBezTo>
                      <a:pt x="577" y="785"/>
                      <a:pt x="570" y="803"/>
                      <a:pt x="554" y="803"/>
                    </a:cubicBezTo>
                    <a:lnTo>
                      <a:pt x="71" y="803"/>
                    </a:lnTo>
                    <a:cubicBezTo>
                      <a:pt x="53" y="803"/>
                      <a:pt x="48" y="783"/>
                      <a:pt x="48" y="764"/>
                    </a:cubicBezTo>
                    <a:lnTo>
                      <a:pt x="48" y="224"/>
                    </a:lnTo>
                    <a:close/>
                    <a:moveTo>
                      <a:pt x="270" y="91"/>
                    </a:moveTo>
                    <a:cubicBezTo>
                      <a:pt x="270" y="71"/>
                      <a:pt x="289" y="52"/>
                      <a:pt x="309" y="52"/>
                    </a:cubicBezTo>
                    <a:lnTo>
                      <a:pt x="316" y="52"/>
                    </a:lnTo>
                    <a:cubicBezTo>
                      <a:pt x="336" y="52"/>
                      <a:pt x="355" y="71"/>
                      <a:pt x="355" y="91"/>
                    </a:cubicBezTo>
                    <a:lnTo>
                      <a:pt x="355" y="95"/>
                    </a:lnTo>
                    <a:cubicBezTo>
                      <a:pt x="355" y="117"/>
                      <a:pt x="336" y="136"/>
                      <a:pt x="314" y="136"/>
                    </a:cubicBezTo>
                    <a:lnTo>
                      <a:pt x="311" y="136"/>
                    </a:lnTo>
                    <a:cubicBezTo>
                      <a:pt x="289" y="136"/>
                      <a:pt x="270" y="117"/>
                      <a:pt x="270" y="95"/>
                    </a:cubicBezTo>
                    <a:lnTo>
                      <a:pt x="270" y="91"/>
                    </a:lnTo>
                    <a:close/>
                    <a:moveTo>
                      <a:pt x="218" y="93"/>
                    </a:moveTo>
                    <a:lnTo>
                      <a:pt x="149" y="93"/>
                    </a:lnTo>
                    <a:cubicBezTo>
                      <a:pt x="126" y="93"/>
                      <a:pt x="115" y="104"/>
                      <a:pt x="115" y="127"/>
                    </a:cubicBezTo>
                    <a:lnTo>
                      <a:pt x="115" y="216"/>
                    </a:lnTo>
                    <a:cubicBezTo>
                      <a:pt x="115" y="231"/>
                      <a:pt x="124" y="246"/>
                      <a:pt x="138" y="246"/>
                    </a:cubicBezTo>
                    <a:lnTo>
                      <a:pt x="487" y="246"/>
                    </a:lnTo>
                    <a:cubicBezTo>
                      <a:pt x="501" y="246"/>
                      <a:pt x="510" y="231"/>
                      <a:pt x="510" y="216"/>
                    </a:cubicBezTo>
                    <a:lnTo>
                      <a:pt x="510" y="127"/>
                    </a:lnTo>
                    <a:cubicBezTo>
                      <a:pt x="510" y="104"/>
                      <a:pt x="499" y="93"/>
                      <a:pt x="476" y="93"/>
                    </a:cubicBezTo>
                    <a:lnTo>
                      <a:pt x="407" y="93"/>
                    </a:lnTo>
                    <a:cubicBezTo>
                      <a:pt x="407" y="45"/>
                      <a:pt x="366" y="0"/>
                      <a:pt x="320" y="0"/>
                    </a:cubicBezTo>
                    <a:lnTo>
                      <a:pt x="305" y="0"/>
                    </a:lnTo>
                    <a:cubicBezTo>
                      <a:pt x="259" y="0"/>
                      <a:pt x="218" y="45"/>
                      <a:pt x="218" y="93"/>
                    </a:cubicBezTo>
                    <a:close/>
                    <a:moveTo>
                      <a:pt x="132" y="654"/>
                    </a:moveTo>
                    <a:cubicBezTo>
                      <a:pt x="132" y="649"/>
                      <a:pt x="133" y="647"/>
                      <a:pt x="138" y="647"/>
                    </a:cubicBezTo>
                    <a:lnTo>
                      <a:pt x="221" y="647"/>
                    </a:lnTo>
                    <a:lnTo>
                      <a:pt x="221" y="654"/>
                    </a:lnTo>
                    <a:cubicBezTo>
                      <a:pt x="221" y="661"/>
                      <a:pt x="186" y="680"/>
                      <a:pt x="180" y="684"/>
                    </a:cubicBezTo>
                    <a:cubicBezTo>
                      <a:pt x="174" y="679"/>
                      <a:pt x="161" y="667"/>
                      <a:pt x="151" y="667"/>
                    </a:cubicBezTo>
                    <a:lnTo>
                      <a:pt x="149" y="667"/>
                    </a:lnTo>
                    <a:cubicBezTo>
                      <a:pt x="144" y="667"/>
                      <a:pt x="136" y="675"/>
                      <a:pt x="136" y="680"/>
                    </a:cubicBezTo>
                    <a:lnTo>
                      <a:pt x="136" y="682"/>
                    </a:lnTo>
                    <a:cubicBezTo>
                      <a:pt x="136" y="688"/>
                      <a:pt x="167" y="721"/>
                      <a:pt x="173" y="721"/>
                    </a:cubicBezTo>
                    <a:lnTo>
                      <a:pt x="175" y="721"/>
                    </a:lnTo>
                    <a:cubicBezTo>
                      <a:pt x="180" y="721"/>
                      <a:pt x="214" y="693"/>
                      <a:pt x="221" y="688"/>
                    </a:cubicBezTo>
                    <a:cubicBezTo>
                      <a:pt x="221" y="700"/>
                      <a:pt x="225" y="738"/>
                      <a:pt x="214" y="738"/>
                    </a:cubicBezTo>
                    <a:lnTo>
                      <a:pt x="138" y="738"/>
                    </a:lnTo>
                    <a:cubicBezTo>
                      <a:pt x="133" y="738"/>
                      <a:pt x="132" y="737"/>
                      <a:pt x="132" y="732"/>
                    </a:cubicBezTo>
                    <a:lnTo>
                      <a:pt x="132" y="654"/>
                    </a:lnTo>
                    <a:close/>
                    <a:moveTo>
                      <a:pt x="214" y="760"/>
                    </a:moveTo>
                    <a:cubicBezTo>
                      <a:pt x="255" y="760"/>
                      <a:pt x="240" y="715"/>
                      <a:pt x="242" y="678"/>
                    </a:cubicBezTo>
                    <a:cubicBezTo>
                      <a:pt x="243" y="658"/>
                      <a:pt x="292" y="642"/>
                      <a:pt x="296" y="624"/>
                    </a:cubicBezTo>
                    <a:lnTo>
                      <a:pt x="290" y="624"/>
                    </a:lnTo>
                    <a:cubicBezTo>
                      <a:pt x="275" y="624"/>
                      <a:pt x="253" y="637"/>
                      <a:pt x="242" y="643"/>
                    </a:cubicBezTo>
                    <a:cubicBezTo>
                      <a:pt x="237" y="635"/>
                      <a:pt x="232" y="626"/>
                      <a:pt x="218" y="626"/>
                    </a:cubicBezTo>
                    <a:lnTo>
                      <a:pt x="134" y="626"/>
                    </a:lnTo>
                    <a:cubicBezTo>
                      <a:pt x="122" y="626"/>
                      <a:pt x="110" y="637"/>
                      <a:pt x="110" y="650"/>
                    </a:cubicBezTo>
                    <a:lnTo>
                      <a:pt x="110" y="736"/>
                    </a:lnTo>
                    <a:cubicBezTo>
                      <a:pt x="110" y="750"/>
                      <a:pt x="123" y="760"/>
                      <a:pt x="138" y="760"/>
                    </a:cubicBezTo>
                    <a:lnTo>
                      <a:pt x="214" y="760"/>
                    </a:lnTo>
                    <a:close/>
                    <a:moveTo>
                      <a:pt x="132" y="341"/>
                    </a:moveTo>
                    <a:cubicBezTo>
                      <a:pt x="132" y="336"/>
                      <a:pt x="133" y="335"/>
                      <a:pt x="138" y="335"/>
                    </a:cubicBezTo>
                    <a:lnTo>
                      <a:pt x="214" y="335"/>
                    </a:lnTo>
                    <a:cubicBezTo>
                      <a:pt x="219" y="335"/>
                      <a:pt x="221" y="336"/>
                      <a:pt x="221" y="341"/>
                    </a:cubicBezTo>
                    <a:cubicBezTo>
                      <a:pt x="221" y="346"/>
                      <a:pt x="184" y="371"/>
                      <a:pt x="180" y="371"/>
                    </a:cubicBezTo>
                    <a:cubicBezTo>
                      <a:pt x="175" y="371"/>
                      <a:pt x="164" y="354"/>
                      <a:pt x="151" y="354"/>
                    </a:cubicBezTo>
                    <a:cubicBezTo>
                      <a:pt x="145" y="354"/>
                      <a:pt x="136" y="361"/>
                      <a:pt x="136" y="367"/>
                    </a:cubicBezTo>
                    <a:lnTo>
                      <a:pt x="136" y="369"/>
                    </a:lnTo>
                    <a:cubicBezTo>
                      <a:pt x="136" y="378"/>
                      <a:pt x="166" y="406"/>
                      <a:pt x="173" y="410"/>
                    </a:cubicBezTo>
                    <a:lnTo>
                      <a:pt x="221" y="376"/>
                    </a:lnTo>
                    <a:lnTo>
                      <a:pt x="221" y="425"/>
                    </a:lnTo>
                    <a:lnTo>
                      <a:pt x="132" y="425"/>
                    </a:lnTo>
                    <a:lnTo>
                      <a:pt x="132" y="341"/>
                    </a:lnTo>
                    <a:close/>
                    <a:moveTo>
                      <a:pt x="240" y="330"/>
                    </a:moveTo>
                    <a:cubicBezTo>
                      <a:pt x="237" y="319"/>
                      <a:pt x="228" y="313"/>
                      <a:pt x="214" y="313"/>
                    </a:cubicBezTo>
                    <a:lnTo>
                      <a:pt x="138" y="313"/>
                    </a:lnTo>
                    <a:cubicBezTo>
                      <a:pt x="123" y="313"/>
                      <a:pt x="110" y="322"/>
                      <a:pt x="110" y="337"/>
                    </a:cubicBezTo>
                    <a:lnTo>
                      <a:pt x="110" y="423"/>
                    </a:lnTo>
                    <a:cubicBezTo>
                      <a:pt x="110" y="436"/>
                      <a:pt x="122" y="447"/>
                      <a:pt x="134" y="447"/>
                    </a:cubicBezTo>
                    <a:lnTo>
                      <a:pt x="218" y="447"/>
                    </a:lnTo>
                    <a:cubicBezTo>
                      <a:pt x="252" y="447"/>
                      <a:pt x="242" y="393"/>
                      <a:pt x="241" y="359"/>
                    </a:cubicBezTo>
                    <a:lnTo>
                      <a:pt x="296" y="313"/>
                    </a:lnTo>
                    <a:cubicBezTo>
                      <a:pt x="296" y="313"/>
                      <a:pt x="292" y="311"/>
                      <a:pt x="292" y="311"/>
                    </a:cubicBezTo>
                    <a:cubicBezTo>
                      <a:pt x="271" y="311"/>
                      <a:pt x="253" y="329"/>
                      <a:pt x="240" y="330"/>
                    </a:cubicBezTo>
                    <a:close/>
                    <a:moveTo>
                      <a:pt x="132" y="492"/>
                    </a:moveTo>
                    <a:lnTo>
                      <a:pt x="221" y="492"/>
                    </a:lnTo>
                    <a:lnTo>
                      <a:pt x="221" y="503"/>
                    </a:lnTo>
                    <a:lnTo>
                      <a:pt x="180" y="529"/>
                    </a:lnTo>
                    <a:lnTo>
                      <a:pt x="152" y="508"/>
                    </a:lnTo>
                    <a:cubicBezTo>
                      <a:pt x="145" y="513"/>
                      <a:pt x="136" y="515"/>
                      <a:pt x="136" y="524"/>
                    </a:cubicBezTo>
                    <a:cubicBezTo>
                      <a:pt x="136" y="531"/>
                      <a:pt x="167" y="565"/>
                      <a:pt x="173" y="565"/>
                    </a:cubicBezTo>
                    <a:cubicBezTo>
                      <a:pt x="183" y="565"/>
                      <a:pt x="209" y="536"/>
                      <a:pt x="221" y="533"/>
                    </a:cubicBezTo>
                    <a:lnTo>
                      <a:pt x="221" y="581"/>
                    </a:lnTo>
                    <a:lnTo>
                      <a:pt x="132" y="581"/>
                    </a:lnTo>
                    <a:lnTo>
                      <a:pt x="132" y="492"/>
                    </a:lnTo>
                    <a:close/>
                    <a:moveTo>
                      <a:pt x="242" y="487"/>
                    </a:moveTo>
                    <a:cubicBezTo>
                      <a:pt x="238" y="480"/>
                      <a:pt x="233" y="470"/>
                      <a:pt x="221" y="470"/>
                    </a:cubicBezTo>
                    <a:lnTo>
                      <a:pt x="132" y="470"/>
                    </a:lnTo>
                    <a:cubicBezTo>
                      <a:pt x="121" y="470"/>
                      <a:pt x="110" y="481"/>
                      <a:pt x="110" y="492"/>
                    </a:cubicBezTo>
                    <a:lnTo>
                      <a:pt x="110" y="581"/>
                    </a:lnTo>
                    <a:cubicBezTo>
                      <a:pt x="110" y="591"/>
                      <a:pt x="121" y="602"/>
                      <a:pt x="132" y="602"/>
                    </a:cubicBezTo>
                    <a:lnTo>
                      <a:pt x="221" y="602"/>
                    </a:lnTo>
                    <a:cubicBezTo>
                      <a:pt x="252" y="602"/>
                      <a:pt x="242" y="547"/>
                      <a:pt x="242" y="515"/>
                    </a:cubicBezTo>
                    <a:lnTo>
                      <a:pt x="296" y="469"/>
                    </a:lnTo>
                    <a:lnTo>
                      <a:pt x="289" y="465"/>
                    </a:lnTo>
                    <a:lnTo>
                      <a:pt x="242" y="487"/>
                    </a:lnTo>
                    <a:close/>
                    <a:moveTo>
                      <a:pt x="320" y="716"/>
                    </a:moveTo>
                    <a:cubicBezTo>
                      <a:pt x="320" y="721"/>
                      <a:pt x="322" y="723"/>
                      <a:pt x="327" y="723"/>
                    </a:cubicBezTo>
                    <a:lnTo>
                      <a:pt x="495" y="723"/>
                    </a:lnTo>
                    <a:cubicBezTo>
                      <a:pt x="500" y="723"/>
                      <a:pt x="502" y="721"/>
                      <a:pt x="502" y="716"/>
                    </a:cubicBezTo>
                    <a:lnTo>
                      <a:pt x="502" y="669"/>
                    </a:lnTo>
                    <a:cubicBezTo>
                      <a:pt x="502" y="664"/>
                      <a:pt x="500" y="663"/>
                      <a:pt x="495" y="663"/>
                    </a:cubicBezTo>
                    <a:lnTo>
                      <a:pt x="320" y="663"/>
                    </a:lnTo>
                    <a:lnTo>
                      <a:pt x="320" y="716"/>
                    </a:lnTo>
                    <a:close/>
                    <a:moveTo>
                      <a:pt x="320" y="565"/>
                    </a:moveTo>
                    <a:lnTo>
                      <a:pt x="502" y="565"/>
                    </a:lnTo>
                    <a:lnTo>
                      <a:pt x="502" y="507"/>
                    </a:lnTo>
                    <a:lnTo>
                      <a:pt x="320" y="507"/>
                    </a:lnTo>
                    <a:lnTo>
                      <a:pt x="320" y="565"/>
                    </a:lnTo>
                    <a:close/>
                    <a:moveTo>
                      <a:pt x="320" y="410"/>
                    </a:moveTo>
                    <a:lnTo>
                      <a:pt x="452" y="410"/>
                    </a:lnTo>
                    <a:lnTo>
                      <a:pt x="452" y="352"/>
                    </a:lnTo>
                    <a:lnTo>
                      <a:pt x="320" y="352"/>
                    </a:lnTo>
                    <a:lnTo>
                      <a:pt x="320" y="41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Arial Regular" panose="020B0604020202090204" charset="0"/>
                  <a:cs typeface="Arial Regular" panose="020B0604020202090204" charset="0"/>
                </a:endParaRPr>
              </a:p>
            </p:txBody>
          </p:sp>
        </p:grpSp>
        <p:grpSp>
          <p:nvGrpSpPr>
            <p:cNvPr id="78" name="组合 40"/>
            <p:cNvGrpSpPr/>
            <p:nvPr/>
          </p:nvGrpSpPr>
          <p:grpSpPr bwMode="auto">
            <a:xfrm>
              <a:off x="13921" y="3869"/>
              <a:ext cx="1772" cy="1773"/>
              <a:chOff x="0" y="0"/>
              <a:chExt cx="1155700" cy="1155698"/>
            </a:xfrm>
            <a:solidFill>
              <a:schemeClr val="bg1">
                <a:lumMod val="65000"/>
              </a:schemeClr>
            </a:solidFill>
          </p:grpSpPr>
          <p:sp>
            <p:nvSpPr>
              <p:cNvPr id="79" name="Oval 3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155700" cy="1155698"/>
              </a:xfrm>
              <a:prstGeom prst="ellipse">
                <a:avLst/>
              </a:prstGeom>
              <a:solidFill>
                <a:srgbClr val="003879"/>
              </a:soli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Microsoft YaHei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仿宋_GB2312" pitchFamily="1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90">
                  <a:solidFill>
                    <a:schemeClr val="tx1"/>
                  </a:solidFill>
                  <a:latin typeface="Arial Regular" panose="020B0604020202090204" charset="0"/>
                  <a:ea typeface="SimSun" panose="02010600030101010101" pitchFamily="2" charset="-122"/>
                  <a:cs typeface="Arial Regular" panose="020B0604020202090204" charset="0"/>
                </a:endParaRPr>
              </a:p>
            </p:txBody>
          </p:sp>
          <p:sp>
            <p:nvSpPr>
              <p:cNvPr id="81" name="Freeform 36"/>
              <p:cNvSpPr>
                <a:spLocks noEditPoints="1"/>
              </p:cNvSpPr>
              <p:nvPr/>
            </p:nvSpPr>
            <p:spPr bwMode="auto">
              <a:xfrm>
                <a:off x="261937" y="217487"/>
                <a:ext cx="712788" cy="701675"/>
              </a:xfrm>
              <a:custGeom>
                <a:avLst/>
                <a:gdLst>
                  <a:gd name="T0" fmla="*/ 188097 w 792"/>
                  <a:gd name="T1" fmla="*/ 307152 h 779"/>
                  <a:gd name="T2" fmla="*/ 249296 w 792"/>
                  <a:gd name="T3" fmla="*/ 200865 h 779"/>
                  <a:gd name="T4" fmla="*/ 350994 w 792"/>
                  <a:gd name="T5" fmla="*/ 290938 h 779"/>
                  <a:gd name="T6" fmla="*/ 264596 w 792"/>
                  <a:gd name="T7" fmla="*/ 182850 h 779"/>
                  <a:gd name="T8" fmla="*/ 350994 w 792"/>
                  <a:gd name="T9" fmla="*/ 290938 h 779"/>
                  <a:gd name="T10" fmla="*/ 350994 w 792"/>
                  <a:gd name="T11" fmla="*/ 290938 h 779"/>
                  <a:gd name="T12" fmla="*/ 420293 w 792"/>
                  <a:gd name="T13" fmla="*/ 174743 h 779"/>
                  <a:gd name="T14" fmla="*/ 442793 w 792"/>
                  <a:gd name="T15" fmla="*/ 163034 h 779"/>
                  <a:gd name="T16" fmla="*/ 445493 w 792"/>
                  <a:gd name="T17" fmla="*/ 182850 h 779"/>
                  <a:gd name="T18" fmla="*/ 439193 w 792"/>
                  <a:gd name="T19" fmla="*/ 215276 h 779"/>
                  <a:gd name="T20" fmla="*/ 418493 w 792"/>
                  <a:gd name="T21" fmla="*/ 207170 h 779"/>
                  <a:gd name="T22" fmla="*/ 393293 w 792"/>
                  <a:gd name="T23" fmla="*/ 185552 h 779"/>
                  <a:gd name="T24" fmla="*/ 410393 w 792"/>
                  <a:gd name="T25" fmla="*/ 172942 h 779"/>
                  <a:gd name="T26" fmla="*/ 442793 w 792"/>
                  <a:gd name="T27" fmla="*/ 163034 h 779"/>
                  <a:gd name="T28" fmla="*/ 337494 w 792"/>
                  <a:gd name="T29" fmla="*/ 308953 h 779"/>
                  <a:gd name="T30" fmla="*/ 325795 w 792"/>
                  <a:gd name="T31" fmla="*/ 440461 h 779"/>
                  <a:gd name="T32" fmla="*/ 371694 w 792"/>
                  <a:gd name="T33" fmla="*/ 320663 h 779"/>
                  <a:gd name="T34" fmla="*/ 280795 w 792"/>
                  <a:gd name="T35" fmla="*/ 268420 h 779"/>
                  <a:gd name="T36" fmla="*/ 246596 w 792"/>
                  <a:gd name="T37" fmla="*/ 280130 h 779"/>
                  <a:gd name="T38" fmla="*/ 292495 w 792"/>
                  <a:gd name="T39" fmla="*/ 440461 h 779"/>
                  <a:gd name="T40" fmla="*/ 280795 w 792"/>
                  <a:gd name="T41" fmla="*/ 268420 h 779"/>
                  <a:gd name="T42" fmla="*/ 416693 w 792"/>
                  <a:gd name="T43" fmla="*/ 240497 h 779"/>
                  <a:gd name="T44" fmla="*/ 404993 w 792"/>
                  <a:gd name="T45" fmla="*/ 440461 h 779"/>
                  <a:gd name="T46" fmla="*/ 450892 w 792"/>
                  <a:gd name="T47" fmla="*/ 253107 h 779"/>
                  <a:gd name="T48" fmla="*/ 201797 w 792"/>
                  <a:gd name="T49" fmla="*/ 351288 h 779"/>
                  <a:gd name="T50" fmla="*/ 167397 w 792"/>
                  <a:gd name="T51" fmla="*/ 362997 h 779"/>
                  <a:gd name="T52" fmla="*/ 213296 w 792"/>
                  <a:gd name="T53" fmla="*/ 440461 h 779"/>
                  <a:gd name="T54" fmla="*/ 201797 w 792"/>
                  <a:gd name="T55" fmla="*/ 351288 h 779"/>
                  <a:gd name="T56" fmla="*/ 122398 w 792"/>
                  <a:gd name="T57" fmla="*/ 440461 h 779"/>
                  <a:gd name="T58" fmla="*/ 110698 w 792"/>
                  <a:gd name="T59" fmla="*/ 170240 h 779"/>
                  <a:gd name="T60" fmla="*/ 134098 w 792"/>
                  <a:gd name="T61" fmla="*/ 170240 h 779"/>
                  <a:gd name="T62" fmla="*/ 477892 w 792"/>
                  <a:gd name="T63" fmla="*/ 417042 h 779"/>
                  <a:gd name="T64" fmla="*/ 477892 w 792"/>
                  <a:gd name="T65" fmla="*/ 440461 h 779"/>
                  <a:gd name="T66" fmla="*/ 110698 w 792"/>
                  <a:gd name="T67" fmla="*/ 428751 h 779"/>
                  <a:gd name="T68" fmla="*/ 477892 w 792"/>
                  <a:gd name="T69" fmla="*/ 417042 h 779"/>
                  <a:gd name="T70" fmla="*/ 611990 w 792"/>
                  <a:gd name="T71" fmla="*/ 701675 h 779"/>
                  <a:gd name="T72" fmla="*/ 436493 w 792"/>
                  <a:gd name="T73" fmla="*/ 566564 h 779"/>
                  <a:gd name="T74" fmla="*/ 0 w 792"/>
                  <a:gd name="T75" fmla="*/ 299045 h 779"/>
                  <a:gd name="T76" fmla="*/ 599390 w 792"/>
                  <a:gd name="T77" fmla="*/ 299045 h 779"/>
                  <a:gd name="T78" fmla="*/ 677689 w 792"/>
                  <a:gd name="T79" fmla="*/ 544947 h 779"/>
                  <a:gd name="T80" fmla="*/ 300595 w 792"/>
                  <a:gd name="T81" fmla="*/ 561160 h 779"/>
                  <a:gd name="T82" fmla="*/ 561591 w 792"/>
                  <a:gd name="T83" fmla="*/ 299045 h 779"/>
                  <a:gd name="T84" fmla="*/ 38699 w 792"/>
                  <a:gd name="T85" fmla="*/ 299045 h 77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92" h="779">
                    <a:moveTo>
                      <a:pt x="297" y="240"/>
                    </a:moveTo>
                    <a:lnTo>
                      <a:pt x="209" y="341"/>
                    </a:lnTo>
                    <a:lnTo>
                      <a:pt x="188" y="323"/>
                    </a:lnTo>
                    <a:lnTo>
                      <a:pt x="277" y="223"/>
                    </a:lnTo>
                    <a:lnTo>
                      <a:pt x="297" y="240"/>
                    </a:lnTo>
                    <a:close/>
                    <a:moveTo>
                      <a:pt x="390" y="323"/>
                    </a:moveTo>
                    <a:lnTo>
                      <a:pt x="276" y="224"/>
                    </a:lnTo>
                    <a:lnTo>
                      <a:pt x="294" y="203"/>
                    </a:lnTo>
                    <a:lnTo>
                      <a:pt x="408" y="303"/>
                    </a:lnTo>
                    <a:lnTo>
                      <a:pt x="390" y="323"/>
                    </a:lnTo>
                    <a:close/>
                    <a:moveTo>
                      <a:pt x="487" y="212"/>
                    </a:moveTo>
                    <a:lnTo>
                      <a:pt x="390" y="323"/>
                    </a:lnTo>
                    <a:lnTo>
                      <a:pt x="369" y="305"/>
                    </a:lnTo>
                    <a:lnTo>
                      <a:pt x="467" y="194"/>
                    </a:lnTo>
                    <a:lnTo>
                      <a:pt x="487" y="212"/>
                    </a:lnTo>
                    <a:close/>
                    <a:moveTo>
                      <a:pt x="492" y="181"/>
                    </a:moveTo>
                    <a:cubicBezTo>
                      <a:pt x="497" y="179"/>
                      <a:pt x="500" y="182"/>
                      <a:pt x="499" y="187"/>
                    </a:cubicBezTo>
                    <a:lnTo>
                      <a:pt x="495" y="203"/>
                    </a:lnTo>
                    <a:cubicBezTo>
                      <a:pt x="494" y="209"/>
                      <a:pt x="492" y="217"/>
                      <a:pt x="491" y="222"/>
                    </a:cubicBezTo>
                    <a:lnTo>
                      <a:pt x="488" y="239"/>
                    </a:lnTo>
                    <a:cubicBezTo>
                      <a:pt x="487" y="244"/>
                      <a:pt x="483" y="245"/>
                      <a:pt x="479" y="242"/>
                    </a:cubicBezTo>
                    <a:lnTo>
                      <a:pt x="465" y="230"/>
                    </a:lnTo>
                    <a:cubicBezTo>
                      <a:pt x="461" y="227"/>
                      <a:pt x="455" y="221"/>
                      <a:pt x="451" y="217"/>
                    </a:cubicBezTo>
                    <a:lnTo>
                      <a:pt x="437" y="206"/>
                    </a:lnTo>
                    <a:cubicBezTo>
                      <a:pt x="433" y="202"/>
                      <a:pt x="434" y="198"/>
                      <a:pt x="439" y="197"/>
                    </a:cubicBezTo>
                    <a:lnTo>
                      <a:pt x="456" y="192"/>
                    </a:lnTo>
                    <a:cubicBezTo>
                      <a:pt x="461" y="190"/>
                      <a:pt x="470" y="187"/>
                      <a:pt x="475" y="186"/>
                    </a:cubicBezTo>
                    <a:lnTo>
                      <a:pt x="492" y="181"/>
                    </a:lnTo>
                    <a:close/>
                    <a:moveTo>
                      <a:pt x="400" y="343"/>
                    </a:moveTo>
                    <a:lnTo>
                      <a:pt x="375" y="343"/>
                    </a:lnTo>
                    <a:cubicBezTo>
                      <a:pt x="368" y="343"/>
                      <a:pt x="362" y="349"/>
                      <a:pt x="362" y="356"/>
                    </a:cubicBezTo>
                    <a:lnTo>
                      <a:pt x="362" y="489"/>
                    </a:lnTo>
                    <a:lnTo>
                      <a:pt x="413" y="489"/>
                    </a:lnTo>
                    <a:lnTo>
                      <a:pt x="413" y="356"/>
                    </a:lnTo>
                    <a:cubicBezTo>
                      <a:pt x="413" y="349"/>
                      <a:pt x="407" y="343"/>
                      <a:pt x="400" y="343"/>
                    </a:cubicBezTo>
                    <a:close/>
                    <a:moveTo>
                      <a:pt x="312" y="298"/>
                    </a:moveTo>
                    <a:lnTo>
                      <a:pt x="287" y="298"/>
                    </a:lnTo>
                    <a:cubicBezTo>
                      <a:pt x="280" y="298"/>
                      <a:pt x="274" y="304"/>
                      <a:pt x="274" y="311"/>
                    </a:cubicBezTo>
                    <a:lnTo>
                      <a:pt x="274" y="489"/>
                    </a:lnTo>
                    <a:lnTo>
                      <a:pt x="325" y="489"/>
                    </a:lnTo>
                    <a:lnTo>
                      <a:pt x="325" y="311"/>
                    </a:lnTo>
                    <a:cubicBezTo>
                      <a:pt x="325" y="304"/>
                      <a:pt x="319" y="298"/>
                      <a:pt x="312" y="298"/>
                    </a:cubicBezTo>
                    <a:close/>
                    <a:moveTo>
                      <a:pt x="488" y="267"/>
                    </a:moveTo>
                    <a:lnTo>
                      <a:pt x="463" y="267"/>
                    </a:lnTo>
                    <a:cubicBezTo>
                      <a:pt x="456" y="267"/>
                      <a:pt x="450" y="273"/>
                      <a:pt x="450" y="281"/>
                    </a:cubicBezTo>
                    <a:lnTo>
                      <a:pt x="450" y="489"/>
                    </a:lnTo>
                    <a:lnTo>
                      <a:pt x="501" y="489"/>
                    </a:lnTo>
                    <a:lnTo>
                      <a:pt x="501" y="281"/>
                    </a:lnTo>
                    <a:cubicBezTo>
                      <a:pt x="501" y="273"/>
                      <a:pt x="495" y="267"/>
                      <a:pt x="488" y="267"/>
                    </a:cubicBezTo>
                    <a:close/>
                    <a:moveTo>
                      <a:pt x="224" y="390"/>
                    </a:moveTo>
                    <a:lnTo>
                      <a:pt x="200" y="390"/>
                    </a:lnTo>
                    <a:cubicBezTo>
                      <a:pt x="192" y="390"/>
                      <a:pt x="186" y="396"/>
                      <a:pt x="186" y="403"/>
                    </a:cubicBezTo>
                    <a:lnTo>
                      <a:pt x="186" y="489"/>
                    </a:lnTo>
                    <a:lnTo>
                      <a:pt x="237" y="489"/>
                    </a:lnTo>
                    <a:lnTo>
                      <a:pt x="237" y="403"/>
                    </a:lnTo>
                    <a:cubicBezTo>
                      <a:pt x="237" y="396"/>
                      <a:pt x="231" y="390"/>
                      <a:pt x="224" y="390"/>
                    </a:cubicBezTo>
                    <a:close/>
                    <a:moveTo>
                      <a:pt x="149" y="476"/>
                    </a:moveTo>
                    <a:cubicBezTo>
                      <a:pt x="149" y="483"/>
                      <a:pt x="144" y="489"/>
                      <a:pt x="136" y="489"/>
                    </a:cubicBezTo>
                    <a:cubicBezTo>
                      <a:pt x="129" y="489"/>
                      <a:pt x="123" y="483"/>
                      <a:pt x="123" y="476"/>
                    </a:cubicBezTo>
                    <a:lnTo>
                      <a:pt x="123" y="189"/>
                    </a:lnTo>
                    <a:cubicBezTo>
                      <a:pt x="123" y="182"/>
                      <a:pt x="129" y="176"/>
                      <a:pt x="136" y="176"/>
                    </a:cubicBezTo>
                    <a:cubicBezTo>
                      <a:pt x="143" y="176"/>
                      <a:pt x="149" y="182"/>
                      <a:pt x="149" y="189"/>
                    </a:cubicBezTo>
                    <a:lnTo>
                      <a:pt x="149" y="476"/>
                    </a:lnTo>
                    <a:close/>
                    <a:moveTo>
                      <a:pt x="531" y="463"/>
                    </a:moveTo>
                    <a:cubicBezTo>
                      <a:pt x="538" y="463"/>
                      <a:pt x="544" y="469"/>
                      <a:pt x="544" y="476"/>
                    </a:cubicBezTo>
                    <a:cubicBezTo>
                      <a:pt x="544" y="483"/>
                      <a:pt x="538" y="489"/>
                      <a:pt x="531" y="489"/>
                    </a:cubicBezTo>
                    <a:lnTo>
                      <a:pt x="136" y="489"/>
                    </a:lnTo>
                    <a:cubicBezTo>
                      <a:pt x="129" y="489"/>
                      <a:pt x="123" y="483"/>
                      <a:pt x="123" y="476"/>
                    </a:cubicBezTo>
                    <a:cubicBezTo>
                      <a:pt x="123" y="469"/>
                      <a:pt x="129" y="463"/>
                      <a:pt x="136" y="463"/>
                    </a:cubicBezTo>
                    <a:lnTo>
                      <a:pt x="531" y="463"/>
                    </a:lnTo>
                    <a:close/>
                    <a:moveTo>
                      <a:pt x="753" y="750"/>
                    </a:moveTo>
                    <a:cubicBezTo>
                      <a:pt x="732" y="770"/>
                      <a:pt x="706" y="779"/>
                      <a:pt x="680" y="779"/>
                    </a:cubicBezTo>
                    <a:cubicBezTo>
                      <a:pt x="654" y="779"/>
                      <a:pt x="628" y="770"/>
                      <a:pt x="608" y="750"/>
                    </a:cubicBezTo>
                    <a:lnTo>
                      <a:pt x="485" y="629"/>
                    </a:lnTo>
                    <a:cubicBezTo>
                      <a:pt x="440" y="653"/>
                      <a:pt x="388" y="666"/>
                      <a:pt x="334" y="666"/>
                    </a:cubicBezTo>
                    <a:cubicBezTo>
                      <a:pt x="149" y="666"/>
                      <a:pt x="0" y="517"/>
                      <a:pt x="0" y="332"/>
                    </a:cubicBezTo>
                    <a:cubicBezTo>
                      <a:pt x="0" y="149"/>
                      <a:pt x="149" y="0"/>
                      <a:pt x="334" y="0"/>
                    </a:cubicBezTo>
                    <a:cubicBezTo>
                      <a:pt x="517" y="0"/>
                      <a:pt x="666" y="149"/>
                      <a:pt x="666" y="332"/>
                    </a:cubicBezTo>
                    <a:cubicBezTo>
                      <a:pt x="666" y="387"/>
                      <a:pt x="653" y="439"/>
                      <a:pt x="630" y="484"/>
                    </a:cubicBezTo>
                    <a:lnTo>
                      <a:pt x="753" y="605"/>
                    </a:lnTo>
                    <a:cubicBezTo>
                      <a:pt x="792" y="645"/>
                      <a:pt x="792" y="709"/>
                      <a:pt x="753" y="750"/>
                    </a:cubicBezTo>
                    <a:close/>
                    <a:moveTo>
                      <a:pt x="334" y="623"/>
                    </a:moveTo>
                    <a:lnTo>
                      <a:pt x="334" y="623"/>
                    </a:lnTo>
                    <a:cubicBezTo>
                      <a:pt x="494" y="623"/>
                      <a:pt x="624" y="493"/>
                      <a:pt x="624" y="332"/>
                    </a:cubicBezTo>
                    <a:cubicBezTo>
                      <a:pt x="624" y="172"/>
                      <a:pt x="494" y="42"/>
                      <a:pt x="334" y="42"/>
                    </a:cubicBezTo>
                    <a:cubicBezTo>
                      <a:pt x="173" y="42"/>
                      <a:pt x="43" y="172"/>
                      <a:pt x="43" y="332"/>
                    </a:cubicBezTo>
                    <a:cubicBezTo>
                      <a:pt x="43" y="493"/>
                      <a:pt x="173" y="623"/>
                      <a:pt x="334" y="62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Arial Regular" panose="020B0604020202090204" charset="0"/>
                  <a:cs typeface="Arial Regular" panose="020B0604020202090204" charset="0"/>
                </a:endParaRPr>
              </a:p>
            </p:txBody>
          </p:sp>
        </p:grpSp>
        <p:grpSp>
          <p:nvGrpSpPr>
            <p:cNvPr id="82" name="组合 43"/>
            <p:cNvGrpSpPr/>
            <p:nvPr/>
          </p:nvGrpSpPr>
          <p:grpSpPr bwMode="auto">
            <a:xfrm>
              <a:off x="14004" y="6283"/>
              <a:ext cx="1770" cy="1773"/>
              <a:chOff x="6352" y="0"/>
              <a:chExt cx="1154113" cy="1155698"/>
            </a:xfrm>
            <a:solidFill>
              <a:schemeClr val="bg1">
                <a:lumMod val="65000"/>
              </a:schemeClr>
            </a:solidFill>
          </p:grpSpPr>
          <p:sp>
            <p:nvSpPr>
              <p:cNvPr id="83" name="Oval 32"/>
              <p:cNvSpPr>
                <a:spLocks noChangeArrowheads="1"/>
              </p:cNvSpPr>
              <p:nvPr/>
            </p:nvSpPr>
            <p:spPr bwMode="auto">
              <a:xfrm>
                <a:off x="6352" y="0"/>
                <a:ext cx="1154113" cy="1155698"/>
              </a:xfrm>
              <a:prstGeom prst="ellipse">
                <a:avLst/>
              </a:prstGeom>
              <a:solidFill>
                <a:srgbClr val="003879"/>
              </a:soli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Microsoft YaHei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90204" pitchFamily="34" charset="0"/>
                    <a:ea typeface="仿宋_GB2312" pitchFamily="1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9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90">
                  <a:solidFill>
                    <a:schemeClr val="tx1"/>
                  </a:solidFill>
                  <a:latin typeface="Arial Regular" panose="020B0604020202090204" charset="0"/>
                  <a:ea typeface="SimSun" panose="02010600030101010101" pitchFamily="2" charset="-122"/>
                  <a:cs typeface="Arial Regular" panose="020B0604020202090204" charset="0"/>
                </a:endParaRPr>
              </a:p>
            </p:txBody>
          </p:sp>
          <p:sp>
            <p:nvSpPr>
              <p:cNvPr id="84" name="Freeform 37"/>
              <p:cNvSpPr>
                <a:spLocks noEditPoints="1"/>
              </p:cNvSpPr>
              <p:nvPr/>
            </p:nvSpPr>
            <p:spPr bwMode="auto">
              <a:xfrm>
                <a:off x="268287" y="254000"/>
                <a:ext cx="658813" cy="652462"/>
              </a:xfrm>
              <a:custGeom>
                <a:avLst/>
                <a:gdLst>
                  <a:gd name="T0" fmla="*/ 594912 w 732"/>
                  <a:gd name="T1" fmla="*/ 562343 h 724"/>
                  <a:gd name="T2" fmla="*/ 526510 w 732"/>
                  <a:gd name="T3" fmla="*/ 562343 h 724"/>
                  <a:gd name="T4" fmla="*/ 431109 w 732"/>
                  <a:gd name="T5" fmla="*/ 379401 h 724"/>
                  <a:gd name="T6" fmla="*/ 421208 w 732"/>
                  <a:gd name="T7" fmla="*/ 415449 h 724"/>
                  <a:gd name="T8" fmla="*/ 369007 w 732"/>
                  <a:gd name="T9" fmla="*/ 455101 h 724"/>
                  <a:gd name="T10" fmla="*/ 540011 w 732"/>
                  <a:gd name="T11" fmla="*/ 644351 h 724"/>
                  <a:gd name="T12" fmla="*/ 649813 w 732"/>
                  <a:gd name="T13" fmla="*/ 570454 h 724"/>
                  <a:gd name="T14" fmla="*/ 568811 w 732"/>
                  <a:gd name="T15" fmla="*/ 486643 h 724"/>
                  <a:gd name="T16" fmla="*/ 449109 w 732"/>
                  <a:gd name="T17" fmla="*/ 388413 h 724"/>
                  <a:gd name="T18" fmla="*/ 237605 w 732"/>
                  <a:gd name="T19" fmla="*/ 231606 h 724"/>
                  <a:gd name="T20" fmla="*/ 273605 w 732"/>
                  <a:gd name="T21" fmla="*/ 221693 h 724"/>
                  <a:gd name="T22" fmla="*/ 283506 w 732"/>
                  <a:gd name="T23" fmla="*/ 186546 h 724"/>
                  <a:gd name="T24" fmla="*/ 292506 w 732"/>
                  <a:gd name="T25" fmla="*/ 153202 h 724"/>
                  <a:gd name="T26" fmla="*/ 126903 w 732"/>
                  <a:gd name="T27" fmla="*/ 14419 h 724"/>
                  <a:gd name="T28" fmla="*/ 104402 w 732"/>
                  <a:gd name="T29" fmla="*/ 184744 h 724"/>
                  <a:gd name="T30" fmla="*/ 900 w 732"/>
                  <a:gd name="T31" fmla="*/ 141487 h 724"/>
                  <a:gd name="T32" fmla="*/ 196204 w 732"/>
                  <a:gd name="T33" fmla="*/ 281171 h 724"/>
                  <a:gd name="T34" fmla="*/ 221404 w 732"/>
                  <a:gd name="T35" fmla="*/ 248729 h 724"/>
                  <a:gd name="T36" fmla="*/ 634513 w 732"/>
                  <a:gd name="T37" fmla="*/ 63985 h 724"/>
                  <a:gd name="T38" fmla="*/ 546311 w 732"/>
                  <a:gd name="T39" fmla="*/ 0 h 724"/>
                  <a:gd name="T40" fmla="*/ 309606 w 732"/>
                  <a:gd name="T41" fmla="*/ 211780 h 724"/>
                  <a:gd name="T42" fmla="*/ 275405 w 732"/>
                  <a:gd name="T43" fmla="*/ 260444 h 724"/>
                  <a:gd name="T44" fmla="*/ 246605 w 732"/>
                  <a:gd name="T45" fmla="*/ 274863 h 724"/>
                  <a:gd name="T46" fmla="*/ 250205 w 732"/>
                  <a:gd name="T47" fmla="*/ 364982 h 724"/>
                  <a:gd name="T48" fmla="*/ 58501 w 732"/>
                  <a:gd name="T49" fmla="*/ 530801 h 724"/>
                  <a:gd name="T50" fmla="*/ 37801 w 732"/>
                  <a:gd name="T51" fmla="*/ 652462 h 724"/>
                  <a:gd name="T52" fmla="*/ 136803 w 732"/>
                  <a:gd name="T53" fmla="*/ 553331 h 724"/>
                  <a:gd name="T54" fmla="*/ 291606 w 732"/>
                  <a:gd name="T55" fmla="*/ 406437 h 724"/>
                  <a:gd name="T56" fmla="*/ 378907 w 732"/>
                  <a:gd name="T57" fmla="*/ 406437 h 724"/>
                  <a:gd name="T58" fmla="*/ 404108 w 732"/>
                  <a:gd name="T59" fmla="*/ 352366 h 724"/>
                  <a:gd name="T60" fmla="*/ 441009 w 732"/>
                  <a:gd name="T61" fmla="*/ 344255 h 724"/>
                  <a:gd name="T62" fmla="*/ 634513 w 732"/>
                  <a:gd name="T63" fmla="*/ 63985 h 72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732" h="724">
                    <a:moveTo>
                      <a:pt x="623" y="586"/>
                    </a:moveTo>
                    <a:cubicBezTo>
                      <a:pt x="644" y="586"/>
                      <a:pt x="661" y="603"/>
                      <a:pt x="661" y="624"/>
                    </a:cubicBezTo>
                    <a:cubicBezTo>
                      <a:pt x="661" y="645"/>
                      <a:pt x="644" y="662"/>
                      <a:pt x="623" y="662"/>
                    </a:cubicBezTo>
                    <a:cubicBezTo>
                      <a:pt x="602" y="662"/>
                      <a:pt x="585" y="645"/>
                      <a:pt x="585" y="624"/>
                    </a:cubicBezTo>
                    <a:cubicBezTo>
                      <a:pt x="585" y="603"/>
                      <a:pt x="602" y="586"/>
                      <a:pt x="623" y="586"/>
                    </a:cubicBezTo>
                    <a:close/>
                    <a:moveTo>
                      <a:pt x="479" y="421"/>
                    </a:moveTo>
                    <a:lnTo>
                      <a:pt x="489" y="441"/>
                    </a:lnTo>
                    <a:lnTo>
                      <a:pt x="468" y="461"/>
                    </a:lnTo>
                    <a:lnTo>
                      <a:pt x="449" y="480"/>
                    </a:lnTo>
                    <a:cubicBezTo>
                      <a:pt x="438" y="491"/>
                      <a:pt x="425" y="500"/>
                      <a:pt x="410" y="505"/>
                    </a:cubicBezTo>
                    <a:lnTo>
                      <a:pt x="539" y="633"/>
                    </a:lnTo>
                    <a:lnTo>
                      <a:pt x="600" y="715"/>
                    </a:lnTo>
                    <a:lnTo>
                      <a:pt x="632" y="724"/>
                    </a:lnTo>
                    <a:lnTo>
                      <a:pt x="722" y="633"/>
                    </a:lnTo>
                    <a:lnTo>
                      <a:pt x="713" y="600"/>
                    </a:lnTo>
                    <a:lnTo>
                      <a:pt x="632" y="540"/>
                    </a:lnTo>
                    <a:lnTo>
                      <a:pt x="511" y="419"/>
                    </a:lnTo>
                    <a:lnTo>
                      <a:pt x="499" y="431"/>
                    </a:lnTo>
                    <a:lnTo>
                      <a:pt x="479" y="421"/>
                    </a:lnTo>
                    <a:close/>
                    <a:moveTo>
                      <a:pt x="264" y="257"/>
                    </a:moveTo>
                    <a:lnTo>
                      <a:pt x="285" y="237"/>
                    </a:lnTo>
                    <a:lnTo>
                      <a:pt x="304" y="246"/>
                    </a:lnTo>
                    <a:lnTo>
                      <a:pt x="294" y="227"/>
                    </a:lnTo>
                    <a:lnTo>
                      <a:pt x="315" y="207"/>
                    </a:lnTo>
                    <a:lnTo>
                      <a:pt x="317" y="205"/>
                    </a:lnTo>
                    <a:cubicBezTo>
                      <a:pt x="322" y="193"/>
                      <a:pt x="325" y="181"/>
                      <a:pt x="325" y="170"/>
                    </a:cubicBezTo>
                    <a:cubicBezTo>
                      <a:pt x="325" y="84"/>
                      <a:pt x="242" y="0"/>
                      <a:pt x="156" y="1"/>
                    </a:cubicBezTo>
                    <a:cubicBezTo>
                      <a:pt x="156" y="1"/>
                      <a:pt x="146" y="11"/>
                      <a:pt x="141" y="16"/>
                    </a:cubicBezTo>
                    <a:cubicBezTo>
                      <a:pt x="210" y="85"/>
                      <a:pt x="204" y="74"/>
                      <a:pt x="204" y="116"/>
                    </a:cubicBezTo>
                    <a:cubicBezTo>
                      <a:pt x="204" y="151"/>
                      <a:pt x="149" y="205"/>
                      <a:pt x="116" y="205"/>
                    </a:cubicBezTo>
                    <a:cubicBezTo>
                      <a:pt x="72" y="205"/>
                      <a:pt x="86" y="212"/>
                      <a:pt x="16" y="142"/>
                    </a:cubicBezTo>
                    <a:cubicBezTo>
                      <a:pt x="10" y="147"/>
                      <a:pt x="1" y="157"/>
                      <a:pt x="1" y="157"/>
                    </a:cubicBezTo>
                    <a:cubicBezTo>
                      <a:pt x="2" y="243"/>
                      <a:pt x="83" y="325"/>
                      <a:pt x="169" y="325"/>
                    </a:cubicBezTo>
                    <a:cubicBezTo>
                      <a:pt x="185" y="325"/>
                      <a:pt x="201" y="320"/>
                      <a:pt x="218" y="312"/>
                    </a:cubicBezTo>
                    <a:lnTo>
                      <a:pt x="221" y="315"/>
                    </a:lnTo>
                    <a:cubicBezTo>
                      <a:pt x="226" y="301"/>
                      <a:pt x="234" y="288"/>
                      <a:pt x="246" y="276"/>
                    </a:cubicBezTo>
                    <a:lnTo>
                      <a:pt x="264" y="257"/>
                    </a:lnTo>
                    <a:close/>
                    <a:moveTo>
                      <a:pt x="705" y="71"/>
                    </a:moveTo>
                    <a:lnTo>
                      <a:pt x="655" y="20"/>
                    </a:lnTo>
                    <a:cubicBezTo>
                      <a:pt x="642" y="7"/>
                      <a:pt x="624" y="0"/>
                      <a:pt x="607" y="0"/>
                    </a:cubicBezTo>
                    <a:cubicBezTo>
                      <a:pt x="589" y="0"/>
                      <a:pt x="572" y="7"/>
                      <a:pt x="558" y="20"/>
                    </a:cubicBezTo>
                    <a:lnTo>
                      <a:pt x="344" y="235"/>
                    </a:lnTo>
                    <a:cubicBezTo>
                      <a:pt x="350" y="248"/>
                      <a:pt x="345" y="267"/>
                      <a:pt x="335" y="277"/>
                    </a:cubicBezTo>
                    <a:cubicBezTo>
                      <a:pt x="328" y="284"/>
                      <a:pt x="317" y="289"/>
                      <a:pt x="306" y="289"/>
                    </a:cubicBezTo>
                    <a:cubicBezTo>
                      <a:pt x="302" y="289"/>
                      <a:pt x="297" y="288"/>
                      <a:pt x="293" y="286"/>
                    </a:cubicBezTo>
                    <a:lnTo>
                      <a:pt x="274" y="305"/>
                    </a:lnTo>
                    <a:cubicBezTo>
                      <a:pt x="247" y="331"/>
                      <a:pt x="247" y="375"/>
                      <a:pt x="274" y="401"/>
                    </a:cubicBezTo>
                    <a:lnTo>
                      <a:pt x="278" y="405"/>
                    </a:lnTo>
                    <a:lnTo>
                      <a:pt x="110" y="572"/>
                    </a:lnTo>
                    <a:lnTo>
                      <a:pt x="65" y="589"/>
                    </a:lnTo>
                    <a:lnTo>
                      <a:pt x="0" y="682"/>
                    </a:lnTo>
                    <a:lnTo>
                      <a:pt x="42" y="724"/>
                    </a:lnTo>
                    <a:lnTo>
                      <a:pt x="135" y="659"/>
                    </a:lnTo>
                    <a:lnTo>
                      <a:pt x="152" y="614"/>
                    </a:lnTo>
                    <a:lnTo>
                      <a:pt x="319" y="447"/>
                    </a:lnTo>
                    <a:lnTo>
                      <a:pt x="324" y="451"/>
                    </a:lnTo>
                    <a:cubicBezTo>
                      <a:pt x="338" y="465"/>
                      <a:pt x="355" y="471"/>
                      <a:pt x="373" y="471"/>
                    </a:cubicBezTo>
                    <a:cubicBezTo>
                      <a:pt x="390" y="471"/>
                      <a:pt x="408" y="465"/>
                      <a:pt x="421" y="451"/>
                    </a:cubicBezTo>
                    <a:lnTo>
                      <a:pt x="440" y="433"/>
                    </a:lnTo>
                    <a:cubicBezTo>
                      <a:pt x="434" y="420"/>
                      <a:pt x="438" y="401"/>
                      <a:pt x="449" y="391"/>
                    </a:cubicBezTo>
                    <a:cubicBezTo>
                      <a:pt x="456" y="384"/>
                      <a:pt x="467" y="379"/>
                      <a:pt x="477" y="379"/>
                    </a:cubicBezTo>
                    <a:cubicBezTo>
                      <a:pt x="482" y="379"/>
                      <a:pt x="487" y="380"/>
                      <a:pt x="490" y="382"/>
                    </a:cubicBezTo>
                    <a:lnTo>
                      <a:pt x="705" y="167"/>
                    </a:lnTo>
                    <a:cubicBezTo>
                      <a:pt x="732" y="140"/>
                      <a:pt x="732" y="97"/>
                      <a:pt x="705" y="7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latin typeface="Arial Regular" panose="020B0604020202090204" charset="0"/>
                  <a:cs typeface="Arial Regular" panose="020B0604020202090204" charset="0"/>
                </a:endParaRPr>
              </a:p>
            </p:txBody>
          </p:sp>
        </p:grpSp>
        <p:sp>
          <p:nvSpPr>
            <p:cNvPr id="85" name="TextBox 46"/>
            <p:cNvSpPr txBox="1">
              <a:spLocks noChangeArrowheads="1"/>
            </p:cNvSpPr>
            <p:nvPr/>
          </p:nvSpPr>
          <p:spPr bwMode="auto">
            <a:xfrm>
              <a:off x="4252" y="2101"/>
              <a:ext cx="2698" cy="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tx1"/>
                  </a:solidFill>
                  <a:latin typeface="Arial Regular" panose="020B0604020202090204" charset="0"/>
                </a:rPr>
                <a:t>Title</a:t>
              </a:r>
            </a:p>
          </p:txBody>
        </p:sp>
        <p:sp>
          <p:nvSpPr>
            <p:cNvPr id="86" name="TextBox 47"/>
            <p:cNvSpPr txBox="1">
              <a:spLocks noChangeArrowheads="1"/>
            </p:cNvSpPr>
            <p:nvPr/>
          </p:nvSpPr>
          <p:spPr bwMode="auto">
            <a:xfrm>
              <a:off x="4212" y="3077"/>
              <a:ext cx="3976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Arial Regular" panose="020B0604020202090204" charset="0"/>
                </a:rPr>
                <a:t>Text</a:t>
              </a:r>
            </a:p>
          </p:txBody>
        </p:sp>
        <p:sp>
          <p:nvSpPr>
            <p:cNvPr id="94" name="TextBox 48"/>
            <p:cNvSpPr txBox="1">
              <a:spLocks noChangeArrowheads="1"/>
            </p:cNvSpPr>
            <p:nvPr/>
          </p:nvSpPr>
          <p:spPr bwMode="auto">
            <a:xfrm>
              <a:off x="11008" y="2101"/>
              <a:ext cx="2700" cy="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tx1"/>
                  </a:solidFill>
                  <a:latin typeface="Arial Regular" panose="020B0604020202090204" charset="0"/>
                </a:rPr>
                <a:t>Title</a:t>
              </a:r>
            </a:p>
          </p:txBody>
        </p:sp>
        <p:sp>
          <p:nvSpPr>
            <p:cNvPr id="95" name="TextBox 49"/>
            <p:cNvSpPr txBox="1">
              <a:spLocks noChangeArrowheads="1"/>
            </p:cNvSpPr>
            <p:nvPr/>
          </p:nvSpPr>
          <p:spPr bwMode="auto">
            <a:xfrm>
              <a:off x="9879" y="3077"/>
              <a:ext cx="3976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Arial Regular" panose="020B0604020202090204" charset="0"/>
                </a:rPr>
                <a:t>Text</a:t>
              </a:r>
            </a:p>
          </p:txBody>
        </p:sp>
        <p:sp>
          <p:nvSpPr>
            <p:cNvPr id="96" name="TextBox 50"/>
            <p:cNvSpPr txBox="1">
              <a:spLocks noChangeArrowheads="1"/>
            </p:cNvSpPr>
            <p:nvPr/>
          </p:nvSpPr>
          <p:spPr bwMode="auto">
            <a:xfrm>
              <a:off x="4282" y="9117"/>
              <a:ext cx="2698" cy="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tx1"/>
                  </a:solidFill>
                  <a:latin typeface="Arial Regular" panose="020B0604020202090204" charset="0"/>
                </a:rPr>
                <a:t>Title</a:t>
              </a:r>
            </a:p>
          </p:txBody>
        </p:sp>
        <p:sp>
          <p:nvSpPr>
            <p:cNvPr id="97" name="TextBox 51"/>
            <p:cNvSpPr txBox="1">
              <a:spLocks noChangeArrowheads="1"/>
            </p:cNvSpPr>
            <p:nvPr/>
          </p:nvSpPr>
          <p:spPr bwMode="auto">
            <a:xfrm>
              <a:off x="4166" y="7351"/>
              <a:ext cx="3976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Arial Regular" panose="020B0604020202090204" charset="0"/>
                </a:rPr>
                <a:t>Text</a:t>
              </a:r>
            </a:p>
          </p:txBody>
        </p:sp>
        <p:sp>
          <p:nvSpPr>
            <p:cNvPr id="98" name="TextBox 52"/>
            <p:cNvSpPr txBox="1">
              <a:spLocks noChangeArrowheads="1"/>
            </p:cNvSpPr>
            <p:nvPr/>
          </p:nvSpPr>
          <p:spPr bwMode="auto">
            <a:xfrm>
              <a:off x="11038" y="9117"/>
              <a:ext cx="2700" cy="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tx1"/>
                  </a:solidFill>
                  <a:latin typeface="Arial Regular" panose="020B0604020202090204" charset="0"/>
                </a:rPr>
                <a:t>Title</a:t>
              </a:r>
            </a:p>
          </p:txBody>
        </p:sp>
        <p:sp>
          <p:nvSpPr>
            <p:cNvPr id="99" name="TextBox 53"/>
            <p:cNvSpPr txBox="1">
              <a:spLocks noChangeArrowheads="1"/>
            </p:cNvSpPr>
            <p:nvPr/>
          </p:nvSpPr>
          <p:spPr bwMode="auto">
            <a:xfrm>
              <a:off x="9909" y="7351"/>
              <a:ext cx="3976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056" tIns="44528" rIns="89056" bIns="44528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Microsoft YaHei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9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Arial Regular" panose="020B0604020202090204" charset="0"/>
                </a:rPr>
                <a:t>Text</a:t>
              </a:r>
            </a:p>
          </p:txBody>
        </p:sp>
      </p:grpSp>
      <p:pic>
        <p:nvPicPr>
          <p:cNvPr id="7" name="圖片 6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组合 10"/>
          <p:cNvGrpSpPr/>
          <p:nvPr/>
        </p:nvGrpSpPr>
        <p:grpSpPr>
          <a:xfrm>
            <a:off x="6913420" y="1836643"/>
            <a:ext cx="4271975" cy="4058043"/>
            <a:chOff x="-877094" y="-4168775"/>
            <a:chExt cx="4612482" cy="4381500"/>
          </a:xfrm>
        </p:grpSpPr>
        <p:sp>
          <p:nvSpPr>
            <p:cNvPr id="2" name="圆角矩形 11"/>
            <p:cNvSpPr/>
            <p:nvPr/>
          </p:nvSpPr>
          <p:spPr>
            <a:xfrm>
              <a:off x="-877094" y="-4168775"/>
              <a:ext cx="1447800" cy="990600"/>
            </a:xfrm>
            <a:prstGeom prst="roundRect">
              <a:avLst/>
            </a:prstGeom>
            <a:blipFill>
              <a:blip r:embed="rId6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圆角矩形 12"/>
            <p:cNvSpPr/>
            <p:nvPr/>
          </p:nvSpPr>
          <p:spPr>
            <a:xfrm>
              <a:off x="-877094" y="-3048000"/>
              <a:ext cx="1447800" cy="990600"/>
            </a:xfrm>
            <a:prstGeom prst="roundRect">
              <a:avLst/>
            </a:prstGeom>
            <a:blipFill>
              <a:blip r:embed="rId7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13"/>
            <p:cNvSpPr/>
            <p:nvPr/>
          </p:nvSpPr>
          <p:spPr>
            <a:xfrm>
              <a:off x="2287588" y="-1930400"/>
              <a:ext cx="1447800" cy="990600"/>
            </a:xfrm>
            <a:prstGeom prst="roundRect">
              <a:avLst/>
            </a:prstGeom>
            <a:blipFill>
              <a:blip r:embed="rId8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-877094" y="-4168775"/>
              <a:ext cx="4600575" cy="3232150"/>
              <a:chOff x="2362994" y="438944"/>
              <a:chExt cx="4600575" cy="3232150"/>
            </a:xfrm>
            <a:solidFill>
              <a:srgbClr val="0067B4"/>
            </a:solidFill>
          </p:grpSpPr>
          <p:sp>
            <p:nvSpPr>
              <p:cNvPr id="23" name="圆角矩形 22"/>
              <p:cNvSpPr/>
              <p:nvPr/>
            </p:nvSpPr>
            <p:spPr>
              <a:xfrm>
                <a:off x="2362994" y="2680494"/>
                <a:ext cx="1447800" cy="990600"/>
              </a:xfrm>
              <a:prstGeom prst="roundRect">
                <a:avLst/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圆角矩形 23"/>
              <p:cNvSpPr/>
              <p:nvPr/>
            </p:nvSpPr>
            <p:spPr>
              <a:xfrm>
                <a:off x="5515769" y="438944"/>
                <a:ext cx="1447800" cy="990600"/>
              </a:xfrm>
              <a:prstGeom prst="roundRect">
                <a:avLst/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24"/>
              <p:cNvSpPr/>
              <p:nvPr/>
            </p:nvSpPr>
            <p:spPr>
              <a:xfrm>
                <a:off x="3940176" y="1559719"/>
                <a:ext cx="1447800" cy="990600"/>
              </a:xfrm>
              <a:prstGeom prst="roundRect">
                <a:avLst/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圆角矩形 17"/>
              <p:cNvSpPr/>
              <p:nvPr/>
            </p:nvSpPr>
            <p:spPr>
              <a:xfrm rot="18884533">
                <a:off x="3394757" y="2310909"/>
                <a:ext cx="901862" cy="533365"/>
              </a:xfrm>
              <a:custGeom>
                <a:avLst/>
                <a:gdLst>
                  <a:gd name="connsiteX0" fmla="*/ 0 w 901862"/>
                  <a:gd name="connsiteY0" fmla="*/ 43448 h 260684"/>
                  <a:gd name="connsiteX1" fmla="*/ 43448 w 901862"/>
                  <a:gd name="connsiteY1" fmla="*/ 0 h 260684"/>
                  <a:gd name="connsiteX2" fmla="*/ 858414 w 901862"/>
                  <a:gd name="connsiteY2" fmla="*/ 0 h 260684"/>
                  <a:gd name="connsiteX3" fmla="*/ 901862 w 901862"/>
                  <a:gd name="connsiteY3" fmla="*/ 43448 h 260684"/>
                  <a:gd name="connsiteX4" fmla="*/ 901862 w 901862"/>
                  <a:gd name="connsiteY4" fmla="*/ 217236 h 260684"/>
                  <a:gd name="connsiteX5" fmla="*/ 858414 w 901862"/>
                  <a:gd name="connsiteY5" fmla="*/ 260684 h 260684"/>
                  <a:gd name="connsiteX6" fmla="*/ 43448 w 901862"/>
                  <a:gd name="connsiteY6" fmla="*/ 260684 h 260684"/>
                  <a:gd name="connsiteX7" fmla="*/ 0 w 901862"/>
                  <a:gd name="connsiteY7" fmla="*/ 217236 h 260684"/>
                  <a:gd name="connsiteX8" fmla="*/ 0 w 901862"/>
                  <a:gd name="connsiteY8" fmla="*/ 43448 h 260684"/>
                  <a:gd name="connsiteX0-1" fmla="*/ 0 w 901862"/>
                  <a:gd name="connsiteY0-2" fmla="*/ 43539 h 260775"/>
                  <a:gd name="connsiteX1-3" fmla="*/ 43448 w 901862"/>
                  <a:gd name="connsiteY1-4" fmla="*/ 91 h 260775"/>
                  <a:gd name="connsiteX2-5" fmla="*/ 469179 w 901862"/>
                  <a:gd name="connsiteY2-6" fmla="*/ 0 h 260775"/>
                  <a:gd name="connsiteX3-7" fmla="*/ 858414 w 901862"/>
                  <a:gd name="connsiteY3-8" fmla="*/ 91 h 260775"/>
                  <a:gd name="connsiteX4-9" fmla="*/ 901862 w 901862"/>
                  <a:gd name="connsiteY4-10" fmla="*/ 43539 h 260775"/>
                  <a:gd name="connsiteX5-11" fmla="*/ 901862 w 901862"/>
                  <a:gd name="connsiteY5-12" fmla="*/ 217327 h 260775"/>
                  <a:gd name="connsiteX6-13" fmla="*/ 858414 w 901862"/>
                  <a:gd name="connsiteY6-14" fmla="*/ 260775 h 260775"/>
                  <a:gd name="connsiteX7-15" fmla="*/ 43448 w 901862"/>
                  <a:gd name="connsiteY7-16" fmla="*/ 260775 h 260775"/>
                  <a:gd name="connsiteX8-17" fmla="*/ 0 w 901862"/>
                  <a:gd name="connsiteY8-18" fmla="*/ 217327 h 260775"/>
                  <a:gd name="connsiteX9" fmla="*/ 0 w 901862"/>
                  <a:gd name="connsiteY9" fmla="*/ 43539 h 260775"/>
                  <a:gd name="connsiteX0-19" fmla="*/ 0 w 901862"/>
                  <a:gd name="connsiteY0-20" fmla="*/ 43448 h 260684"/>
                  <a:gd name="connsiteX1-21" fmla="*/ 43448 w 901862"/>
                  <a:gd name="connsiteY1-22" fmla="*/ 0 h 260684"/>
                  <a:gd name="connsiteX2-23" fmla="*/ 441588 w 901862"/>
                  <a:gd name="connsiteY2-24" fmla="*/ 144593 h 260684"/>
                  <a:gd name="connsiteX3-25" fmla="*/ 858414 w 901862"/>
                  <a:gd name="connsiteY3-26" fmla="*/ 0 h 260684"/>
                  <a:gd name="connsiteX4-27" fmla="*/ 901862 w 901862"/>
                  <a:gd name="connsiteY4-28" fmla="*/ 43448 h 260684"/>
                  <a:gd name="connsiteX5-29" fmla="*/ 901862 w 901862"/>
                  <a:gd name="connsiteY5-30" fmla="*/ 217236 h 260684"/>
                  <a:gd name="connsiteX6-31" fmla="*/ 858414 w 901862"/>
                  <a:gd name="connsiteY6-32" fmla="*/ 260684 h 260684"/>
                  <a:gd name="connsiteX7-33" fmla="*/ 43448 w 901862"/>
                  <a:gd name="connsiteY7-34" fmla="*/ 260684 h 260684"/>
                  <a:gd name="connsiteX8-35" fmla="*/ 0 w 901862"/>
                  <a:gd name="connsiteY8-36" fmla="*/ 217236 h 260684"/>
                  <a:gd name="connsiteX9-37" fmla="*/ 0 w 901862"/>
                  <a:gd name="connsiteY9-38" fmla="*/ 43448 h 260684"/>
                  <a:gd name="connsiteX0-39" fmla="*/ 0 w 901862"/>
                  <a:gd name="connsiteY0-40" fmla="*/ 43448 h 260684"/>
                  <a:gd name="connsiteX1-41" fmla="*/ 43448 w 901862"/>
                  <a:gd name="connsiteY1-42" fmla="*/ 0 h 260684"/>
                  <a:gd name="connsiteX2-43" fmla="*/ 446920 w 901862"/>
                  <a:gd name="connsiteY2-44" fmla="*/ 82317 h 260684"/>
                  <a:gd name="connsiteX3-45" fmla="*/ 858414 w 901862"/>
                  <a:gd name="connsiteY3-46" fmla="*/ 0 h 260684"/>
                  <a:gd name="connsiteX4-47" fmla="*/ 901862 w 901862"/>
                  <a:gd name="connsiteY4-48" fmla="*/ 43448 h 260684"/>
                  <a:gd name="connsiteX5-49" fmla="*/ 901862 w 901862"/>
                  <a:gd name="connsiteY5-50" fmla="*/ 217236 h 260684"/>
                  <a:gd name="connsiteX6-51" fmla="*/ 858414 w 901862"/>
                  <a:gd name="connsiteY6-52" fmla="*/ 260684 h 260684"/>
                  <a:gd name="connsiteX7-53" fmla="*/ 43448 w 901862"/>
                  <a:gd name="connsiteY7-54" fmla="*/ 260684 h 260684"/>
                  <a:gd name="connsiteX8-55" fmla="*/ 0 w 901862"/>
                  <a:gd name="connsiteY8-56" fmla="*/ 217236 h 260684"/>
                  <a:gd name="connsiteX9-57" fmla="*/ 0 w 901862"/>
                  <a:gd name="connsiteY9-58" fmla="*/ 43448 h 260684"/>
                  <a:gd name="connsiteX0-59" fmla="*/ 0 w 901862"/>
                  <a:gd name="connsiteY0-60" fmla="*/ 43448 h 260684"/>
                  <a:gd name="connsiteX1-61" fmla="*/ 43448 w 901862"/>
                  <a:gd name="connsiteY1-62" fmla="*/ 0 h 260684"/>
                  <a:gd name="connsiteX2-63" fmla="*/ 446920 w 901862"/>
                  <a:gd name="connsiteY2-64" fmla="*/ 82317 h 260684"/>
                  <a:gd name="connsiteX3-65" fmla="*/ 858414 w 901862"/>
                  <a:gd name="connsiteY3-66" fmla="*/ 0 h 260684"/>
                  <a:gd name="connsiteX4-67" fmla="*/ 901862 w 901862"/>
                  <a:gd name="connsiteY4-68" fmla="*/ 43448 h 260684"/>
                  <a:gd name="connsiteX5-69" fmla="*/ 901862 w 901862"/>
                  <a:gd name="connsiteY5-70" fmla="*/ 217236 h 260684"/>
                  <a:gd name="connsiteX6-71" fmla="*/ 858414 w 901862"/>
                  <a:gd name="connsiteY6-72" fmla="*/ 260684 h 260684"/>
                  <a:gd name="connsiteX7-73" fmla="*/ 43448 w 901862"/>
                  <a:gd name="connsiteY7-74" fmla="*/ 260684 h 260684"/>
                  <a:gd name="connsiteX8-75" fmla="*/ 0 w 901862"/>
                  <a:gd name="connsiteY8-76" fmla="*/ 217236 h 260684"/>
                  <a:gd name="connsiteX9-77" fmla="*/ 0 w 901862"/>
                  <a:gd name="connsiteY9-78" fmla="*/ 43448 h 260684"/>
                  <a:gd name="connsiteX0-79" fmla="*/ 0 w 901862"/>
                  <a:gd name="connsiteY0-80" fmla="*/ 43448 h 260684"/>
                  <a:gd name="connsiteX1-81" fmla="*/ 43448 w 901862"/>
                  <a:gd name="connsiteY1-82" fmla="*/ 0 h 260684"/>
                  <a:gd name="connsiteX2-83" fmla="*/ 446920 w 901862"/>
                  <a:gd name="connsiteY2-84" fmla="*/ 82317 h 260684"/>
                  <a:gd name="connsiteX3-85" fmla="*/ 858414 w 901862"/>
                  <a:gd name="connsiteY3-86" fmla="*/ 0 h 260684"/>
                  <a:gd name="connsiteX4-87" fmla="*/ 901862 w 901862"/>
                  <a:gd name="connsiteY4-88" fmla="*/ 43448 h 260684"/>
                  <a:gd name="connsiteX5-89" fmla="*/ 901862 w 901862"/>
                  <a:gd name="connsiteY5-90" fmla="*/ 217236 h 260684"/>
                  <a:gd name="connsiteX6-91" fmla="*/ 858414 w 901862"/>
                  <a:gd name="connsiteY6-92" fmla="*/ 260684 h 260684"/>
                  <a:gd name="connsiteX7-93" fmla="*/ 43448 w 901862"/>
                  <a:gd name="connsiteY7-94" fmla="*/ 260684 h 260684"/>
                  <a:gd name="connsiteX8-95" fmla="*/ 0 w 901862"/>
                  <a:gd name="connsiteY8-96" fmla="*/ 217236 h 260684"/>
                  <a:gd name="connsiteX9-97" fmla="*/ 0 w 901862"/>
                  <a:gd name="connsiteY9-98" fmla="*/ 43448 h 260684"/>
                  <a:gd name="connsiteX0-99" fmla="*/ 0 w 901862"/>
                  <a:gd name="connsiteY0-100" fmla="*/ 90518 h 307754"/>
                  <a:gd name="connsiteX1-101" fmla="*/ 60498 w 901862"/>
                  <a:gd name="connsiteY1-102" fmla="*/ 0 h 307754"/>
                  <a:gd name="connsiteX2-103" fmla="*/ 446920 w 901862"/>
                  <a:gd name="connsiteY2-104" fmla="*/ 129387 h 307754"/>
                  <a:gd name="connsiteX3-105" fmla="*/ 858414 w 901862"/>
                  <a:gd name="connsiteY3-106" fmla="*/ 47070 h 307754"/>
                  <a:gd name="connsiteX4-107" fmla="*/ 901862 w 901862"/>
                  <a:gd name="connsiteY4-108" fmla="*/ 90518 h 307754"/>
                  <a:gd name="connsiteX5-109" fmla="*/ 901862 w 901862"/>
                  <a:gd name="connsiteY5-110" fmla="*/ 264306 h 307754"/>
                  <a:gd name="connsiteX6-111" fmla="*/ 858414 w 901862"/>
                  <a:gd name="connsiteY6-112" fmla="*/ 307754 h 307754"/>
                  <a:gd name="connsiteX7-113" fmla="*/ 43448 w 901862"/>
                  <a:gd name="connsiteY7-114" fmla="*/ 307754 h 307754"/>
                  <a:gd name="connsiteX8-115" fmla="*/ 0 w 901862"/>
                  <a:gd name="connsiteY8-116" fmla="*/ 264306 h 307754"/>
                  <a:gd name="connsiteX9-117" fmla="*/ 0 w 901862"/>
                  <a:gd name="connsiteY9-118" fmla="*/ 90518 h 307754"/>
                  <a:gd name="connsiteX0-119" fmla="*/ 0 w 901862"/>
                  <a:gd name="connsiteY0-120" fmla="*/ 90518 h 307754"/>
                  <a:gd name="connsiteX1-121" fmla="*/ 60498 w 901862"/>
                  <a:gd name="connsiteY1-122" fmla="*/ 0 h 307754"/>
                  <a:gd name="connsiteX2-123" fmla="*/ 446920 w 901862"/>
                  <a:gd name="connsiteY2-124" fmla="*/ 129387 h 307754"/>
                  <a:gd name="connsiteX3-125" fmla="*/ 858414 w 901862"/>
                  <a:gd name="connsiteY3-126" fmla="*/ 47070 h 307754"/>
                  <a:gd name="connsiteX4-127" fmla="*/ 901862 w 901862"/>
                  <a:gd name="connsiteY4-128" fmla="*/ 90518 h 307754"/>
                  <a:gd name="connsiteX5-129" fmla="*/ 901862 w 901862"/>
                  <a:gd name="connsiteY5-130" fmla="*/ 264306 h 307754"/>
                  <a:gd name="connsiteX6-131" fmla="*/ 858414 w 901862"/>
                  <a:gd name="connsiteY6-132" fmla="*/ 307754 h 307754"/>
                  <a:gd name="connsiteX7-133" fmla="*/ 43448 w 901862"/>
                  <a:gd name="connsiteY7-134" fmla="*/ 307754 h 307754"/>
                  <a:gd name="connsiteX8-135" fmla="*/ 0 w 901862"/>
                  <a:gd name="connsiteY8-136" fmla="*/ 264306 h 307754"/>
                  <a:gd name="connsiteX9-137" fmla="*/ 0 w 901862"/>
                  <a:gd name="connsiteY9-138" fmla="*/ 90518 h 307754"/>
                  <a:gd name="connsiteX0-139" fmla="*/ 0 w 901862"/>
                  <a:gd name="connsiteY0-140" fmla="*/ 90518 h 307754"/>
                  <a:gd name="connsiteX1-141" fmla="*/ 60498 w 901862"/>
                  <a:gd name="connsiteY1-142" fmla="*/ 0 h 307754"/>
                  <a:gd name="connsiteX2-143" fmla="*/ 446920 w 901862"/>
                  <a:gd name="connsiteY2-144" fmla="*/ 129387 h 307754"/>
                  <a:gd name="connsiteX3-145" fmla="*/ 858414 w 901862"/>
                  <a:gd name="connsiteY3-146" fmla="*/ 47070 h 307754"/>
                  <a:gd name="connsiteX4-147" fmla="*/ 901862 w 901862"/>
                  <a:gd name="connsiteY4-148" fmla="*/ 90518 h 307754"/>
                  <a:gd name="connsiteX5-149" fmla="*/ 901862 w 901862"/>
                  <a:gd name="connsiteY5-150" fmla="*/ 264306 h 307754"/>
                  <a:gd name="connsiteX6-151" fmla="*/ 858414 w 901862"/>
                  <a:gd name="connsiteY6-152" fmla="*/ 307754 h 307754"/>
                  <a:gd name="connsiteX7-153" fmla="*/ 43448 w 901862"/>
                  <a:gd name="connsiteY7-154" fmla="*/ 307754 h 307754"/>
                  <a:gd name="connsiteX8-155" fmla="*/ 0 w 901862"/>
                  <a:gd name="connsiteY8-156" fmla="*/ 264306 h 307754"/>
                  <a:gd name="connsiteX9-157" fmla="*/ 0 w 901862"/>
                  <a:gd name="connsiteY9-158" fmla="*/ 90518 h 307754"/>
                  <a:gd name="connsiteX0-159" fmla="*/ 0 w 901862"/>
                  <a:gd name="connsiteY0-160" fmla="*/ 109063 h 326299"/>
                  <a:gd name="connsiteX1-161" fmla="*/ 55530 w 901862"/>
                  <a:gd name="connsiteY1-162" fmla="*/ 0 h 326299"/>
                  <a:gd name="connsiteX2-163" fmla="*/ 446920 w 901862"/>
                  <a:gd name="connsiteY2-164" fmla="*/ 147932 h 326299"/>
                  <a:gd name="connsiteX3-165" fmla="*/ 858414 w 901862"/>
                  <a:gd name="connsiteY3-166" fmla="*/ 65615 h 326299"/>
                  <a:gd name="connsiteX4-167" fmla="*/ 901862 w 901862"/>
                  <a:gd name="connsiteY4-168" fmla="*/ 109063 h 326299"/>
                  <a:gd name="connsiteX5-169" fmla="*/ 901862 w 901862"/>
                  <a:gd name="connsiteY5-170" fmla="*/ 282851 h 326299"/>
                  <a:gd name="connsiteX6-171" fmla="*/ 858414 w 901862"/>
                  <a:gd name="connsiteY6-172" fmla="*/ 326299 h 326299"/>
                  <a:gd name="connsiteX7-173" fmla="*/ 43448 w 901862"/>
                  <a:gd name="connsiteY7-174" fmla="*/ 326299 h 326299"/>
                  <a:gd name="connsiteX8-175" fmla="*/ 0 w 901862"/>
                  <a:gd name="connsiteY8-176" fmla="*/ 282851 h 326299"/>
                  <a:gd name="connsiteX9-177" fmla="*/ 0 w 901862"/>
                  <a:gd name="connsiteY9-178" fmla="*/ 109063 h 326299"/>
                  <a:gd name="connsiteX0-179" fmla="*/ 0 w 901862"/>
                  <a:gd name="connsiteY0-180" fmla="*/ 109063 h 326299"/>
                  <a:gd name="connsiteX1-181" fmla="*/ 55530 w 901862"/>
                  <a:gd name="connsiteY1-182" fmla="*/ 0 h 326299"/>
                  <a:gd name="connsiteX2-183" fmla="*/ 446920 w 901862"/>
                  <a:gd name="connsiteY2-184" fmla="*/ 147932 h 326299"/>
                  <a:gd name="connsiteX3-185" fmla="*/ 858414 w 901862"/>
                  <a:gd name="connsiteY3-186" fmla="*/ 65615 h 326299"/>
                  <a:gd name="connsiteX4-187" fmla="*/ 901862 w 901862"/>
                  <a:gd name="connsiteY4-188" fmla="*/ 109063 h 326299"/>
                  <a:gd name="connsiteX5-189" fmla="*/ 901862 w 901862"/>
                  <a:gd name="connsiteY5-190" fmla="*/ 282851 h 326299"/>
                  <a:gd name="connsiteX6-191" fmla="*/ 858414 w 901862"/>
                  <a:gd name="connsiteY6-192" fmla="*/ 326299 h 326299"/>
                  <a:gd name="connsiteX7-193" fmla="*/ 43448 w 901862"/>
                  <a:gd name="connsiteY7-194" fmla="*/ 326299 h 326299"/>
                  <a:gd name="connsiteX8-195" fmla="*/ 0 w 901862"/>
                  <a:gd name="connsiteY8-196" fmla="*/ 282851 h 326299"/>
                  <a:gd name="connsiteX9-197" fmla="*/ 0 w 901862"/>
                  <a:gd name="connsiteY9-198" fmla="*/ 109063 h 326299"/>
                  <a:gd name="connsiteX0-199" fmla="*/ 0 w 901862"/>
                  <a:gd name="connsiteY0-200" fmla="*/ 109063 h 326299"/>
                  <a:gd name="connsiteX1-201" fmla="*/ 55530 w 901862"/>
                  <a:gd name="connsiteY1-202" fmla="*/ 0 h 326299"/>
                  <a:gd name="connsiteX2-203" fmla="*/ 446920 w 901862"/>
                  <a:gd name="connsiteY2-204" fmla="*/ 147932 h 326299"/>
                  <a:gd name="connsiteX3-205" fmla="*/ 858414 w 901862"/>
                  <a:gd name="connsiteY3-206" fmla="*/ 65615 h 326299"/>
                  <a:gd name="connsiteX4-207" fmla="*/ 901862 w 901862"/>
                  <a:gd name="connsiteY4-208" fmla="*/ 109063 h 326299"/>
                  <a:gd name="connsiteX5-209" fmla="*/ 901862 w 901862"/>
                  <a:gd name="connsiteY5-210" fmla="*/ 282851 h 326299"/>
                  <a:gd name="connsiteX6-211" fmla="*/ 858414 w 901862"/>
                  <a:gd name="connsiteY6-212" fmla="*/ 326299 h 326299"/>
                  <a:gd name="connsiteX7-213" fmla="*/ 43448 w 901862"/>
                  <a:gd name="connsiteY7-214" fmla="*/ 326299 h 326299"/>
                  <a:gd name="connsiteX8-215" fmla="*/ 0 w 901862"/>
                  <a:gd name="connsiteY8-216" fmla="*/ 282851 h 326299"/>
                  <a:gd name="connsiteX9-217" fmla="*/ 0 w 901862"/>
                  <a:gd name="connsiteY9-218" fmla="*/ 109063 h 326299"/>
                  <a:gd name="connsiteX0-219" fmla="*/ 0 w 901862"/>
                  <a:gd name="connsiteY0-220" fmla="*/ 109063 h 326299"/>
                  <a:gd name="connsiteX1-221" fmla="*/ 55530 w 901862"/>
                  <a:gd name="connsiteY1-222" fmla="*/ 0 h 326299"/>
                  <a:gd name="connsiteX2-223" fmla="*/ 446920 w 901862"/>
                  <a:gd name="connsiteY2-224" fmla="*/ 147932 h 326299"/>
                  <a:gd name="connsiteX3-225" fmla="*/ 858414 w 901862"/>
                  <a:gd name="connsiteY3-226" fmla="*/ 65615 h 326299"/>
                  <a:gd name="connsiteX4-227" fmla="*/ 901862 w 901862"/>
                  <a:gd name="connsiteY4-228" fmla="*/ 109063 h 326299"/>
                  <a:gd name="connsiteX5-229" fmla="*/ 901862 w 901862"/>
                  <a:gd name="connsiteY5-230" fmla="*/ 282851 h 326299"/>
                  <a:gd name="connsiteX6-231" fmla="*/ 858414 w 901862"/>
                  <a:gd name="connsiteY6-232" fmla="*/ 326299 h 326299"/>
                  <a:gd name="connsiteX7-233" fmla="*/ 43448 w 901862"/>
                  <a:gd name="connsiteY7-234" fmla="*/ 326299 h 326299"/>
                  <a:gd name="connsiteX8-235" fmla="*/ 0 w 901862"/>
                  <a:gd name="connsiteY8-236" fmla="*/ 282851 h 326299"/>
                  <a:gd name="connsiteX9-237" fmla="*/ 0 w 901862"/>
                  <a:gd name="connsiteY9-238" fmla="*/ 109063 h 326299"/>
                  <a:gd name="connsiteX0-239" fmla="*/ 0 w 901862"/>
                  <a:gd name="connsiteY0-240" fmla="*/ 109063 h 326299"/>
                  <a:gd name="connsiteX1-241" fmla="*/ 55530 w 901862"/>
                  <a:gd name="connsiteY1-242" fmla="*/ 0 h 326299"/>
                  <a:gd name="connsiteX2-243" fmla="*/ 446920 w 901862"/>
                  <a:gd name="connsiteY2-244" fmla="*/ 147932 h 326299"/>
                  <a:gd name="connsiteX3-245" fmla="*/ 858414 w 901862"/>
                  <a:gd name="connsiteY3-246" fmla="*/ 65615 h 326299"/>
                  <a:gd name="connsiteX4-247" fmla="*/ 901862 w 901862"/>
                  <a:gd name="connsiteY4-248" fmla="*/ 109063 h 326299"/>
                  <a:gd name="connsiteX5-249" fmla="*/ 901862 w 901862"/>
                  <a:gd name="connsiteY5-250" fmla="*/ 282851 h 326299"/>
                  <a:gd name="connsiteX6-251" fmla="*/ 858414 w 901862"/>
                  <a:gd name="connsiteY6-252" fmla="*/ 326299 h 326299"/>
                  <a:gd name="connsiteX7-253" fmla="*/ 43448 w 901862"/>
                  <a:gd name="connsiteY7-254" fmla="*/ 326299 h 326299"/>
                  <a:gd name="connsiteX8-255" fmla="*/ 0 w 901862"/>
                  <a:gd name="connsiteY8-256" fmla="*/ 282851 h 326299"/>
                  <a:gd name="connsiteX9-257" fmla="*/ 0 w 901862"/>
                  <a:gd name="connsiteY9-258" fmla="*/ 109063 h 326299"/>
                  <a:gd name="connsiteX0-259" fmla="*/ 0 w 901862"/>
                  <a:gd name="connsiteY0-260" fmla="*/ 109063 h 326299"/>
                  <a:gd name="connsiteX1-261" fmla="*/ 55530 w 901862"/>
                  <a:gd name="connsiteY1-262" fmla="*/ 0 h 326299"/>
                  <a:gd name="connsiteX2-263" fmla="*/ 408216 w 901862"/>
                  <a:gd name="connsiteY2-264" fmla="*/ 142707 h 326299"/>
                  <a:gd name="connsiteX3-265" fmla="*/ 858414 w 901862"/>
                  <a:gd name="connsiteY3-266" fmla="*/ 65615 h 326299"/>
                  <a:gd name="connsiteX4-267" fmla="*/ 901862 w 901862"/>
                  <a:gd name="connsiteY4-268" fmla="*/ 109063 h 326299"/>
                  <a:gd name="connsiteX5-269" fmla="*/ 901862 w 901862"/>
                  <a:gd name="connsiteY5-270" fmla="*/ 282851 h 326299"/>
                  <a:gd name="connsiteX6-271" fmla="*/ 858414 w 901862"/>
                  <a:gd name="connsiteY6-272" fmla="*/ 326299 h 326299"/>
                  <a:gd name="connsiteX7-273" fmla="*/ 43448 w 901862"/>
                  <a:gd name="connsiteY7-274" fmla="*/ 326299 h 326299"/>
                  <a:gd name="connsiteX8-275" fmla="*/ 0 w 901862"/>
                  <a:gd name="connsiteY8-276" fmla="*/ 282851 h 326299"/>
                  <a:gd name="connsiteX9-277" fmla="*/ 0 w 901862"/>
                  <a:gd name="connsiteY9-278" fmla="*/ 109063 h 326299"/>
                  <a:gd name="connsiteX0-279" fmla="*/ 0 w 901862"/>
                  <a:gd name="connsiteY0-280" fmla="*/ 109063 h 326299"/>
                  <a:gd name="connsiteX1-281" fmla="*/ 55530 w 901862"/>
                  <a:gd name="connsiteY1-282" fmla="*/ 0 h 326299"/>
                  <a:gd name="connsiteX2-283" fmla="*/ 408216 w 901862"/>
                  <a:gd name="connsiteY2-284" fmla="*/ 142707 h 326299"/>
                  <a:gd name="connsiteX3-285" fmla="*/ 856799 w 901862"/>
                  <a:gd name="connsiteY3-286" fmla="*/ 50453 h 326299"/>
                  <a:gd name="connsiteX4-287" fmla="*/ 901862 w 901862"/>
                  <a:gd name="connsiteY4-288" fmla="*/ 109063 h 326299"/>
                  <a:gd name="connsiteX5-289" fmla="*/ 901862 w 901862"/>
                  <a:gd name="connsiteY5-290" fmla="*/ 282851 h 326299"/>
                  <a:gd name="connsiteX6-291" fmla="*/ 858414 w 901862"/>
                  <a:gd name="connsiteY6-292" fmla="*/ 326299 h 326299"/>
                  <a:gd name="connsiteX7-293" fmla="*/ 43448 w 901862"/>
                  <a:gd name="connsiteY7-294" fmla="*/ 326299 h 326299"/>
                  <a:gd name="connsiteX8-295" fmla="*/ 0 w 901862"/>
                  <a:gd name="connsiteY8-296" fmla="*/ 282851 h 326299"/>
                  <a:gd name="connsiteX9-297" fmla="*/ 0 w 901862"/>
                  <a:gd name="connsiteY9-298" fmla="*/ 109063 h 326299"/>
                  <a:gd name="connsiteX0-299" fmla="*/ 0 w 901862"/>
                  <a:gd name="connsiteY0-300" fmla="*/ 109063 h 326299"/>
                  <a:gd name="connsiteX1-301" fmla="*/ 55530 w 901862"/>
                  <a:gd name="connsiteY1-302" fmla="*/ 0 h 326299"/>
                  <a:gd name="connsiteX2-303" fmla="*/ 408216 w 901862"/>
                  <a:gd name="connsiteY2-304" fmla="*/ 142707 h 326299"/>
                  <a:gd name="connsiteX3-305" fmla="*/ 856799 w 901862"/>
                  <a:gd name="connsiteY3-306" fmla="*/ 50453 h 326299"/>
                  <a:gd name="connsiteX4-307" fmla="*/ 901862 w 901862"/>
                  <a:gd name="connsiteY4-308" fmla="*/ 109063 h 326299"/>
                  <a:gd name="connsiteX5-309" fmla="*/ 901862 w 901862"/>
                  <a:gd name="connsiteY5-310" fmla="*/ 282851 h 326299"/>
                  <a:gd name="connsiteX6-311" fmla="*/ 858414 w 901862"/>
                  <a:gd name="connsiteY6-312" fmla="*/ 326299 h 326299"/>
                  <a:gd name="connsiteX7-313" fmla="*/ 43448 w 901862"/>
                  <a:gd name="connsiteY7-314" fmla="*/ 326299 h 326299"/>
                  <a:gd name="connsiteX8-315" fmla="*/ 0 w 901862"/>
                  <a:gd name="connsiteY8-316" fmla="*/ 282851 h 326299"/>
                  <a:gd name="connsiteX9-317" fmla="*/ 0 w 901862"/>
                  <a:gd name="connsiteY9-318" fmla="*/ 109063 h 326299"/>
                  <a:gd name="connsiteX0-319" fmla="*/ 0 w 901862"/>
                  <a:gd name="connsiteY0-320" fmla="*/ 109063 h 326299"/>
                  <a:gd name="connsiteX1-321" fmla="*/ 55530 w 901862"/>
                  <a:gd name="connsiteY1-322" fmla="*/ 0 h 326299"/>
                  <a:gd name="connsiteX2-323" fmla="*/ 408216 w 901862"/>
                  <a:gd name="connsiteY2-324" fmla="*/ 142707 h 326299"/>
                  <a:gd name="connsiteX3-325" fmla="*/ 803023 w 901862"/>
                  <a:gd name="connsiteY3-326" fmla="*/ 26637 h 326299"/>
                  <a:gd name="connsiteX4-327" fmla="*/ 901862 w 901862"/>
                  <a:gd name="connsiteY4-328" fmla="*/ 109063 h 326299"/>
                  <a:gd name="connsiteX5-329" fmla="*/ 901862 w 901862"/>
                  <a:gd name="connsiteY5-330" fmla="*/ 282851 h 326299"/>
                  <a:gd name="connsiteX6-331" fmla="*/ 858414 w 901862"/>
                  <a:gd name="connsiteY6-332" fmla="*/ 326299 h 326299"/>
                  <a:gd name="connsiteX7-333" fmla="*/ 43448 w 901862"/>
                  <a:gd name="connsiteY7-334" fmla="*/ 326299 h 326299"/>
                  <a:gd name="connsiteX8-335" fmla="*/ 0 w 901862"/>
                  <a:gd name="connsiteY8-336" fmla="*/ 282851 h 326299"/>
                  <a:gd name="connsiteX9-337" fmla="*/ 0 w 901862"/>
                  <a:gd name="connsiteY9-338" fmla="*/ 109063 h 326299"/>
                  <a:gd name="connsiteX0-339" fmla="*/ 0 w 901862"/>
                  <a:gd name="connsiteY0-340" fmla="*/ 109063 h 326299"/>
                  <a:gd name="connsiteX1-341" fmla="*/ 55530 w 901862"/>
                  <a:gd name="connsiteY1-342" fmla="*/ 0 h 326299"/>
                  <a:gd name="connsiteX2-343" fmla="*/ 408216 w 901862"/>
                  <a:gd name="connsiteY2-344" fmla="*/ 142707 h 326299"/>
                  <a:gd name="connsiteX3-345" fmla="*/ 809712 w 901862"/>
                  <a:gd name="connsiteY3-346" fmla="*/ 36769 h 326299"/>
                  <a:gd name="connsiteX4-347" fmla="*/ 901862 w 901862"/>
                  <a:gd name="connsiteY4-348" fmla="*/ 109063 h 326299"/>
                  <a:gd name="connsiteX5-349" fmla="*/ 901862 w 901862"/>
                  <a:gd name="connsiteY5-350" fmla="*/ 282851 h 326299"/>
                  <a:gd name="connsiteX6-351" fmla="*/ 858414 w 901862"/>
                  <a:gd name="connsiteY6-352" fmla="*/ 326299 h 326299"/>
                  <a:gd name="connsiteX7-353" fmla="*/ 43448 w 901862"/>
                  <a:gd name="connsiteY7-354" fmla="*/ 326299 h 326299"/>
                  <a:gd name="connsiteX8-355" fmla="*/ 0 w 901862"/>
                  <a:gd name="connsiteY8-356" fmla="*/ 282851 h 326299"/>
                  <a:gd name="connsiteX9-357" fmla="*/ 0 w 901862"/>
                  <a:gd name="connsiteY9-358" fmla="*/ 109063 h 326299"/>
                  <a:gd name="connsiteX0-359" fmla="*/ 0 w 901862"/>
                  <a:gd name="connsiteY0-360" fmla="*/ 109063 h 326299"/>
                  <a:gd name="connsiteX1-361" fmla="*/ 55530 w 901862"/>
                  <a:gd name="connsiteY1-362" fmla="*/ 0 h 326299"/>
                  <a:gd name="connsiteX2-363" fmla="*/ 408216 w 901862"/>
                  <a:gd name="connsiteY2-364" fmla="*/ 142707 h 326299"/>
                  <a:gd name="connsiteX3-365" fmla="*/ 809712 w 901862"/>
                  <a:gd name="connsiteY3-366" fmla="*/ 36769 h 326299"/>
                  <a:gd name="connsiteX4-367" fmla="*/ 901862 w 901862"/>
                  <a:gd name="connsiteY4-368" fmla="*/ 109063 h 326299"/>
                  <a:gd name="connsiteX5-369" fmla="*/ 901862 w 901862"/>
                  <a:gd name="connsiteY5-370" fmla="*/ 282851 h 326299"/>
                  <a:gd name="connsiteX6-371" fmla="*/ 858414 w 901862"/>
                  <a:gd name="connsiteY6-372" fmla="*/ 326299 h 326299"/>
                  <a:gd name="connsiteX7-373" fmla="*/ 43448 w 901862"/>
                  <a:gd name="connsiteY7-374" fmla="*/ 326299 h 326299"/>
                  <a:gd name="connsiteX8-375" fmla="*/ 0 w 901862"/>
                  <a:gd name="connsiteY8-376" fmla="*/ 282851 h 326299"/>
                  <a:gd name="connsiteX9-377" fmla="*/ 0 w 901862"/>
                  <a:gd name="connsiteY9-378" fmla="*/ 109063 h 326299"/>
                  <a:gd name="connsiteX0-379" fmla="*/ 0 w 901862"/>
                  <a:gd name="connsiteY0-380" fmla="*/ 109063 h 326299"/>
                  <a:gd name="connsiteX1-381" fmla="*/ 55530 w 901862"/>
                  <a:gd name="connsiteY1-382" fmla="*/ 0 h 326299"/>
                  <a:gd name="connsiteX2-383" fmla="*/ 408216 w 901862"/>
                  <a:gd name="connsiteY2-384" fmla="*/ 142707 h 326299"/>
                  <a:gd name="connsiteX3-385" fmla="*/ 792935 w 901862"/>
                  <a:gd name="connsiteY3-386" fmla="*/ 23223 h 326299"/>
                  <a:gd name="connsiteX4-387" fmla="*/ 901862 w 901862"/>
                  <a:gd name="connsiteY4-388" fmla="*/ 109063 h 326299"/>
                  <a:gd name="connsiteX5-389" fmla="*/ 901862 w 901862"/>
                  <a:gd name="connsiteY5-390" fmla="*/ 282851 h 326299"/>
                  <a:gd name="connsiteX6-391" fmla="*/ 858414 w 901862"/>
                  <a:gd name="connsiteY6-392" fmla="*/ 326299 h 326299"/>
                  <a:gd name="connsiteX7-393" fmla="*/ 43448 w 901862"/>
                  <a:gd name="connsiteY7-394" fmla="*/ 326299 h 326299"/>
                  <a:gd name="connsiteX8-395" fmla="*/ 0 w 901862"/>
                  <a:gd name="connsiteY8-396" fmla="*/ 282851 h 326299"/>
                  <a:gd name="connsiteX9-397" fmla="*/ 0 w 901862"/>
                  <a:gd name="connsiteY9-398" fmla="*/ 109063 h 326299"/>
                  <a:gd name="connsiteX0-399" fmla="*/ 0 w 901862"/>
                  <a:gd name="connsiteY0-400" fmla="*/ 109063 h 326299"/>
                  <a:gd name="connsiteX1-401" fmla="*/ 55530 w 901862"/>
                  <a:gd name="connsiteY1-402" fmla="*/ 0 h 326299"/>
                  <a:gd name="connsiteX2-403" fmla="*/ 408216 w 901862"/>
                  <a:gd name="connsiteY2-404" fmla="*/ 142707 h 326299"/>
                  <a:gd name="connsiteX3-405" fmla="*/ 792935 w 901862"/>
                  <a:gd name="connsiteY3-406" fmla="*/ 23223 h 326299"/>
                  <a:gd name="connsiteX4-407" fmla="*/ 901862 w 901862"/>
                  <a:gd name="connsiteY4-408" fmla="*/ 109063 h 326299"/>
                  <a:gd name="connsiteX5-409" fmla="*/ 901862 w 901862"/>
                  <a:gd name="connsiteY5-410" fmla="*/ 282851 h 326299"/>
                  <a:gd name="connsiteX6-411" fmla="*/ 858414 w 901862"/>
                  <a:gd name="connsiteY6-412" fmla="*/ 326299 h 326299"/>
                  <a:gd name="connsiteX7-413" fmla="*/ 43448 w 901862"/>
                  <a:gd name="connsiteY7-414" fmla="*/ 326299 h 326299"/>
                  <a:gd name="connsiteX8-415" fmla="*/ 0 w 901862"/>
                  <a:gd name="connsiteY8-416" fmla="*/ 282851 h 326299"/>
                  <a:gd name="connsiteX9-417" fmla="*/ 0 w 901862"/>
                  <a:gd name="connsiteY9-418" fmla="*/ 109063 h 326299"/>
                  <a:gd name="connsiteX0-419" fmla="*/ 0 w 901862"/>
                  <a:gd name="connsiteY0-420" fmla="*/ 156254 h 373490"/>
                  <a:gd name="connsiteX1-421" fmla="*/ 45639 w 901862"/>
                  <a:gd name="connsiteY1-422" fmla="*/ 0 h 373490"/>
                  <a:gd name="connsiteX2-423" fmla="*/ 408216 w 901862"/>
                  <a:gd name="connsiteY2-424" fmla="*/ 189898 h 373490"/>
                  <a:gd name="connsiteX3-425" fmla="*/ 792935 w 901862"/>
                  <a:gd name="connsiteY3-426" fmla="*/ 70414 h 373490"/>
                  <a:gd name="connsiteX4-427" fmla="*/ 901862 w 901862"/>
                  <a:gd name="connsiteY4-428" fmla="*/ 156254 h 373490"/>
                  <a:gd name="connsiteX5-429" fmla="*/ 901862 w 901862"/>
                  <a:gd name="connsiteY5-430" fmla="*/ 330042 h 373490"/>
                  <a:gd name="connsiteX6-431" fmla="*/ 858414 w 901862"/>
                  <a:gd name="connsiteY6-432" fmla="*/ 373490 h 373490"/>
                  <a:gd name="connsiteX7-433" fmla="*/ 43448 w 901862"/>
                  <a:gd name="connsiteY7-434" fmla="*/ 373490 h 373490"/>
                  <a:gd name="connsiteX8-435" fmla="*/ 0 w 901862"/>
                  <a:gd name="connsiteY8-436" fmla="*/ 330042 h 373490"/>
                  <a:gd name="connsiteX9-437" fmla="*/ 0 w 901862"/>
                  <a:gd name="connsiteY9-438" fmla="*/ 156254 h 373490"/>
                  <a:gd name="connsiteX0-439" fmla="*/ 0 w 901862"/>
                  <a:gd name="connsiteY0-440" fmla="*/ 156254 h 373784"/>
                  <a:gd name="connsiteX1-441" fmla="*/ 45639 w 901862"/>
                  <a:gd name="connsiteY1-442" fmla="*/ 0 h 373784"/>
                  <a:gd name="connsiteX2-443" fmla="*/ 408216 w 901862"/>
                  <a:gd name="connsiteY2-444" fmla="*/ 189898 h 373784"/>
                  <a:gd name="connsiteX3-445" fmla="*/ 792935 w 901862"/>
                  <a:gd name="connsiteY3-446" fmla="*/ 70414 h 373784"/>
                  <a:gd name="connsiteX4-447" fmla="*/ 901862 w 901862"/>
                  <a:gd name="connsiteY4-448" fmla="*/ 156254 h 373784"/>
                  <a:gd name="connsiteX5-449" fmla="*/ 901862 w 901862"/>
                  <a:gd name="connsiteY5-450" fmla="*/ 330042 h 373784"/>
                  <a:gd name="connsiteX6-451" fmla="*/ 858414 w 901862"/>
                  <a:gd name="connsiteY6-452" fmla="*/ 373490 h 373784"/>
                  <a:gd name="connsiteX7-453" fmla="*/ 486526 w 901862"/>
                  <a:gd name="connsiteY7-454" fmla="*/ 373784 h 373784"/>
                  <a:gd name="connsiteX8-455" fmla="*/ 43448 w 901862"/>
                  <a:gd name="connsiteY8-456" fmla="*/ 373490 h 373784"/>
                  <a:gd name="connsiteX9-457" fmla="*/ 0 w 901862"/>
                  <a:gd name="connsiteY9-458" fmla="*/ 330042 h 373784"/>
                  <a:gd name="connsiteX10" fmla="*/ 0 w 901862"/>
                  <a:gd name="connsiteY10" fmla="*/ 156254 h 373784"/>
                  <a:gd name="connsiteX0-459" fmla="*/ 0 w 901862"/>
                  <a:gd name="connsiteY0-460" fmla="*/ 156254 h 373490"/>
                  <a:gd name="connsiteX1-461" fmla="*/ 45639 w 901862"/>
                  <a:gd name="connsiteY1-462" fmla="*/ 0 h 373490"/>
                  <a:gd name="connsiteX2-463" fmla="*/ 408216 w 901862"/>
                  <a:gd name="connsiteY2-464" fmla="*/ 189898 h 373490"/>
                  <a:gd name="connsiteX3-465" fmla="*/ 792935 w 901862"/>
                  <a:gd name="connsiteY3-466" fmla="*/ 70414 h 373490"/>
                  <a:gd name="connsiteX4-467" fmla="*/ 901862 w 901862"/>
                  <a:gd name="connsiteY4-468" fmla="*/ 156254 h 373490"/>
                  <a:gd name="connsiteX5-469" fmla="*/ 901862 w 901862"/>
                  <a:gd name="connsiteY5-470" fmla="*/ 330042 h 373490"/>
                  <a:gd name="connsiteX6-471" fmla="*/ 858414 w 901862"/>
                  <a:gd name="connsiteY6-472" fmla="*/ 373490 h 373490"/>
                  <a:gd name="connsiteX7-473" fmla="*/ 471864 w 901862"/>
                  <a:gd name="connsiteY7-474" fmla="*/ 264269 h 373490"/>
                  <a:gd name="connsiteX8-475" fmla="*/ 43448 w 901862"/>
                  <a:gd name="connsiteY8-476" fmla="*/ 373490 h 373490"/>
                  <a:gd name="connsiteX9-477" fmla="*/ 0 w 901862"/>
                  <a:gd name="connsiteY9-478" fmla="*/ 330042 h 373490"/>
                  <a:gd name="connsiteX10-479" fmla="*/ 0 w 901862"/>
                  <a:gd name="connsiteY10-480" fmla="*/ 156254 h 373490"/>
                  <a:gd name="connsiteX0-481" fmla="*/ 0 w 901862"/>
                  <a:gd name="connsiteY0-482" fmla="*/ 156254 h 373490"/>
                  <a:gd name="connsiteX1-483" fmla="*/ 45639 w 901862"/>
                  <a:gd name="connsiteY1-484" fmla="*/ 0 h 373490"/>
                  <a:gd name="connsiteX2-485" fmla="*/ 408216 w 901862"/>
                  <a:gd name="connsiteY2-486" fmla="*/ 189898 h 373490"/>
                  <a:gd name="connsiteX3-487" fmla="*/ 792935 w 901862"/>
                  <a:gd name="connsiteY3-488" fmla="*/ 70414 h 373490"/>
                  <a:gd name="connsiteX4-489" fmla="*/ 901862 w 901862"/>
                  <a:gd name="connsiteY4-490" fmla="*/ 156254 h 373490"/>
                  <a:gd name="connsiteX5-491" fmla="*/ 901862 w 901862"/>
                  <a:gd name="connsiteY5-492" fmla="*/ 330042 h 373490"/>
                  <a:gd name="connsiteX6-493" fmla="*/ 858414 w 901862"/>
                  <a:gd name="connsiteY6-494" fmla="*/ 373490 h 373490"/>
                  <a:gd name="connsiteX7-495" fmla="*/ 459752 w 901862"/>
                  <a:gd name="connsiteY7-496" fmla="*/ 336619 h 373490"/>
                  <a:gd name="connsiteX8-497" fmla="*/ 43448 w 901862"/>
                  <a:gd name="connsiteY8-498" fmla="*/ 373490 h 373490"/>
                  <a:gd name="connsiteX9-499" fmla="*/ 0 w 901862"/>
                  <a:gd name="connsiteY9-500" fmla="*/ 330042 h 373490"/>
                  <a:gd name="connsiteX10-501" fmla="*/ 0 w 901862"/>
                  <a:gd name="connsiteY10-502" fmla="*/ 156254 h 373490"/>
                  <a:gd name="connsiteX0-503" fmla="*/ 0 w 901862"/>
                  <a:gd name="connsiteY0-504" fmla="*/ 156254 h 373507"/>
                  <a:gd name="connsiteX1-505" fmla="*/ 45639 w 901862"/>
                  <a:gd name="connsiteY1-506" fmla="*/ 0 h 373507"/>
                  <a:gd name="connsiteX2-507" fmla="*/ 408216 w 901862"/>
                  <a:gd name="connsiteY2-508" fmla="*/ 189898 h 373507"/>
                  <a:gd name="connsiteX3-509" fmla="*/ 792935 w 901862"/>
                  <a:gd name="connsiteY3-510" fmla="*/ 70414 h 373507"/>
                  <a:gd name="connsiteX4-511" fmla="*/ 901862 w 901862"/>
                  <a:gd name="connsiteY4-512" fmla="*/ 156254 h 373507"/>
                  <a:gd name="connsiteX5-513" fmla="*/ 901862 w 901862"/>
                  <a:gd name="connsiteY5-514" fmla="*/ 330042 h 373507"/>
                  <a:gd name="connsiteX6-515" fmla="*/ 858414 w 901862"/>
                  <a:gd name="connsiteY6-516" fmla="*/ 373490 h 373507"/>
                  <a:gd name="connsiteX7-517" fmla="*/ 459752 w 901862"/>
                  <a:gd name="connsiteY7-518" fmla="*/ 336619 h 373507"/>
                  <a:gd name="connsiteX8-519" fmla="*/ 43448 w 901862"/>
                  <a:gd name="connsiteY8-520" fmla="*/ 373490 h 373507"/>
                  <a:gd name="connsiteX9-521" fmla="*/ 0 w 901862"/>
                  <a:gd name="connsiteY9-522" fmla="*/ 330042 h 373507"/>
                  <a:gd name="connsiteX10-523" fmla="*/ 0 w 901862"/>
                  <a:gd name="connsiteY10-524" fmla="*/ 156254 h 373507"/>
                  <a:gd name="connsiteX0-525" fmla="*/ 0 w 901862"/>
                  <a:gd name="connsiteY0-526" fmla="*/ 156254 h 420677"/>
                  <a:gd name="connsiteX1-527" fmla="*/ 45639 w 901862"/>
                  <a:gd name="connsiteY1-528" fmla="*/ 0 h 420677"/>
                  <a:gd name="connsiteX2-529" fmla="*/ 408216 w 901862"/>
                  <a:gd name="connsiteY2-530" fmla="*/ 189898 h 420677"/>
                  <a:gd name="connsiteX3-531" fmla="*/ 792935 w 901862"/>
                  <a:gd name="connsiteY3-532" fmla="*/ 70414 h 420677"/>
                  <a:gd name="connsiteX4-533" fmla="*/ 901862 w 901862"/>
                  <a:gd name="connsiteY4-534" fmla="*/ 156254 h 420677"/>
                  <a:gd name="connsiteX5-535" fmla="*/ 901862 w 901862"/>
                  <a:gd name="connsiteY5-536" fmla="*/ 330042 h 420677"/>
                  <a:gd name="connsiteX6-537" fmla="*/ 858414 w 901862"/>
                  <a:gd name="connsiteY6-538" fmla="*/ 373490 h 420677"/>
                  <a:gd name="connsiteX7-539" fmla="*/ 459752 w 901862"/>
                  <a:gd name="connsiteY7-540" fmla="*/ 336619 h 420677"/>
                  <a:gd name="connsiteX8-541" fmla="*/ 49971 w 901862"/>
                  <a:gd name="connsiteY8-542" fmla="*/ 420666 h 420677"/>
                  <a:gd name="connsiteX9-543" fmla="*/ 0 w 901862"/>
                  <a:gd name="connsiteY9-544" fmla="*/ 330042 h 420677"/>
                  <a:gd name="connsiteX10-545" fmla="*/ 0 w 901862"/>
                  <a:gd name="connsiteY10-546" fmla="*/ 156254 h 420677"/>
                  <a:gd name="connsiteX0-547" fmla="*/ 0 w 901862"/>
                  <a:gd name="connsiteY0-548" fmla="*/ 156254 h 460941"/>
                  <a:gd name="connsiteX1-549" fmla="*/ 45639 w 901862"/>
                  <a:gd name="connsiteY1-550" fmla="*/ 0 h 460941"/>
                  <a:gd name="connsiteX2-551" fmla="*/ 408216 w 901862"/>
                  <a:gd name="connsiteY2-552" fmla="*/ 189898 h 460941"/>
                  <a:gd name="connsiteX3-553" fmla="*/ 792935 w 901862"/>
                  <a:gd name="connsiteY3-554" fmla="*/ 70414 h 460941"/>
                  <a:gd name="connsiteX4-555" fmla="*/ 901862 w 901862"/>
                  <a:gd name="connsiteY4-556" fmla="*/ 156254 h 460941"/>
                  <a:gd name="connsiteX5-557" fmla="*/ 901862 w 901862"/>
                  <a:gd name="connsiteY5-558" fmla="*/ 330042 h 460941"/>
                  <a:gd name="connsiteX6-559" fmla="*/ 834446 w 901862"/>
                  <a:gd name="connsiteY6-560" fmla="*/ 460941 h 460941"/>
                  <a:gd name="connsiteX7-561" fmla="*/ 459752 w 901862"/>
                  <a:gd name="connsiteY7-562" fmla="*/ 336619 h 460941"/>
                  <a:gd name="connsiteX8-563" fmla="*/ 49971 w 901862"/>
                  <a:gd name="connsiteY8-564" fmla="*/ 420666 h 460941"/>
                  <a:gd name="connsiteX9-565" fmla="*/ 0 w 901862"/>
                  <a:gd name="connsiteY9-566" fmla="*/ 330042 h 460941"/>
                  <a:gd name="connsiteX10-567" fmla="*/ 0 w 901862"/>
                  <a:gd name="connsiteY10-568" fmla="*/ 156254 h 460941"/>
                  <a:gd name="connsiteX0-569" fmla="*/ 0 w 901862"/>
                  <a:gd name="connsiteY0-570" fmla="*/ 156254 h 460941"/>
                  <a:gd name="connsiteX1-571" fmla="*/ 45639 w 901862"/>
                  <a:gd name="connsiteY1-572" fmla="*/ 0 h 460941"/>
                  <a:gd name="connsiteX2-573" fmla="*/ 408216 w 901862"/>
                  <a:gd name="connsiteY2-574" fmla="*/ 189898 h 460941"/>
                  <a:gd name="connsiteX3-575" fmla="*/ 792935 w 901862"/>
                  <a:gd name="connsiteY3-576" fmla="*/ 70414 h 460941"/>
                  <a:gd name="connsiteX4-577" fmla="*/ 901862 w 901862"/>
                  <a:gd name="connsiteY4-578" fmla="*/ 156254 h 460941"/>
                  <a:gd name="connsiteX5-579" fmla="*/ 901862 w 901862"/>
                  <a:gd name="connsiteY5-580" fmla="*/ 330042 h 460941"/>
                  <a:gd name="connsiteX6-581" fmla="*/ 834446 w 901862"/>
                  <a:gd name="connsiteY6-582" fmla="*/ 460941 h 460941"/>
                  <a:gd name="connsiteX7-583" fmla="*/ 459752 w 901862"/>
                  <a:gd name="connsiteY7-584" fmla="*/ 336619 h 460941"/>
                  <a:gd name="connsiteX8-585" fmla="*/ 49971 w 901862"/>
                  <a:gd name="connsiteY8-586" fmla="*/ 420666 h 460941"/>
                  <a:gd name="connsiteX9-587" fmla="*/ 0 w 901862"/>
                  <a:gd name="connsiteY9-588" fmla="*/ 330042 h 460941"/>
                  <a:gd name="connsiteX10-589" fmla="*/ 0 w 901862"/>
                  <a:gd name="connsiteY10-590" fmla="*/ 156254 h 460941"/>
                  <a:gd name="connsiteX0-591" fmla="*/ 0 w 901862"/>
                  <a:gd name="connsiteY0-592" fmla="*/ 156254 h 518129"/>
                  <a:gd name="connsiteX1-593" fmla="*/ 45639 w 901862"/>
                  <a:gd name="connsiteY1-594" fmla="*/ 0 h 518129"/>
                  <a:gd name="connsiteX2-595" fmla="*/ 408216 w 901862"/>
                  <a:gd name="connsiteY2-596" fmla="*/ 189898 h 518129"/>
                  <a:gd name="connsiteX3-597" fmla="*/ 792935 w 901862"/>
                  <a:gd name="connsiteY3-598" fmla="*/ 70414 h 518129"/>
                  <a:gd name="connsiteX4-599" fmla="*/ 901862 w 901862"/>
                  <a:gd name="connsiteY4-600" fmla="*/ 156254 h 518129"/>
                  <a:gd name="connsiteX5-601" fmla="*/ 901862 w 901862"/>
                  <a:gd name="connsiteY5-602" fmla="*/ 330042 h 518129"/>
                  <a:gd name="connsiteX6-603" fmla="*/ 820718 w 901862"/>
                  <a:gd name="connsiteY6-604" fmla="*/ 518129 h 518129"/>
                  <a:gd name="connsiteX7-605" fmla="*/ 459752 w 901862"/>
                  <a:gd name="connsiteY7-606" fmla="*/ 336619 h 518129"/>
                  <a:gd name="connsiteX8-607" fmla="*/ 49971 w 901862"/>
                  <a:gd name="connsiteY8-608" fmla="*/ 420666 h 518129"/>
                  <a:gd name="connsiteX9-609" fmla="*/ 0 w 901862"/>
                  <a:gd name="connsiteY9-610" fmla="*/ 330042 h 518129"/>
                  <a:gd name="connsiteX10-611" fmla="*/ 0 w 901862"/>
                  <a:gd name="connsiteY10-612" fmla="*/ 156254 h 518129"/>
                  <a:gd name="connsiteX0-613" fmla="*/ 0 w 901862"/>
                  <a:gd name="connsiteY0-614" fmla="*/ 156254 h 518129"/>
                  <a:gd name="connsiteX1-615" fmla="*/ 45639 w 901862"/>
                  <a:gd name="connsiteY1-616" fmla="*/ 0 h 518129"/>
                  <a:gd name="connsiteX2-617" fmla="*/ 408216 w 901862"/>
                  <a:gd name="connsiteY2-618" fmla="*/ 189898 h 518129"/>
                  <a:gd name="connsiteX3-619" fmla="*/ 792935 w 901862"/>
                  <a:gd name="connsiteY3-620" fmla="*/ 70414 h 518129"/>
                  <a:gd name="connsiteX4-621" fmla="*/ 901862 w 901862"/>
                  <a:gd name="connsiteY4-622" fmla="*/ 156254 h 518129"/>
                  <a:gd name="connsiteX5-623" fmla="*/ 901862 w 901862"/>
                  <a:gd name="connsiteY5-624" fmla="*/ 330042 h 518129"/>
                  <a:gd name="connsiteX6-625" fmla="*/ 820718 w 901862"/>
                  <a:gd name="connsiteY6-626" fmla="*/ 518129 h 518129"/>
                  <a:gd name="connsiteX7-627" fmla="*/ 459752 w 901862"/>
                  <a:gd name="connsiteY7-628" fmla="*/ 336619 h 518129"/>
                  <a:gd name="connsiteX8-629" fmla="*/ 49971 w 901862"/>
                  <a:gd name="connsiteY8-630" fmla="*/ 420666 h 518129"/>
                  <a:gd name="connsiteX9-631" fmla="*/ 0 w 901862"/>
                  <a:gd name="connsiteY9-632" fmla="*/ 330042 h 518129"/>
                  <a:gd name="connsiteX10-633" fmla="*/ 0 w 901862"/>
                  <a:gd name="connsiteY10-634" fmla="*/ 156254 h 518129"/>
                  <a:gd name="connsiteX0-635" fmla="*/ 0 w 901862"/>
                  <a:gd name="connsiteY0-636" fmla="*/ 156254 h 518129"/>
                  <a:gd name="connsiteX1-637" fmla="*/ 45639 w 901862"/>
                  <a:gd name="connsiteY1-638" fmla="*/ 0 h 518129"/>
                  <a:gd name="connsiteX2-639" fmla="*/ 408216 w 901862"/>
                  <a:gd name="connsiteY2-640" fmla="*/ 189898 h 518129"/>
                  <a:gd name="connsiteX3-641" fmla="*/ 792935 w 901862"/>
                  <a:gd name="connsiteY3-642" fmla="*/ 70414 h 518129"/>
                  <a:gd name="connsiteX4-643" fmla="*/ 901862 w 901862"/>
                  <a:gd name="connsiteY4-644" fmla="*/ 156254 h 518129"/>
                  <a:gd name="connsiteX5-645" fmla="*/ 901862 w 901862"/>
                  <a:gd name="connsiteY5-646" fmla="*/ 330042 h 518129"/>
                  <a:gd name="connsiteX6-647" fmla="*/ 820718 w 901862"/>
                  <a:gd name="connsiteY6-648" fmla="*/ 518129 h 518129"/>
                  <a:gd name="connsiteX7-649" fmla="*/ 449618 w 901862"/>
                  <a:gd name="connsiteY7-650" fmla="*/ 343309 h 518129"/>
                  <a:gd name="connsiteX8-651" fmla="*/ 49971 w 901862"/>
                  <a:gd name="connsiteY8-652" fmla="*/ 420666 h 518129"/>
                  <a:gd name="connsiteX9-653" fmla="*/ 0 w 901862"/>
                  <a:gd name="connsiteY9-654" fmla="*/ 330042 h 518129"/>
                  <a:gd name="connsiteX10-655" fmla="*/ 0 w 901862"/>
                  <a:gd name="connsiteY10-656" fmla="*/ 156254 h 518129"/>
                  <a:gd name="connsiteX0-657" fmla="*/ 0 w 901862"/>
                  <a:gd name="connsiteY0-658" fmla="*/ 156254 h 518129"/>
                  <a:gd name="connsiteX1-659" fmla="*/ 45639 w 901862"/>
                  <a:gd name="connsiteY1-660" fmla="*/ 0 h 518129"/>
                  <a:gd name="connsiteX2-661" fmla="*/ 408216 w 901862"/>
                  <a:gd name="connsiteY2-662" fmla="*/ 189898 h 518129"/>
                  <a:gd name="connsiteX3-663" fmla="*/ 792935 w 901862"/>
                  <a:gd name="connsiteY3-664" fmla="*/ 70414 h 518129"/>
                  <a:gd name="connsiteX4-665" fmla="*/ 901862 w 901862"/>
                  <a:gd name="connsiteY4-666" fmla="*/ 156254 h 518129"/>
                  <a:gd name="connsiteX5-667" fmla="*/ 901862 w 901862"/>
                  <a:gd name="connsiteY5-668" fmla="*/ 330042 h 518129"/>
                  <a:gd name="connsiteX6-669" fmla="*/ 820718 w 901862"/>
                  <a:gd name="connsiteY6-670" fmla="*/ 518129 h 518129"/>
                  <a:gd name="connsiteX7-671" fmla="*/ 449618 w 901862"/>
                  <a:gd name="connsiteY7-672" fmla="*/ 343309 h 518129"/>
                  <a:gd name="connsiteX8-673" fmla="*/ 53233 w 901862"/>
                  <a:gd name="connsiteY8-674" fmla="*/ 444254 h 518129"/>
                  <a:gd name="connsiteX9-675" fmla="*/ 0 w 901862"/>
                  <a:gd name="connsiteY9-676" fmla="*/ 330042 h 518129"/>
                  <a:gd name="connsiteX10-677" fmla="*/ 0 w 901862"/>
                  <a:gd name="connsiteY10-678" fmla="*/ 156254 h 518129"/>
                  <a:gd name="connsiteX0-679" fmla="*/ 0 w 901862"/>
                  <a:gd name="connsiteY0-680" fmla="*/ 156254 h 518129"/>
                  <a:gd name="connsiteX1-681" fmla="*/ 45639 w 901862"/>
                  <a:gd name="connsiteY1-682" fmla="*/ 0 h 518129"/>
                  <a:gd name="connsiteX2-683" fmla="*/ 408216 w 901862"/>
                  <a:gd name="connsiteY2-684" fmla="*/ 189898 h 518129"/>
                  <a:gd name="connsiteX3-685" fmla="*/ 792935 w 901862"/>
                  <a:gd name="connsiteY3-686" fmla="*/ 70414 h 518129"/>
                  <a:gd name="connsiteX4-687" fmla="*/ 901862 w 901862"/>
                  <a:gd name="connsiteY4-688" fmla="*/ 156254 h 518129"/>
                  <a:gd name="connsiteX5-689" fmla="*/ 901862 w 901862"/>
                  <a:gd name="connsiteY5-690" fmla="*/ 330042 h 518129"/>
                  <a:gd name="connsiteX6-691" fmla="*/ 820718 w 901862"/>
                  <a:gd name="connsiteY6-692" fmla="*/ 518129 h 518129"/>
                  <a:gd name="connsiteX7-693" fmla="*/ 449618 w 901862"/>
                  <a:gd name="connsiteY7-694" fmla="*/ 343309 h 518129"/>
                  <a:gd name="connsiteX8-695" fmla="*/ 53233 w 901862"/>
                  <a:gd name="connsiteY8-696" fmla="*/ 444254 h 518129"/>
                  <a:gd name="connsiteX9-697" fmla="*/ 0 w 901862"/>
                  <a:gd name="connsiteY9-698" fmla="*/ 330042 h 518129"/>
                  <a:gd name="connsiteX10-699" fmla="*/ 0 w 901862"/>
                  <a:gd name="connsiteY10-700" fmla="*/ 156254 h 518129"/>
                  <a:gd name="connsiteX0-701" fmla="*/ 0 w 901862"/>
                  <a:gd name="connsiteY0-702" fmla="*/ 156254 h 518129"/>
                  <a:gd name="connsiteX1-703" fmla="*/ 45639 w 901862"/>
                  <a:gd name="connsiteY1-704" fmla="*/ 0 h 518129"/>
                  <a:gd name="connsiteX2-705" fmla="*/ 408216 w 901862"/>
                  <a:gd name="connsiteY2-706" fmla="*/ 189898 h 518129"/>
                  <a:gd name="connsiteX3-707" fmla="*/ 792935 w 901862"/>
                  <a:gd name="connsiteY3-708" fmla="*/ 70414 h 518129"/>
                  <a:gd name="connsiteX4-709" fmla="*/ 901862 w 901862"/>
                  <a:gd name="connsiteY4-710" fmla="*/ 156254 h 518129"/>
                  <a:gd name="connsiteX5-711" fmla="*/ 901862 w 901862"/>
                  <a:gd name="connsiteY5-712" fmla="*/ 330042 h 518129"/>
                  <a:gd name="connsiteX6-713" fmla="*/ 820718 w 901862"/>
                  <a:gd name="connsiteY6-714" fmla="*/ 518129 h 518129"/>
                  <a:gd name="connsiteX7-715" fmla="*/ 449618 w 901862"/>
                  <a:gd name="connsiteY7-716" fmla="*/ 343309 h 518129"/>
                  <a:gd name="connsiteX8-717" fmla="*/ 53233 w 901862"/>
                  <a:gd name="connsiteY8-718" fmla="*/ 444254 h 518129"/>
                  <a:gd name="connsiteX9-719" fmla="*/ 0 w 901862"/>
                  <a:gd name="connsiteY9-720" fmla="*/ 330042 h 518129"/>
                  <a:gd name="connsiteX10-721" fmla="*/ 0 w 901862"/>
                  <a:gd name="connsiteY10-722" fmla="*/ 156254 h 518129"/>
                  <a:gd name="connsiteX0-723" fmla="*/ 0 w 901862"/>
                  <a:gd name="connsiteY0-724" fmla="*/ 156254 h 518129"/>
                  <a:gd name="connsiteX1-725" fmla="*/ 45639 w 901862"/>
                  <a:gd name="connsiteY1-726" fmla="*/ 0 h 518129"/>
                  <a:gd name="connsiteX2-727" fmla="*/ 408216 w 901862"/>
                  <a:gd name="connsiteY2-728" fmla="*/ 189898 h 518129"/>
                  <a:gd name="connsiteX3-729" fmla="*/ 792935 w 901862"/>
                  <a:gd name="connsiteY3-730" fmla="*/ 70414 h 518129"/>
                  <a:gd name="connsiteX4-731" fmla="*/ 901862 w 901862"/>
                  <a:gd name="connsiteY4-732" fmla="*/ 156254 h 518129"/>
                  <a:gd name="connsiteX5-733" fmla="*/ 901862 w 901862"/>
                  <a:gd name="connsiteY5-734" fmla="*/ 330042 h 518129"/>
                  <a:gd name="connsiteX6-735" fmla="*/ 820718 w 901862"/>
                  <a:gd name="connsiteY6-736" fmla="*/ 518129 h 518129"/>
                  <a:gd name="connsiteX7-737" fmla="*/ 449618 w 901862"/>
                  <a:gd name="connsiteY7-738" fmla="*/ 343309 h 518129"/>
                  <a:gd name="connsiteX8-739" fmla="*/ 53233 w 901862"/>
                  <a:gd name="connsiteY8-740" fmla="*/ 444254 h 518129"/>
                  <a:gd name="connsiteX9-741" fmla="*/ 0 w 901862"/>
                  <a:gd name="connsiteY9-742" fmla="*/ 330042 h 518129"/>
                  <a:gd name="connsiteX10-743" fmla="*/ 0 w 901862"/>
                  <a:gd name="connsiteY10-744" fmla="*/ 156254 h 518129"/>
                  <a:gd name="connsiteX0-745" fmla="*/ 0 w 901862"/>
                  <a:gd name="connsiteY0-746" fmla="*/ 156254 h 518129"/>
                  <a:gd name="connsiteX1-747" fmla="*/ 45639 w 901862"/>
                  <a:gd name="connsiteY1-748" fmla="*/ 0 h 518129"/>
                  <a:gd name="connsiteX2-749" fmla="*/ 408216 w 901862"/>
                  <a:gd name="connsiteY2-750" fmla="*/ 189898 h 518129"/>
                  <a:gd name="connsiteX3-751" fmla="*/ 792935 w 901862"/>
                  <a:gd name="connsiteY3-752" fmla="*/ 70414 h 518129"/>
                  <a:gd name="connsiteX4-753" fmla="*/ 901862 w 901862"/>
                  <a:gd name="connsiteY4-754" fmla="*/ 156254 h 518129"/>
                  <a:gd name="connsiteX5-755" fmla="*/ 901862 w 901862"/>
                  <a:gd name="connsiteY5-756" fmla="*/ 330042 h 518129"/>
                  <a:gd name="connsiteX6-757" fmla="*/ 820718 w 901862"/>
                  <a:gd name="connsiteY6-758" fmla="*/ 518129 h 518129"/>
                  <a:gd name="connsiteX7-759" fmla="*/ 449618 w 901862"/>
                  <a:gd name="connsiteY7-760" fmla="*/ 343309 h 518129"/>
                  <a:gd name="connsiteX8-761" fmla="*/ 53233 w 901862"/>
                  <a:gd name="connsiteY8-762" fmla="*/ 444254 h 518129"/>
                  <a:gd name="connsiteX9-763" fmla="*/ 0 w 901862"/>
                  <a:gd name="connsiteY9-764" fmla="*/ 330042 h 518129"/>
                  <a:gd name="connsiteX10-765" fmla="*/ 0 w 901862"/>
                  <a:gd name="connsiteY10-766" fmla="*/ 156254 h 518129"/>
                  <a:gd name="connsiteX0-767" fmla="*/ 0 w 901862"/>
                  <a:gd name="connsiteY0-768" fmla="*/ 171490 h 533365"/>
                  <a:gd name="connsiteX1-769" fmla="*/ 27185 w 901862"/>
                  <a:gd name="connsiteY1-770" fmla="*/ 0 h 533365"/>
                  <a:gd name="connsiteX2-771" fmla="*/ 408216 w 901862"/>
                  <a:gd name="connsiteY2-772" fmla="*/ 205134 h 533365"/>
                  <a:gd name="connsiteX3-773" fmla="*/ 792935 w 901862"/>
                  <a:gd name="connsiteY3-774" fmla="*/ 85650 h 533365"/>
                  <a:gd name="connsiteX4-775" fmla="*/ 901862 w 901862"/>
                  <a:gd name="connsiteY4-776" fmla="*/ 171490 h 533365"/>
                  <a:gd name="connsiteX5-777" fmla="*/ 901862 w 901862"/>
                  <a:gd name="connsiteY5-778" fmla="*/ 345278 h 533365"/>
                  <a:gd name="connsiteX6-779" fmla="*/ 820718 w 901862"/>
                  <a:gd name="connsiteY6-780" fmla="*/ 533365 h 533365"/>
                  <a:gd name="connsiteX7-781" fmla="*/ 449618 w 901862"/>
                  <a:gd name="connsiteY7-782" fmla="*/ 358545 h 533365"/>
                  <a:gd name="connsiteX8-783" fmla="*/ 53233 w 901862"/>
                  <a:gd name="connsiteY8-784" fmla="*/ 459490 h 533365"/>
                  <a:gd name="connsiteX9-785" fmla="*/ 0 w 901862"/>
                  <a:gd name="connsiteY9-786" fmla="*/ 345278 h 533365"/>
                  <a:gd name="connsiteX10-787" fmla="*/ 0 w 901862"/>
                  <a:gd name="connsiteY10-788" fmla="*/ 171490 h 53336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37" y="connsiteY9-38"/>
                  </a:cxn>
                  <a:cxn ang="0">
                    <a:pos x="connsiteX10-479" y="connsiteY10-480"/>
                  </a:cxn>
                </a:cxnLst>
                <a:rect l="l" t="t" r="r" b="b"/>
                <a:pathLst>
                  <a:path w="901862" h="533365">
                    <a:moveTo>
                      <a:pt x="0" y="171490"/>
                    </a:moveTo>
                    <a:cubicBezTo>
                      <a:pt x="0" y="147494"/>
                      <a:pt x="3189" y="0"/>
                      <a:pt x="27185" y="0"/>
                    </a:cubicBezTo>
                    <a:cubicBezTo>
                      <a:pt x="108606" y="96799"/>
                      <a:pt x="280591" y="190859"/>
                      <a:pt x="408216" y="205134"/>
                    </a:cubicBezTo>
                    <a:cubicBezTo>
                      <a:pt x="535841" y="219409"/>
                      <a:pt x="638523" y="203937"/>
                      <a:pt x="792935" y="85650"/>
                    </a:cubicBezTo>
                    <a:cubicBezTo>
                      <a:pt x="816931" y="85650"/>
                      <a:pt x="901862" y="147494"/>
                      <a:pt x="901862" y="171490"/>
                    </a:cubicBezTo>
                    <a:lnTo>
                      <a:pt x="901862" y="345278"/>
                    </a:lnTo>
                    <a:cubicBezTo>
                      <a:pt x="901862" y="369274"/>
                      <a:pt x="844714" y="533365"/>
                      <a:pt x="820718" y="533365"/>
                    </a:cubicBezTo>
                    <a:cubicBezTo>
                      <a:pt x="658038" y="406441"/>
                      <a:pt x="577532" y="370857"/>
                      <a:pt x="449618" y="358545"/>
                    </a:cubicBezTo>
                    <a:cubicBezTo>
                      <a:pt x="321704" y="346233"/>
                      <a:pt x="129858" y="460586"/>
                      <a:pt x="53233" y="459490"/>
                    </a:cubicBezTo>
                    <a:cubicBezTo>
                      <a:pt x="29237" y="459490"/>
                      <a:pt x="0" y="369274"/>
                      <a:pt x="0" y="345278"/>
                    </a:cubicBezTo>
                    <a:lnTo>
                      <a:pt x="0" y="171490"/>
                    </a:lnTo>
                    <a:close/>
                  </a:path>
                </a:pathLst>
              </a:cu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圆角矩形 17"/>
              <p:cNvSpPr/>
              <p:nvPr/>
            </p:nvSpPr>
            <p:spPr>
              <a:xfrm rot="18884533">
                <a:off x="4986624" y="1188251"/>
                <a:ext cx="901862" cy="533365"/>
              </a:xfrm>
              <a:custGeom>
                <a:avLst/>
                <a:gdLst>
                  <a:gd name="connsiteX0" fmla="*/ 0 w 901862"/>
                  <a:gd name="connsiteY0" fmla="*/ 43448 h 260684"/>
                  <a:gd name="connsiteX1" fmla="*/ 43448 w 901862"/>
                  <a:gd name="connsiteY1" fmla="*/ 0 h 260684"/>
                  <a:gd name="connsiteX2" fmla="*/ 858414 w 901862"/>
                  <a:gd name="connsiteY2" fmla="*/ 0 h 260684"/>
                  <a:gd name="connsiteX3" fmla="*/ 901862 w 901862"/>
                  <a:gd name="connsiteY3" fmla="*/ 43448 h 260684"/>
                  <a:gd name="connsiteX4" fmla="*/ 901862 w 901862"/>
                  <a:gd name="connsiteY4" fmla="*/ 217236 h 260684"/>
                  <a:gd name="connsiteX5" fmla="*/ 858414 w 901862"/>
                  <a:gd name="connsiteY5" fmla="*/ 260684 h 260684"/>
                  <a:gd name="connsiteX6" fmla="*/ 43448 w 901862"/>
                  <a:gd name="connsiteY6" fmla="*/ 260684 h 260684"/>
                  <a:gd name="connsiteX7" fmla="*/ 0 w 901862"/>
                  <a:gd name="connsiteY7" fmla="*/ 217236 h 260684"/>
                  <a:gd name="connsiteX8" fmla="*/ 0 w 901862"/>
                  <a:gd name="connsiteY8" fmla="*/ 43448 h 260684"/>
                  <a:gd name="connsiteX0-1" fmla="*/ 0 w 901862"/>
                  <a:gd name="connsiteY0-2" fmla="*/ 43539 h 260775"/>
                  <a:gd name="connsiteX1-3" fmla="*/ 43448 w 901862"/>
                  <a:gd name="connsiteY1-4" fmla="*/ 91 h 260775"/>
                  <a:gd name="connsiteX2-5" fmla="*/ 469179 w 901862"/>
                  <a:gd name="connsiteY2-6" fmla="*/ 0 h 260775"/>
                  <a:gd name="connsiteX3-7" fmla="*/ 858414 w 901862"/>
                  <a:gd name="connsiteY3-8" fmla="*/ 91 h 260775"/>
                  <a:gd name="connsiteX4-9" fmla="*/ 901862 w 901862"/>
                  <a:gd name="connsiteY4-10" fmla="*/ 43539 h 260775"/>
                  <a:gd name="connsiteX5-11" fmla="*/ 901862 w 901862"/>
                  <a:gd name="connsiteY5-12" fmla="*/ 217327 h 260775"/>
                  <a:gd name="connsiteX6-13" fmla="*/ 858414 w 901862"/>
                  <a:gd name="connsiteY6-14" fmla="*/ 260775 h 260775"/>
                  <a:gd name="connsiteX7-15" fmla="*/ 43448 w 901862"/>
                  <a:gd name="connsiteY7-16" fmla="*/ 260775 h 260775"/>
                  <a:gd name="connsiteX8-17" fmla="*/ 0 w 901862"/>
                  <a:gd name="connsiteY8-18" fmla="*/ 217327 h 260775"/>
                  <a:gd name="connsiteX9" fmla="*/ 0 w 901862"/>
                  <a:gd name="connsiteY9" fmla="*/ 43539 h 260775"/>
                  <a:gd name="connsiteX0-19" fmla="*/ 0 w 901862"/>
                  <a:gd name="connsiteY0-20" fmla="*/ 43448 h 260684"/>
                  <a:gd name="connsiteX1-21" fmla="*/ 43448 w 901862"/>
                  <a:gd name="connsiteY1-22" fmla="*/ 0 h 260684"/>
                  <a:gd name="connsiteX2-23" fmla="*/ 441588 w 901862"/>
                  <a:gd name="connsiteY2-24" fmla="*/ 144593 h 260684"/>
                  <a:gd name="connsiteX3-25" fmla="*/ 858414 w 901862"/>
                  <a:gd name="connsiteY3-26" fmla="*/ 0 h 260684"/>
                  <a:gd name="connsiteX4-27" fmla="*/ 901862 w 901862"/>
                  <a:gd name="connsiteY4-28" fmla="*/ 43448 h 260684"/>
                  <a:gd name="connsiteX5-29" fmla="*/ 901862 w 901862"/>
                  <a:gd name="connsiteY5-30" fmla="*/ 217236 h 260684"/>
                  <a:gd name="connsiteX6-31" fmla="*/ 858414 w 901862"/>
                  <a:gd name="connsiteY6-32" fmla="*/ 260684 h 260684"/>
                  <a:gd name="connsiteX7-33" fmla="*/ 43448 w 901862"/>
                  <a:gd name="connsiteY7-34" fmla="*/ 260684 h 260684"/>
                  <a:gd name="connsiteX8-35" fmla="*/ 0 w 901862"/>
                  <a:gd name="connsiteY8-36" fmla="*/ 217236 h 260684"/>
                  <a:gd name="connsiteX9-37" fmla="*/ 0 w 901862"/>
                  <a:gd name="connsiteY9-38" fmla="*/ 43448 h 260684"/>
                  <a:gd name="connsiteX0-39" fmla="*/ 0 w 901862"/>
                  <a:gd name="connsiteY0-40" fmla="*/ 43448 h 260684"/>
                  <a:gd name="connsiteX1-41" fmla="*/ 43448 w 901862"/>
                  <a:gd name="connsiteY1-42" fmla="*/ 0 h 260684"/>
                  <a:gd name="connsiteX2-43" fmla="*/ 446920 w 901862"/>
                  <a:gd name="connsiteY2-44" fmla="*/ 82317 h 260684"/>
                  <a:gd name="connsiteX3-45" fmla="*/ 858414 w 901862"/>
                  <a:gd name="connsiteY3-46" fmla="*/ 0 h 260684"/>
                  <a:gd name="connsiteX4-47" fmla="*/ 901862 w 901862"/>
                  <a:gd name="connsiteY4-48" fmla="*/ 43448 h 260684"/>
                  <a:gd name="connsiteX5-49" fmla="*/ 901862 w 901862"/>
                  <a:gd name="connsiteY5-50" fmla="*/ 217236 h 260684"/>
                  <a:gd name="connsiteX6-51" fmla="*/ 858414 w 901862"/>
                  <a:gd name="connsiteY6-52" fmla="*/ 260684 h 260684"/>
                  <a:gd name="connsiteX7-53" fmla="*/ 43448 w 901862"/>
                  <a:gd name="connsiteY7-54" fmla="*/ 260684 h 260684"/>
                  <a:gd name="connsiteX8-55" fmla="*/ 0 w 901862"/>
                  <a:gd name="connsiteY8-56" fmla="*/ 217236 h 260684"/>
                  <a:gd name="connsiteX9-57" fmla="*/ 0 w 901862"/>
                  <a:gd name="connsiteY9-58" fmla="*/ 43448 h 260684"/>
                  <a:gd name="connsiteX0-59" fmla="*/ 0 w 901862"/>
                  <a:gd name="connsiteY0-60" fmla="*/ 43448 h 260684"/>
                  <a:gd name="connsiteX1-61" fmla="*/ 43448 w 901862"/>
                  <a:gd name="connsiteY1-62" fmla="*/ 0 h 260684"/>
                  <a:gd name="connsiteX2-63" fmla="*/ 446920 w 901862"/>
                  <a:gd name="connsiteY2-64" fmla="*/ 82317 h 260684"/>
                  <a:gd name="connsiteX3-65" fmla="*/ 858414 w 901862"/>
                  <a:gd name="connsiteY3-66" fmla="*/ 0 h 260684"/>
                  <a:gd name="connsiteX4-67" fmla="*/ 901862 w 901862"/>
                  <a:gd name="connsiteY4-68" fmla="*/ 43448 h 260684"/>
                  <a:gd name="connsiteX5-69" fmla="*/ 901862 w 901862"/>
                  <a:gd name="connsiteY5-70" fmla="*/ 217236 h 260684"/>
                  <a:gd name="connsiteX6-71" fmla="*/ 858414 w 901862"/>
                  <a:gd name="connsiteY6-72" fmla="*/ 260684 h 260684"/>
                  <a:gd name="connsiteX7-73" fmla="*/ 43448 w 901862"/>
                  <a:gd name="connsiteY7-74" fmla="*/ 260684 h 260684"/>
                  <a:gd name="connsiteX8-75" fmla="*/ 0 w 901862"/>
                  <a:gd name="connsiteY8-76" fmla="*/ 217236 h 260684"/>
                  <a:gd name="connsiteX9-77" fmla="*/ 0 w 901862"/>
                  <a:gd name="connsiteY9-78" fmla="*/ 43448 h 260684"/>
                  <a:gd name="connsiteX0-79" fmla="*/ 0 w 901862"/>
                  <a:gd name="connsiteY0-80" fmla="*/ 43448 h 260684"/>
                  <a:gd name="connsiteX1-81" fmla="*/ 43448 w 901862"/>
                  <a:gd name="connsiteY1-82" fmla="*/ 0 h 260684"/>
                  <a:gd name="connsiteX2-83" fmla="*/ 446920 w 901862"/>
                  <a:gd name="connsiteY2-84" fmla="*/ 82317 h 260684"/>
                  <a:gd name="connsiteX3-85" fmla="*/ 858414 w 901862"/>
                  <a:gd name="connsiteY3-86" fmla="*/ 0 h 260684"/>
                  <a:gd name="connsiteX4-87" fmla="*/ 901862 w 901862"/>
                  <a:gd name="connsiteY4-88" fmla="*/ 43448 h 260684"/>
                  <a:gd name="connsiteX5-89" fmla="*/ 901862 w 901862"/>
                  <a:gd name="connsiteY5-90" fmla="*/ 217236 h 260684"/>
                  <a:gd name="connsiteX6-91" fmla="*/ 858414 w 901862"/>
                  <a:gd name="connsiteY6-92" fmla="*/ 260684 h 260684"/>
                  <a:gd name="connsiteX7-93" fmla="*/ 43448 w 901862"/>
                  <a:gd name="connsiteY7-94" fmla="*/ 260684 h 260684"/>
                  <a:gd name="connsiteX8-95" fmla="*/ 0 w 901862"/>
                  <a:gd name="connsiteY8-96" fmla="*/ 217236 h 260684"/>
                  <a:gd name="connsiteX9-97" fmla="*/ 0 w 901862"/>
                  <a:gd name="connsiteY9-98" fmla="*/ 43448 h 260684"/>
                  <a:gd name="connsiteX0-99" fmla="*/ 0 w 901862"/>
                  <a:gd name="connsiteY0-100" fmla="*/ 90518 h 307754"/>
                  <a:gd name="connsiteX1-101" fmla="*/ 60498 w 901862"/>
                  <a:gd name="connsiteY1-102" fmla="*/ 0 h 307754"/>
                  <a:gd name="connsiteX2-103" fmla="*/ 446920 w 901862"/>
                  <a:gd name="connsiteY2-104" fmla="*/ 129387 h 307754"/>
                  <a:gd name="connsiteX3-105" fmla="*/ 858414 w 901862"/>
                  <a:gd name="connsiteY3-106" fmla="*/ 47070 h 307754"/>
                  <a:gd name="connsiteX4-107" fmla="*/ 901862 w 901862"/>
                  <a:gd name="connsiteY4-108" fmla="*/ 90518 h 307754"/>
                  <a:gd name="connsiteX5-109" fmla="*/ 901862 w 901862"/>
                  <a:gd name="connsiteY5-110" fmla="*/ 264306 h 307754"/>
                  <a:gd name="connsiteX6-111" fmla="*/ 858414 w 901862"/>
                  <a:gd name="connsiteY6-112" fmla="*/ 307754 h 307754"/>
                  <a:gd name="connsiteX7-113" fmla="*/ 43448 w 901862"/>
                  <a:gd name="connsiteY7-114" fmla="*/ 307754 h 307754"/>
                  <a:gd name="connsiteX8-115" fmla="*/ 0 w 901862"/>
                  <a:gd name="connsiteY8-116" fmla="*/ 264306 h 307754"/>
                  <a:gd name="connsiteX9-117" fmla="*/ 0 w 901862"/>
                  <a:gd name="connsiteY9-118" fmla="*/ 90518 h 307754"/>
                  <a:gd name="connsiteX0-119" fmla="*/ 0 w 901862"/>
                  <a:gd name="connsiteY0-120" fmla="*/ 90518 h 307754"/>
                  <a:gd name="connsiteX1-121" fmla="*/ 60498 w 901862"/>
                  <a:gd name="connsiteY1-122" fmla="*/ 0 h 307754"/>
                  <a:gd name="connsiteX2-123" fmla="*/ 446920 w 901862"/>
                  <a:gd name="connsiteY2-124" fmla="*/ 129387 h 307754"/>
                  <a:gd name="connsiteX3-125" fmla="*/ 858414 w 901862"/>
                  <a:gd name="connsiteY3-126" fmla="*/ 47070 h 307754"/>
                  <a:gd name="connsiteX4-127" fmla="*/ 901862 w 901862"/>
                  <a:gd name="connsiteY4-128" fmla="*/ 90518 h 307754"/>
                  <a:gd name="connsiteX5-129" fmla="*/ 901862 w 901862"/>
                  <a:gd name="connsiteY5-130" fmla="*/ 264306 h 307754"/>
                  <a:gd name="connsiteX6-131" fmla="*/ 858414 w 901862"/>
                  <a:gd name="connsiteY6-132" fmla="*/ 307754 h 307754"/>
                  <a:gd name="connsiteX7-133" fmla="*/ 43448 w 901862"/>
                  <a:gd name="connsiteY7-134" fmla="*/ 307754 h 307754"/>
                  <a:gd name="connsiteX8-135" fmla="*/ 0 w 901862"/>
                  <a:gd name="connsiteY8-136" fmla="*/ 264306 h 307754"/>
                  <a:gd name="connsiteX9-137" fmla="*/ 0 w 901862"/>
                  <a:gd name="connsiteY9-138" fmla="*/ 90518 h 307754"/>
                  <a:gd name="connsiteX0-139" fmla="*/ 0 w 901862"/>
                  <a:gd name="connsiteY0-140" fmla="*/ 90518 h 307754"/>
                  <a:gd name="connsiteX1-141" fmla="*/ 60498 w 901862"/>
                  <a:gd name="connsiteY1-142" fmla="*/ 0 h 307754"/>
                  <a:gd name="connsiteX2-143" fmla="*/ 446920 w 901862"/>
                  <a:gd name="connsiteY2-144" fmla="*/ 129387 h 307754"/>
                  <a:gd name="connsiteX3-145" fmla="*/ 858414 w 901862"/>
                  <a:gd name="connsiteY3-146" fmla="*/ 47070 h 307754"/>
                  <a:gd name="connsiteX4-147" fmla="*/ 901862 w 901862"/>
                  <a:gd name="connsiteY4-148" fmla="*/ 90518 h 307754"/>
                  <a:gd name="connsiteX5-149" fmla="*/ 901862 w 901862"/>
                  <a:gd name="connsiteY5-150" fmla="*/ 264306 h 307754"/>
                  <a:gd name="connsiteX6-151" fmla="*/ 858414 w 901862"/>
                  <a:gd name="connsiteY6-152" fmla="*/ 307754 h 307754"/>
                  <a:gd name="connsiteX7-153" fmla="*/ 43448 w 901862"/>
                  <a:gd name="connsiteY7-154" fmla="*/ 307754 h 307754"/>
                  <a:gd name="connsiteX8-155" fmla="*/ 0 w 901862"/>
                  <a:gd name="connsiteY8-156" fmla="*/ 264306 h 307754"/>
                  <a:gd name="connsiteX9-157" fmla="*/ 0 w 901862"/>
                  <a:gd name="connsiteY9-158" fmla="*/ 90518 h 307754"/>
                  <a:gd name="connsiteX0-159" fmla="*/ 0 w 901862"/>
                  <a:gd name="connsiteY0-160" fmla="*/ 109063 h 326299"/>
                  <a:gd name="connsiteX1-161" fmla="*/ 55530 w 901862"/>
                  <a:gd name="connsiteY1-162" fmla="*/ 0 h 326299"/>
                  <a:gd name="connsiteX2-163" fmla="*/ 446920 w 901862"/>
                  <a:gd name="connsiteY2-164" fmla="*/ 147932 h 326299"/>
                  <a:gd name="connsiteX3-165" fmla="*/ 858414 w 901862"/>
                  <a:gd name="connsiteY3-166" fmla="*/ 65615 h 326299"/>
                  <a:gd name="connsiteX4-167" fmla="*/ 901862 w 901862"/>
                  <a:gd name="connsiteY4-168" fmla="*/ 109063 h 326299"/>
                  <a:gd name="connsiteX5-169" fmla="*/ 901862 w 901862"/>
                  <a:gd name="connsiteY5-170" fmla="*/ 282851 h 326299"/>
                  <a:gd name="connsiteX6-171" fmla="*/ 858414 w 901862"/>
                  <a:gd name="connsiteY6-172" fmla="*/ 326299 h 326299"/>
                  <a:gd name="connsiteX7-173" fmla="*/ 43448 w 901862"/>
                  <a:gd name="connsiteY7-174" fmla="*/ 326299 h 326299"/>
                  <a:gd name="connsiteX8-175" fmla="*/ 0 w 901862"/>
                  <a:gd name="connsiteY8-176" fmla="*/ 282851 h 326299"/>
                  <a:gd name="connsiteX9-177" fmla="*/ 0 w 901862"/>
                  <a:gd name="connsiteY9-178" fmla="*/ 109063 h 326299"/>
                  <a:gd name="connsiteX0-179" fmla="*/ 0 w 901862"/>
                  <a:gd name="connsiteY0-180" fmla="*/ 109063 h 326299"/>
                  <a:gd name="connsiteX1-181" fmla="*/ 55530 w 901862"/>
                  <a:gd name="connsiteY1-182" fmla="*/ 0 h 326299"/>
                  <a:gd name="connsiteX2-183" fmla="*/ 446920 w 901862"/>
                  <a:gd name="connsiteY2-184" fmla="*/ 147932 h 326299"/>
                  <a:gd name="connsiteX3-185" fmla="*/ 858414 w 901862"/>
                  <a:gd name="connsiteY3-186" fmla="*/ 65615 h 326299"/>
                  <a:gd name="connsiteX4-187" fmla="*/ 901862 w 901862"/>
                  <a:gd name="connsiteY4-188" fmla="*/ 109063 h 326299"/>
                  <a:gd name="connsiteX5-189" fmla="*/ 901862 w 901862"/>
                  <a:gd name="connsiteY5-190" fmla="*/ 282851 h 326299"/>
                  <a:gd name="connsiteX6-191" fmla="*/ 858414 w 901862"/>
                  <a:gd name="connsiteY6-192" fmla="*/ 326299 h 326299"/>
                  <a:gd name="connsiteX7-193" fmla="*/ 43448 w 901862"/>
                  <a:gd name="connsiteY7-194" fmla="*/ 326299 h 326299"/>
                  <a:gd name="connsiteX8-195" fmla="*/ 0 w 901862"/>
                  <a:gd name="connsiteY8-196" fmla="*/ 282851 h 326299"/>
                  <a:gd name="connsiteX9-197" fmla="*/ 0 w 901862"/>
                  <a:gd name="connsiteY9-198" fmla="*/ 109063 h 326299"/>
                  <a:gd name="connsiteX0-199" fmla="*/ 0 w 901862"/>
                  <a:gd name="connsiteY0-200" fmla="*/ 109063 h 326299"/>
                  <a:gd name="connsiteX1-201" fmla="*/ 55530 w 901862"/>
                  <a:gd name="connsiteY1-202" fmla="*/ 0 h 326299"/>
                  <a:gd name="connsiteX2-203" fmla="*/ 446920 w 901862"/>
                  <a:gd name="connsiteY2-204" fmla="*/ 147932 h 326299"/>
                  <a:gd name="connsiteX3-205" fmla="*/ 858414 w 901862"/>
                  <a:gd name="connsiteY3-206" fmla="*/ 65615 h 326299"/>
                  <a:gd name="connsiteX4-207" fmla="*/ 901862 w 901862"/>
                  <a:gd name="connsiteY4-208" fmla="*/ 109063 h 326299"/>
                  <a:gd name="connsiteX5-209" fmla="*/ 901862 w 901862"/>
                  <a:gd name="connsiteY5-210" fmla="*/ 282851 h 326299"/>
                  <a:gd name="connsiteX6-211" fmla="*/ 858414 w 901862"/>
                  <a:gd name="connsiteY6-212" fmla="*/ 326299 h 326299"/>
                  <a:gd name="connsiteX7-213" fmla="*/ 43448 w 901862"/>
                  <a:gd name="connsiteY7-214" fmla="*/ 326299 h 326299"/>
                  <a:gd name="connsiteX8-215" fmla="*/ 0 w 901862"/>
                  <a:gd name="connsiteY8-216" fmla="*/ 282851 h 326299"/>
                  <a:gd name="connsiteX9-217" fmla="*/ 0 w 901862"/>
                  <a:gd name="connsiteY9-218" fmla="*/ 109063 h 326299"/>
                  <a:gd name="connsiteX0-219" fmla="*/ 0 w 901862"/>
                  <a:gd name="connsiteY0-220" fmla="*/ 109063 h 326299"/>
                  <a:gd name="connsiteX1-221" fmla="*/ 55530 w 901862"/>
                  <a:gd name="connsiteY1-222" fmla="*/ 0 h 326299"/>
                  <a:gd name="connsiteX2-223" fmla="*/ 446920 w 901862"/>
                  <a:gd name="connsiteY2-224" fmla="*/ 147932 h 326299"/>
                  <a:gd name="connsiteX3-225" fmla="*/ 858414 w 901862"/>
                  <a:gd name="connsiteY3-226" fmla="*/ 65615 h 326299"/>
                  <a:gd name="connsiteX4-227" fmla="*/ 901862 w 901862"/>
                  <a:gd name="connsiteY4-228" fmla="*/ 109063 h 326299"/>
                  <a:gd name="connsiteX5-229" fmla="*/ 901862 w 901862"/>
                  <a:gd name="connsiteY5-230" fmla="*/ 282851 h 326299"/>
                  <a:gd name="connsiteX6-231" fmla="*/ 858414 w 901862"/>
                  <a:gd name="connsiteY6-232" fmla="*/ 326299 h 326299"/>
                  <a:gd name="connsiteX7-233" fmla="*/ 43448 w 901862"/>
                  <a:gd name="connsiteY7-234" fmla="*/ 326299 h 326299"/>
                  <a:gd name="connsiteX8-235" fmla="*/ 0 w 901862"/>
                  <a:gd name="connsiteY8-236" fmla="*/ 282851 h 326299"/>
                  <a:gd name="connsiteX9-237" fmla="*/ 0 w 901862"/>
                  <a:gd name="connsiteY9-238" fmla="*/ 109063 h 326299"/>
                  <a:gd name="connsiteX0-239" fmla="*/ 0 w 901862"/>
                  <a:gd name="connsiteY0-240" fmla="*/ 109063 h 326299"/>
                  <a:gd name="connsiteX1-241" fmla="*/ 55530 w 901862"/>
                  <a:gd name="connsiteY1-242" fmla="*/ 0 h 326299"/>
                  <a:gd name="connsiteX2-243" fmla="*/ 446920 w 901862"/>
                  <a:gd name="connsiteY2-244" fmla="*/ 147932 h 326299"/>
                  <a:gd name="connsiteX3-245" fmla="*/ 858414 w 901862"/>
                  <a:gd name="connsiteY3-246" fmla="*/ 65615 h 326299"/>
                  <a:gd name="connsiteX4-247" fmla="*/ 901862 w 901862"/>
                  <a:gd name="connsiteY4-248" fmla="*/ 109063 h 326299"/>
                  <a:gd name="connsiteX5-249" fmla="*/ 901862 w 901862"/>
                  <a:gd name="connsiteY5-250" fmla="*/ 282851 h 326299"/>
                  <a:gd name="connsiteX6-251" fmla="*/ 858414 w 901862"/>
                  <a:gd name="connsiteY6-252" fmla="*/ 326299 h 326299"/>
                  <a:gd name="connsiteX7-253" fmla="*/ 43448 w 901862"/>
                  <a:gd name="connsiteY7-254" fmla="*/ 326299 h 326299"/>
                  <a:gd name="connsiteX8-255" fmla="*/ 0 w 901862"/>
                  <a:gd name="connsiteY8-256" fmla="*/ 282851 h 326299"/>
                  <a:gd name="connsiteX9-257" fmla="*/ 0 w 901862"/>
                  <a:gd name="connsiteY9-258" fmla="*/ 109063 h 326299"/>
                  <a:gd name="connsiteX0-259" fmla="*/ 0 w 901862"/>
                  <a:gd name="connsiteY0-260" fmla="*/ 109063 h 326299"/>
                  <a:gd name="connsiteX1-261" fmla="*/ 55530 w 901862"/>
                  <a:gd name="connsiteY1-262" fmla="*/ 0 h 326299"/>
                  <a:gd name="connsiteX2-263" fmla="*/ 408216 w 901862"/>
                  <a:gd name="connsiteY2-264" fmla="*/ 142707 h 326299"/>
                  <a:gd name="connsiteX3-265" fmla="*/ 858414 w 901862"/>
                  <a:gd name="connsiteY3-266" fmla="*/ 65615 h 326299"/>
                  <a:gd name="connsiteX4-267" fmla="*/ 901862 w 901862"/>
                  <a:gd name="connsiteY4-268" fmla="*/ 109063 h 326299"/>
                  <a:gd name="connsiteX5-269" fmla="*/ 901862 w 901862"/>
                  <a:gd name="connsiteY5-270" fmla="*/ 282851 h 326299"/>
                  <a:gd name="connsiteX6-271" fmla="*/ 858414 w 901862"/>
                  <a:gd name="connsiteY6-272" fmla="*/ 326299 h 326299"/>
                  <a:gd name="connsiteX7-273" fmla="*/ 43448 w 901862"/>
                  <a:gd name="connsiteY7-274" fmla="*/ 326299 h 326299"/>
                  <a:gd name="connsiteX8-275" fmla="*/ 0 w 901862"/>
                  <a:gd name="connsiteY8-276" fmla="*/ 282851 h 326299"/>
                  <a:gd name="connsiteX9-277" fmla="*/ 0 w 901862"/>
                  <a:gd name="connsiteY9-278" fmla="*/ 109063 h 326299"/>
                  <a:gd name="connsiteX0-279" fmla="*/ 0 w 901862"/>
                  <a:gd name="connsiteY0-280" fmla="*/ 109063 h 326299"/>
                  <a:gd name="connsiteX1-281" fmla="*/ 55530 w 901862"/>
                  <a:gd name="connsiteY1-282" fmla="*/ 0 h 326299"/>
                  <a:gd name="connsiteX2-283" fmla="*/ 408216 w 901862"/>
                  <a:gd name="connsiteY2-284" fmla="*/ 142707 h 326299"/>
                  <a:gd name="connsiteX3-285" fmla="*/ 856799 w 901862"/>
                  <a:gd name="connsiteY3-286" fmla="*/ 50453 h 326299"/>
                  <a:gd name="connsiteX4-287" fmla="*/ 901862 w 901862"/>
                  <a:gd name="connsiteY4-288" fmla="*/ 109063 h 326299"/>
                  <a:gd name="connsiteX5-289" fmla="*/ 901862 w 901862"/>
                  <a:gd name="connsiteY5-290" fmla="*/ 282851 h 326299"/>
                  <a:gd name="connsiteX6-291" fmla="*/ 858414 w 901862"/>
                  <a:gd name="connsiteY6-292" fmla="*/ 326299 h 326299"/>
                  <a:gd name="connsiteX7-293" fmla="*/ 43448 w 901862"/>
                  <a:gd name="connsiteY7-294" fmla="*/ 326299 h 326299"/>
                  <a:gd name="connsiteX8-295" fmla="*/ 0 w 901862"/>
                  <a:gd name="connsiteY8-296" fmla="*/ 282851 h 326299"/>
                  <a:gd name="connsiteX9-297" fmla="*/ 0 w 901862"/>
                  <a:gd name="connsiteY9-298" fmla="*/ 109063 h 326299"/>
                  <a:gd name="connsiteX0-299" fmla="*/ 0 w 901862"/>
                  <a:gd name="connsiteY0-300" fmla="*/ 109063 h 326299"/>
                  <a:gd name="connsiteX1-301" fmla="*/ 55530 w 901862"/>
                  <a:gd name="connsiteY1-302" fmla="*/ 0 h 326299"/>
                  <a:gd name="connsiteX2-303" fmla="*/ 408216 w 901862"/>
                  <a:gd name="connsiteY2-304" fmla="*/ 142707 h 326299"/>
                  <a:gd name="connsiteX3-305" fmla="*/ 856799 w 901862"/>
                  <a:gd name="connsiteY3-306" fmla="*/ 50453 h 326299"/>
                  <a:gd name="connsiteX4-307" fmla="*/ 901862 w 901862"/>
                  <a:gd name="connsiteY4-308" fmla="*/ 109063 h 326299"/>
                  <a:gd name="connsiteX5-309" fmla="*/ 901862 w 901862"/>
                  <a:gd name="connsiteY5-310" fmla="*/ 282851 h 326299"/>
                  <a:gd name="connsiteX6-311" fmla="*/ 858414 w 901862"/>
                  <a:gd name="connsiteY6-312" fmla="*/ 326299 h 326299"/>
                  <a:gd name="connsiteX7-313" fmla="*/ 43448 w 901862"/>
                  <a:gd name="connsiteY7-314" fmla="*/ 326299 h 326299"/>
                  <a:gd name="connsiteX8-315" fmla="*/ 0 w 901862"/>
                  <a:gd name="connsiteY8-316" fmla="*/ 282851 h 326299"/>
                  <a:gd name="connsiteX9-317" fmla="*/ 0 w 901862"/>
                  <a:gd name="connsiteY9-318" fmla="*/ 109063 h 326299"/>
                  <a:gd name="connsiteX0-319" fmla="*/ 0 w 901862"/>
                  <a:gd name="connsiteY0-320" fmla="*/ 109063 h 326299"/>
                  <a:gd name="connsiteX1-321" fmla="*/ 55530 w 901862"/>
                  <a:gd name="connsiteY1-322" fmla="*/ 0 h 326299"/>
                  <a:gd name="connsiteX2-323" fmla="*/ 408216 w 901862"/>
                  <a:gd name="connsiteY2-324" fmla="*/ 142707 h 326299"/>
                  <a:gd name="connsiteX3-325" fmla="*/ 803023 w 901862"/>
                  <a:gd name="connsiteY3-326" fmla="*/ 26637 h 326299"/>
                  <a:gd name="connsiteX4-327" fmla="*/ 901862 w 901862"/>
                  <a:gd name="connsiteY4-328" fmla="*/ 109063 h 326299"/>
                  <a:gd name="connsiteX5-329" fmla="*/ 901862 w 901862"/>
                  <a:gd name="connsiteY5-330" fmla="*/ 282851 h 326299"/>
                  <a:gd name="connsiteX6-331" fmla="*/ 858414 w 901862"/>
                  <a:gd name="connsiteY6-332" fmla="*/ 326299 h 326299"/>
                  <a:gd name="connsiteX7-333" fmla="*/ 43448 w 901862"/>
                  <a:gd name="connsiteY7-334" fmla="*/ 326299 h 326299"/>
                  <a:gd name="connsiteX8-335" fmla="*/ 0 w 901862"/>
                  <a:gd name="connsiteY8-336" fmla="*/ 282851 h 326299"/>
                  <a:gd name="connsiteX9-337" fmla="*/ 0 w 901862"/>
                  <a:gd name="connsiteY9-338" fmla="*/ 109063 h 326299"/>
                  <a:gd name="connsiteX0-339" fmla="*/ 0 w 901862"/>
                  <a:gd name="connsiteY0-340" fmla="*/ 109063 h 326299"/>
                  <a:gd name="connsiteX1-341" fmla="*/ 55530 w 901862"/>
                  <a:gd name="connsiteY1-342" fmla="*/ 0 h 326299"/>
                  <a:gd name="connsiteX2-343" fmla="*/ 408216 w 901862"/>
                  <a:gd name="connsiteY2-344" fmla="*/ 142707 h 326299"/>
                  <a:gd name="connsiteX3-345" fmla="*/ 809712 w 901862"/>
                  <a:gd name="connsiteY3-346" fmla="*/ 36769 h 326299"/>
                  <a:gd name="connsiteX4-347" fmla="*/ 901862 w 901862"/>
                  <a:gd name="connsiteY4-348" fmla="*/ 109063 h 326299"/>
                  <a:gd name="connsiteX5-349" fmla="*/ 901862 w 901862"/>
                  <a:gd name="connsiteY5-350" fmla="*/ 282851 h 326299"/>
                  <a:gd name="connsiteX6-351" fmla="*/ 858414 w 901862"/>
                  <a:gd name="connsiteY6-352" fmla="*/ 326299 h 326299"/>
                  <a:gd name="connsiteX7-353" fmla="*/ 43448 w 901862"/>
                  <a:gd name="connsiteY7-354" fmla="*/ 326299 h 326299"/>
                  <a:gd name="connsiteX8-355" fmla="*/ 0 w 901862"/>
                  <a:gd name="connsiteY8-356" fmla="*/ 282851 h 326299"/>
                  <a:gd name="connsiteX9-357" fmla="*/ 0 w 901862"/>
                  <a:gd name="connsiteY9-358" fmla="*/ 109063 h 326299"/>
                  <a:gd name="connsiteX0-359" fmla="*/ 0 w 901862"/>
                  <a:gd name="connsiteY0-360" fmla="*/ 109063 h 326299"/>
                  <a:gd name="connsiteX1-361" fmla="*/ 55530 w 901862"/>
                  <a:gd name="connsiteY1-362" fmla="*/ 0 h 326299"/>
                  <a:gd name="connsiteX2-363" fmla="*/ 408216 w 901862"/>
                  <a:gd name="connsiteY2-364" fmla="*/ 142707 h 326299"/>
                  <a:gd name="connsiteX3-365" fmla="*/ 809712 w 901862"/>
                  <a:gd name="connsiteY3-366" fmla="*/ 36769 h 326299"/>
                  <a:gd name="connsiteX4-367" fmla="*/ 901862 w 901862"/>
                  <a:gd name="connsiteY4-368" fmla="*/ 109063 h 326299"/>
                  <a:gd name="connsiteX5-369" fmla="*/ 901862 w 901862"/>
                  <a:gd name="connsiteY5-370" fmla="*/ 282851 h 326299"/>
                  <a:gd name="connsiteX6-371" fmla="*/ 858414 w 901862"/>
                  <a:gd name="connsiteY6-372" fmla="*/ 326299 h 326299"/>
                  <a:gd name="connsiteX7-373" fmla="*/ 43448 w 901862"/>
                  <a:gd name="connsiteY7-374" fmla="*/ 326299 h 326299"/>
                  <a:gd name="connsiteX8-375" fmla="*/ 0 w 901862"/>
                  <a:gd name="connsiteY8-376" fmla="*/ 282851 h 326299"/>
                  <a:gd name="connsiteX9-377" fmla="*/ 0 w 901862"/>
                  <a:gd name="connsiteY9-378" fmla="*/ 109063 h 326299"/>
                  <a:gd name="connsiteX0-379" fmla="*/ 0 w 901862"/>
                  <a:gd name="connsiteY0-380" fmla="*/ 109063 h 326299"/>
                  <a:gd name="connsiteX1-381" fmla="*/ 55530 w 901862"/>
                  <a:gd name="connsiteY1-382" fmla="*/ 0 h 326299"/>
                  <a:gd name="connsiteX2-383" fmla="*/ 408216 w 901862"/>
                  <a:gd name="connsiteY2-384" fmla="*/ 142707 h 326299"/>
                  <a:gd name="connsiteX3-385" fmla="*/ 792935 w 901862"/>
                  <a:gd name="connsiteY3-386" fmla="*/ 23223 h 326299"/>
                  <a:gd name="connsiteX4-387" fmla="*/ 901862 w 901862"/>
                  <a:gd name="connsiteY4-388" fmla="*/ 109063 h 326299"/>
                  <a:gd name="connsiteX5-389" fmla="*/ 901862 w 901862"/>
                  <a:gd name="connsiteY5-390" fmla="*/ 282851 h 326299"/>
                  <a:gd name="connsiteX6-391" fmla="*/ 858414 w 901862"/>
                  <a:gd name="connsiteY6-392" fmla="*/ 326299 h 326299"/>
                  <a:gd name="connsiteX7-393" fmla="*/ 43448 w 901862"/>
                  <a:gd name="connsiteY7-394" fmla="*/ 326299 h 326299"/>
                  <a:gd name="connsiteX8-395" fmla="*/ 0 w 901862"/>
                  <a:gd name="connsiteY8-396" fmla="*/ 282851 h 326299"/>
                  <a:gd name="connsiteX9-397" fmla="*/ 0 w 901862"/>
                  <a:gd name="connsiteY9-398" fmla="*/ 109063 h 326299"/>
                  <a:gd name="connsiteX0-399" fmla="*/ 0 w 901862"/>
                  <a:gd name="connsiteY0-400" fmla="*/ 109063 h 326299"/>
                  <a:gd name="connsiteX1-401" fmla="*/ 55530 w 901862"/>
                  <a:gd name="connsiteY1-402" fmla="*/ 0 h 326299"/>
                  <a:gd name="connsiteX2-403" fmla="*/ 408216 w 901862"/>
                  <a:gd name="connsiteY2-404" fmla="*/ 142707 h 326299"/>
                  <a:gd name="connsiteX3-405" fmla="*/ 792935 w 901862"/>
                  <a:gd name="connsiteY3-406" fmla="*/ 23223 h 326299"/>
                  <a:gd name="connsiteX4-407" fmla="*/ 901862 w 901862"/>
                  <a:gd name="connsiteY4-408" fmla="*/ 109063 h 326299"/>
                  <a:gd name="connsiteX5-409" fmla="*/ 901862 w 901862"/>
                  <a:gd name="connsiteY5-410" fmla="*/ 282851 h 326299"/>
                  <a:gd name="connsiteX6-411" fmla="*/ 858414 w 901862"/>
                  <a:gd name="connsiteY6-412" fmla="*/ 326299 h 326299"/>
                  <a:gd name="connsiteX7-413" fmla="*/ 43448 w 901862"/>
                  <a:gd name="connsiteY7-414" fmla="*/ 326299 h 326299"/>
                  <a:gd name="connsiteX8-415" fmla="*/ 0 w 901862"/>
                  <a:gd name="connsiteY8-416" fmla="*/ 282851 h 326299"/>
                  <a:gd name="connsiteX9-417" fmla="*/ 0 w 901862"/>
                  <a:gd name="connsiteY9-418" fmla="*/ 109063 h 326299"/>
                  <a:gd name="connsiteX0-419" fmla="*/ 0 w 901862"/>
                  <a:gd name="connsiteY0-420" fmla="*/ 156254 h 373490"/>
                  <a:gd name="connsiteX1-421" fmla="*/ 45639 w 901862"/>
                  <a:gd name="connsiteY1-422" fmla="*/ 0 h 373490"/>
                  <a:gd name="connsiteX2-423" fmla="*/ 408216 w 901862"/>
                  <a:gd name="connsiteY2-424" fmla="*/ 189898 h 373490"/>
                  <a:gd name="connsiteX3-425" fmla="*/ 792935 w 901862"/>
                  <a:gd name="connsiteY3-426" fmla="*/ 70414 h 373490"/>
                  <a:gd name="connsiteX4-427" fmla="*/ 901862 w 901862"/>
                  <a:gd name="connsiteY4-428" fmla="*/ 156254 h 373490"/>
                  <a:gd name="connsiteX5-429" fmla="*/ 901862 w 901862"/>
                  <a:gd name="connsiteY5-430" fmla="*/ 330042 h 373490"/>
                  <a:gd name="connsiteX6-431" fmla="*/ 858414 w 901862"/>
                  <a:gd name="connsiteY6-432" fmla="*/ 373490 h 373490"/>
                  <a:gd name="connsiteX7-433" fmla="*/ 43448 w 901862"/>
                  <a:gd name="connsiteY7-434" fmla="*/ 373490 h 373490"/>
                  <a:gd name="connsiteX8-435" fmla="*/ 0 w 901862"/>
                  <a:gd name="connsiteY8-436" fmla="*/ 330042 h 373490"/>
                  <a:gd name="connsiteX9-437" fmla="*/ 0 w 901862"/>
                  <a:gd name="connsiteY9-438" fmla="*/ 156254 h 373490"/>
                  <a:gd name="connsiteX0-439" fmla="*/ 0 w 901862"/>
                  <a:gd name="connsiteY0-440" fmla="*/ 156254 h 373784"/>
                  <a:gd name="connsiteX1-441" fmla="*/ 45639 w 901862"/>
                  <a:gd name="connsiteY1-442" fmla="*/ 0 h 373784"/>
                  <a:gd name="connsiteX2-443" fmla="*/ 408216 w 901862"/>
                  <a:gd name="connsiteY2-444" fmla="*/ 189898 h 373784"/>
                  <a:gd name="connsiteX3-445" fmla="*/ 792935 w 901862"/>
                  <a:gd name="connsiteY3-446" fmla="*/ 70414 h 373784"/>
                  <a:gd name="connsiteX4-447" fmla="*/ 901862 w 901862"/>
                  <a:gd name="connsiteY4-448" fmla="*/ 156254 h 373784"/>
                  <a:gd name="connsiteX5-449" fmla="*/ 901862 w 901862"/>
                  <a:gd name="connsiteY5-450" fmla="*/ 330042 h 373784"/>
                  <a:gd name="connsiteX6-451" fmla="*/ 858414 w 901862"/>
                  <a:gd name="connsiteY6-452" fmla="*/ 373490 h 373784"/>
                  <a:gd name="connsiteX7-453" fmla="*/ 486526 w 901862"/>
                  <a:gd name="connsiteY7-454" fmla="*/ 373784 h 373784"/>
                  <a:gd name="connsiteX8-455" fmla="*/ 43448 w 901862"/>
                  <a:gd name="connsiteY8-456" fmla="*/ 373490 h 373784"/>
                  <a:gd name="connsiteX9-457" fmla="*/ 0 w 901862"/>
                  <a:gd name="connsiteY9-458" fmla="*/ 330042 h 373784"/>
                  <a:gd name="connsiteX10" fmla="*/ 0 w 901862"/>
                  <a:gd name="connsiteY10" fmla="*/ 156254 h 373784"/>
                  <a:gd name="connsiteX0-459" fmla="*/ 0 w 901862"/>
                  <a:gd name="connsiteY0-460" fmla="*/ 156254 h 373490"/>
                  <a:gd name="connsiteX1-461" fmla="*/ 45639 w 901862"/>
                  <a:gd name="connsiteY1-462" fmla="*/ 0 h 373490"/>
                  <a:gd name="connsiteX2-463" fmla="*/ 408216 w 901862"/>
                  <a:gd name="connsiteY2-464" fmla="*/ 189898 h 373490"/>
                  <a:gd name="connsiteX3-465" fmla="*/ 792935 w 901862"/>
                  <a:gd name="connsiteY3-466" fmla="*/ 70414 h 373490"/>
                  <a:gd name="connsiteX4-467" fmla="*/ 901862 w 901862"/>
                  <a:gd name="connsiteY4-468" fmla="*/ 156254 h 373490"/>
                  <a:gd name="connsiteX5-469" fmla="*/ 901862 w 901862"/>
                  <a:gd name="connsiteY5-470" fmla="*/ 330042 h 373490"/>
                  <a:gd name="connsiteX6-471" fmla="*/ 858414 w 901862"/>
                  <a:gd name="connsiteY6-472" fmla="*/ 373490 h 373490"/>
                  <a:gd name="connsiteX7-473" fmla="*/ 471864 w 901862"/>
                  <a:gd name="connsiteY7-474" fmla="*/ 264269 h 373490"/>
                  <a:gd name="connsiteX8-475" fmla="*/ 43448 w 901862"/>
                  <a:gd name="connsiteY8-476" fmla="*/ 373490 h 373490"/>
                  <a:gd name="connsiteX9-477" fmla="*/ 0 w 901862"/>
                  <a:gd name="connsiteY9-478" fmla="*/ 330042 h 373490"/>
                  <a:gd name="connsiteX10-479" fmla="*/ 0 w 901862"/>
                  <a:gd name="connsiteY10-480" fmla="*/ 156254 h 373490"/>
                  <a:gd name="connsiteX0-481" fmla="*/ 0 w 901862"/>
                  <a:gd name="connsiteY0-482" fmla="*/ 156254 h 373490"/>
                  <a:gd name="connsiteX1-483" fmla="*/ 45639 w 901862"/>
                  <a:gd name="connsiteY1-484" fmla="*/ 0 h 373490"/>
                  <a:gd name="connsiteX2-485" fmla="*/ 408216 w 901862"/>
                  <a:gd name="connsiteY2-486" fmla="*/ 189898 h 373490"/>
                  <a:gd name="connsiteX3-487" fmla="*/ 792935 w 901862"/>
                  <a:gd name="connsiteY3-488" fmla="*/ 70414 h 373490"/>
                  <a:gd name="connsiteX4-489" fmla="*/ 901862 w 901862"/>
                  <a:gd name="connsiteY4-490" fmla="*/ 156254 h 373490"/>
                  <a:gd name="connsiteX5-491" fmla="*/ 901862 w 901862"/>
                  <a:gd name="connsiteY5-492" fmla="*/ 330042 h 373490"/>
                  <a:gd name="connsiteX6-493" fmla="*/ 858414 w 901862"/>
                  <a:gd name="connsiteY6-494" fmla="*/ 373490 h 373490"/>
                  <a:gd name="connsiteX7-495" fmla="*/ 459752 w 901862"/>
                  <a:gd name="connsiteY7-496" fmla="*/ 336619 h 373490"/>
                  <a:gd name="connsiteX8-497" fmla="*/ 43448 w 901862"/>
                  <a:gd name="connsiteY8-498" fmla="*/ 373490 h 373490"/>
                  <a:gd name="connsiteX9-499" fmla="*/ 0 w 901862"/>
                  <a:gd name="connsiteY9-500" fmla="*/ 330042 h 373490"/>
                  <a:gd name="connsiteX10-501" fmla="*/ 0 w 901862"/>
                  <a:gd name="connsiteY10-502" fmla="*/ 156254 h 373490"/>
                  <a:gd name="connsiteX0-503" fmla="*/ 0 w 901862"/>
                  <a:gd name="connsiteY0-504" fmla="*/ 156254 h 373507"/>
                  <a:gd name="connsiteX1-505" fmla="*/ 45639 w 901862"/>
                  <a:gd name="connsiteY1-506" fmla="*/ 0 h 373507"/>
                  <a:gd name="connsiteX2-507" fmla="*/ 408216 w 901862"/>
                  <a:gd name="connsiteY2-508" fmla="*/ 189898 h 373507"/>
                  <a:gd name="connsiteX3-509" fmla="*/ 792935 w 901862"/>
                  <a:gd name="connsiteY3-510" fmla="*/ 70414 h 373507"/>
                  <a:gd name="connsiteX4-511" fmla="*/ 901862 w 901862"/>
                  <a:gd name="connsiteY4-512" fmla="*/ 156254 h 373507"/>
                  <a:gd name="connsiteX5-513" fmla="*/ 901862 w 901862"/>
                  <a:gd name="connsiteY5-514" fmla="*/ 330042 h 373507"/>
                  <a:gd name="connsiteX6-515" fmla="*/ 858414 w 901862"/>
                  <a:gd name="connsiteY6-516" fmla="*/ 373490 h 373507"/>
                  <a:gd name="connsiteX7-517" fmla="*/ 459752 w 901862"/>
                  <a:gd name="connsiteY7-518" fmla="*/ 336619 h 373507"/>
                  <a:gd name="connsiteX8-519" fmla="*/ 43448 w 901862"/>
                  <a:gd name="connsiteY8-520" fmla="*/ 373490 h 373507"/>
                  <a:gd name="connsiteX9-521" fmla="*/ 0 w 901862"/>
                  <a:gd name="connsiteY9-522" fmla="*/ 330042 h 373507"/>
                  <a:gd name="connsiteX10-523" fmla="*/ 0 w 901862"/>
                  <a:gd name="connsiteY10-524" fmla="*/ 156254 h 373507"/>
                  <a:gd name="connsiteX0-525" fmla="*/ 0 w 901862"/>
                  <a:gd name="connsiteY0-526" fmla="*/ 156254 h 420677"/>
                  <a:gd name="connsiteX1-527" fmla="*/ 45639 w 901862"/>
                  <a:gd name="connsiteY1-528" fmla="*/ 0 h 420677"/>
                  <a:gd name="connsiteX2-529" fmla="*/ 408216 w 901862"/>
                  <a:gd name="connsiteY2-530" fmla="*/ 189898 h 420677"/>
                  <a:gd name="connsiteX3-531" fmla="*/ 792935 w 901862"/>
                  <a:gd name="connsiteY3-532" fmla="*/ 70414 h 420677"/>
                  <a:gd name="connsiteX4-533" fmla="*/ 901862 w 901862"/>
                  <a:gd name="connsiteY4-534" fmla="*/ 156254 h 420677"/>
                  <a:gd name="connsiteX5-535" fmla="*/ 901862 w 901862"/>
                  <a:gd name="connsiteY5-536" fmla="*/ 330042 h 420677"/>
                  <a:gd name="connsiteX6-537" fmla="*/ 858414 w 901862"/>
                  <a:gd name="connsiteY6-538" fmla="*/ 373490 h 420677"/>
                  <a:gd name="connsiteX7-539" fmla="*/ 459752 w 901862"/>
                  <a:gd name="connsiteY7-540" fmla="*/ 336619 h 420677"/>
                  <a:gd name="connsiteX8-541" fmla="*/ 49971 w 901862"/>
                  <a:gd name="connsiteY8-542" fmla="*/ 420666 h 420677"/>
                  <a:gd name="connsiteX9-543" fmla="*/ 0 w 901862"/>
                  <a:gd name="connsiteY9-544" fmla="*/ 330042 h 420677"/>
                  <a:gd name="connsiteX10-545" fmla="*/ 0 w 901862"/>
                  <a:gd name="connsiteY10-546" fmla="*/ 156254 h 420677"/>
                  <a:gd name="connsiteX0-547" fmla="*/ 0 w 901862"/>
                  <a:gd name="connsiteY0-548" fmla="*/ 156254 h 460941"/>
                  <a:gd name="connsiteX1-549" fmla="*/ 45639 w 901862"/>
                  <a:gd name="connsiteY1-550" fmla="*/ 0 h 460941"/>
                  <a:gd name="connsiteX2-551" fmla="*/ 408216 w 901862"/>
                  <a:gd name="connsiteY2-552" fmla="*/ 189898 h 460941"/>
                  <a:gd name="connsiteX3-553" fmla="*/ 792935 w 901862"/>
                  <a:gd name="connsiteY3-554" fmla="*/ 70414 h 460941"/>
                  <a:gd name="connsiteX4-555" fmla="*/ 901862 w 901862"/>
                  <a:gd name="connsiteY4-556" fmla="*/ 156254 h 460941"/>
                  <a:gd name="connsiteX5-557" fmla="*/ 901862 w 901862"/>
                  <a:gd name="connsiteY5-558" fmla="*/ 330042 h 460941"/>
                  <a:gd name="connsiteX6-559" fmla="*/ 834446 w 901862"/>
                  <a:gd name="connsiteY6-560" fmla="*/ 460941 h 460941"/>
                  <a:gd name="connsiteX7-561" fmla="*/ 459752 w 901862"/>
                  <a:gd name="connsiteY7-562" fmla="*/ 336619 h 460941"/>
                  <a:gd name="connsiteX8-563" fmla="*/ 49971 w 901862"/>
                  <a:gd name="connsiteY8-564" fmla="*/ 420666 h 460941"/>
                  <a:gd name="connsiteX9-565" fmla="*/ 0 w 901862"/>
                  <a:gd name="connsiteY9-566" fmla="*/ 330042 h 460941"/>
                  <a:gd name="connsiteX10-567" fmla="*/ 0 w 901862"/>
                  <a:gd name="connsiteY10-568" fmla="*/ 156254 h 460941"/>
                  <a:gd name="connsiteX0-569" fmla="*/ 0 w 901862"/>
                  <a:gd name="connsiteY0-570" fmla="*/ 156254 h 460941"/>
                  <a:gd name="connsiteX1-571" fmla="*/ 45639 w 901862"/>
                  <a:gd name="connsiteY1-572" fmla="*/ 0 h 460941"/>
                  <a:gd name="connsiteX2-573" fmla="*/ 408216 w 901862"/>
                  <a:gd name="connsiteY2-574" fmla="*/ 189898 h 460941"/>
                  <a:gd name="connsiteX3-575" fmla="*/ 792935 w 901862"/>
                  <a:gd name="connsiteY3-576" fmla="*/ 70414 h 460941"/>
                  <a:gd name="connsiteX4-577" fmla="*/ 901862 w 901862"/>
                  <a:gd name="connsiteY4-578" fmla="*/ 156254 h 460941"/>
                  <a:gd name="connsiteX5-579" fmla="*/ 901862 w 901862"/>
                  <a:gd name="connsiteY5-580" fmla="*/ 330042 h 460941"/>
                  <a:gd name="connsiteX6-581" fmla="*/ 834446 w 901862"/>
                  <a:gd name="connsiteY6-582" fmla="*/ 460941 h 460941"/>
                  <a:gd name="connsiteX7-583" fmla="*/ 459752 w 901862"/>
                  <a:gd name="connsiteY7-584" fmla="*/ 336619 h 460941"/>
                  <a:gd name="connsiteX8-585" fmla="*/ 49971 w 901862"/>
                  <a:gd name="connsiteY8-586" fmla="*/ 420666 h 460941"/>
                  <a:gd name="connsiteX9-587" fmla="*/ 0 w 901862"/>
                  <a:gd name="connsiteY9-588" fmla="*/ 330042 h 460941"/>
                  <a:gd name="connsiteX10-589" fmla="*/ 0 w 901862"/>
                  <a:gd name="connsiteY10-590" fmla="*/ 156254 h 460941"/>
                  <a:gd name="connsiteX0-591" fmla="*/ 0 w 901862"/>
                  <a:gd name="connsiteY0-592" fmla="*/ 156254 h 518129"/>
                  <a:gd name="connsiteX1-593" fmla="*/ 45639 w 901862"/>
                  <a:gd name="connsiteY1-594" fmla="*/ 0 h 518129"/>
                  <a:gd name="connsiteX2-595" fmla="*/ 408216 w 901862"/>
                  <a:gd name="connsiteY2-596" fmla="*/ 189898 h 518129"/>
                  <a:gd name="connsiteX3-597" fmla="*/ 792935 w 901862"/>
                  <a:gd name="connsiteY3-598" fmla="*/ 70414 h 518129"/>
                  <a:gd name="connsiteX4-599" fmla="*/ 901862 w 901862"/>
                  <a:gd name="connsiteY4-600" fmla="*/ 156254 h 518129"/>
                  <a:gd name="connsiteX5-601" fmla="*/ 901862 w 901862"/>
                  <a:gd name="connsiteY5-602" fmla="*/ 330042 h 518129"/>
                  <a:gd name="connsiteX6-603" fmla="*/ 820718 w 901862"/>
                  <a:gd name="connsiteY6-604" fmla="*/ 518129 h 518129"/>
                  <a:gd name="connsiteX7-605" fmla="*/ 459752 w 901862"/>
                  <a:gd name="connsiteY7-606" fmla="*/ 336619 h 518129"/>
                  <a:gd name="connsiteX8-607" fmla="*/ 49971 w 901862"/>
                  <a:gd name="connsiteY8-608" fmla="*/ 420666 h 518129"/>
                  <a:gd name="connsiteX9-609" fmla="*/ 0 w 901862"/>
                  <a:gd name="connsiteY9-610" fmla="*/ 330042 h 518129"/>
                  <a:gd name="connsiteX10-611" fmla="*/ 0 w 901862"/>
                  <a:gd name="connsiteY10-612" fmla="*/ 156254 h 518129"/>
                  <a:gd name="connsiteX0-613" fmla="*/ 0 w 901862"/>
                  <a:gd name="connsiteY0-614" fmla="*/ 156254 h 518129"/>
                  <a:gd name="connsiteX1-615" fmla="*/ 45639 w 901862"/>
                  <a:gd name="connsiteY1-616" fmla="*/ 0 h 518129"/>
                  <a:gd name="connsiteX2-617" fmla="*/ 408216 w 901862"/>
                  <a:gd name="connsiteY2-618" fmla="*/ 189898 h 518129"/>
                  <a:gd name="connsiteX3-619" fmla="*/ 792935 w 901862"/>
                  <a:gd name="connsiteY3-620" fmla="*/ 70414 h 518129"/>
                  <a:gd name="connsiteX4-621" fmla="*/ 901862 w 901862"/>
                  <a:gd name="connsiteY4-622" fmla="*/ 156254 h 518129"/>
                  <a:gd name="connsiteX5-623" fmla="*/ 901862 w 901862"/>
                  <a:gd name="connsiteY5-624" fmla="*/ 330042 h 518129"/>
                  <a:gd name="connsiteX6-625" fmla="*/ 820718 w 901862"/>
                  <a:gd name="connsiteY6-626" fmla="*/ 518129 h 518129"/>
                  <a:gd name="connsiteX7-627" fmla="*/ 459752 w 901862"/>
                  <a:gd name="connsiteY7-628" fmla="*/ 336619 h 518129"/>
                  <a:gd name="connsiteX8-629" fmla="*/ 49971 w 901862"/>
                  <a:gd name="connsiteY8-630" fmla="*/ 420666 h 518129"/>
                  <a:gd name="connsiteX9-631" fmla="*/ 0 w 901862"/>
                  <a:gd name="connsiteY9-632" fmla="*/ 330042 h 518129"/>
                  <a:gd name="connsiteX10-633" fmla="*/ 0 w 901862"/>
                  <a:gd name="connsiteY10-634" fmla="*/ 156254 h 518129"/>
                  <a:gd name="connsiteX0-635" fmla="*/ 0 w 901862"/>
                  <a:gd name="connsiteY0-636" fmla="*/ 156254 h 518129"/>
                  <a:gd name="connsiteX1-637" fmla="*/ 45639 w 901862"/>
                  <a:gd name="connsiteY1-638" fmla="*/ 0 h 518129"/>
                  <a:gd name="connsiteX2-639" fmla="*/ 408216 w 901862"/>
                  <a:gd name="connsiteY2-640" fmla="*/ 189898 h 518129"/>
                  <a:gd name="connsiteX3-641" fmla="*/ 792935 w 901862"/>
                  <a:gd name="connsiteY3-642" fmla="*/ 70414 h 518129"/>
                  <a:gd name="connsiteX4-643" fmla="*/ 901862 w 901862"/>
                  <a:gd name="connsiteY4-644" fmla="*/ 156254 h 518129"/>
                  <a:gd name="connsiteX5-645" fmla="*/ 901862 w 901862"/>
                  <a:gd name="connsiteY5-646" fmla="*/ 330042 h 518129"/>
                  <a:gd name="connsiteX6-647" fmla="*/ 820718 w 901862"/>
                  <a:gd name="connsiteY6-648" fmla="*/ 518129 h 518129"/>
                  <a:gd name="connsiteX7-649" fmla="*/ 449618 w 901862"/>
                  <a:gd name="connsiteY7-650" fmla="*/ 343309 h 518129"/>
                  <a:gd name="connsiteX8-651" fmla="*/ 49971 w 901862"/>
                  <a:gd name="connsiteY8-652" fmla="*/ 420666 h 518129"/>
                  <a:gd name="connsiteX9-653" fmla="*/ 0 w 901862"/>
                  <a:gd name="connsiteY9-654" fmla="*/ 330042 h 518129"/>
                  <a:gd name="connsiteX10-655" fmla="*/ 0 w 901862"/>
                  <a:gd name="connsiteY10-656" fmla="*/ 156254 h 518129"/>
                  <a:gd name="connsiteX0-657" fmla="*/ 0 w 901862"/>
                  <a:gd name="connsiteY0-658" fmla="*/ 156254 h 518129"/>
                  <a:gd name="connsiteX1-659" fmla="*/ 45639 w 901862"/>
                  <a:gd name="connsiteY1-660" fmla="*/ 0 h 518129"/>
                  <a:gd name="connsiteX2-661" fmla="*/ 408216 w 901862"/>
                  <a:gd name="connsiteY2-662" fmla="*/ 189898 h 518129"/>
                  <a:gd name="connsiteX3-663" fmla="*/ 792935 w 901862"/>
                  <a:gd name="connsiteY3-664" fmla="*/ 70414 h 518129"/>
                  <a:gd name="connsiteX4-665" fmla="*/ 901862 w 901862"/>
                  <a:gd name="connsiteY4-666" fmla="*/ 156254 h 518129"/>
                  <a:gd name="connsiteX5-667" fmla="*/ 901862 w 901862"/>
                  <a:gd name="connsiteY5-668" fmla="*/ 330042 h 518129"/>
                  <a:gd name="connsiteX6-669" fmla="*/ 820718 w 901862"/>
                  <a:gd name="connsiteY6-670" fmla="*/ 518129 h 518129"/>
                  <a:gd name="connsiteX7-671" fmla="*/ 449618 w 901862"/>
                  <a:gd name="connsiteY7-672" fmla="*/ 343309 h 518129"/>
                  <a:gd name="connsiteX8-673" fmla="*/ 53233 w 901862"/>
                  <a:gd name="connsiteY8-674" fmla="*/ 444254 h 518129"/>
                  <a:gd name="connsiteX9-675" fmla="*/ 0 w 901862"/>
                  <a:gd name="connsiteY9-676" fmla="*/ 330042 h 518129"/>
                  <a:gd name="connsiteX10-677" fmla="*/ 0 w 901862"/>
                  <a:gd name="connsiteY10-678" fmla="*/ 156254 h 518129"/>
                  <a:gd name="connsiteX0-679" fmla="*/ 0 w 901862"/>
                  <a:gd name="connsiteY0-680" fmla="*/ 156254 h 518129"/>
                  <a:gd name="connsiteX1-681" fmla="*/ 45639 w 901862"/>
                  <a:gd name="connsiteY1-682" fmla="*/ 0 h 518129"/>
                  <a:gd name="connsiteX2-683" fmla="*/ 408216 w 901862"/>
                  <a:gd name="connsiteY2-684" fmla="*/ 189898 h 518129"/>
                  <a:gd name="connsiteX3-685" fmla="*/ 792935 w 901862"/>
                  <a:gd name="connsiteY3-686" fmla="*/ 70414 h 518129"/>
                  <a:gd name="connsiteX4-687" fmla="*/ 901862 w 901862"/>
                  <a:gd name="connsiteY4-688" fmla="*/ 156254 h 518129"/>
                  <a:gd name="connsiteX5-689" fmla="*/ 901862 w 901862"/>
                  <a:gd name="connsiteY5-690" fmla="*/ 330042 h 518129"/>
                  <a:gd name="connsiteX6-691" fmla="*/ 820718 w 901862"/>
                  <a:gd name="connsiteY6-692" fmla="*/ 518129 h 518129"/>
                  <a:gd name="connsiteX7-693" fmla="*/ 449618 w 901862"/>
                  <a:gd name="connsiteY7-694" fmla="*/ 343309 h 518129"/>
                  <a:gd name="connsiteX8-695" fmla="*/ 53233 w 901862"/>
                  <a:gd name="connsiteY8-696" fmla="*/ 444254 h 518129"/>
                  <a:gd name="connsiteX9-697" fmla="*/ 0 w 901862"/>
                  <a:gd name="connsiteY9-698" fmla="*/ 330042 h 518129"/>
                  <a:gd name="connsiteX10-699" fmla="*/ 0 w 901862"/>
                  <a:gd name="connsiteY10-700" fmla="*/ 156254 h 518129"/>
                  <a:gd name="connsiteX0-701" fmla="*/ 0 w 901862"/>
                  <a:gd name="connsiteY0-702" fmla="*/ 156254 h 518129"/>
                  <a:gd name="connsiteX1-703" fmla="*/ 45639 w 901862"/>
                  <a:gd name="connsiteY1-704" fmla="*/ 0 h 518129"/>
                  <a:gd name="connsiteX2-705" fmla="*/ 408216 w 901862"/>
                  <a:gd name="connsiteY2-706" fmla="*/ 189898 h 518129"/>
                  <a:gd name="connsiteX3-707" fmla="*/ 792935 w 901862"/>
                  <a:gd name="connsiteY3-708" fmla="*/ 70414 h 518129"/>
                  <a:gd name="connsiteX4-709" fmla="*/ 901862 w 901862"/>
                  <a:gd name="connsiteY4-710" fmla="*/ 156254 h 518129"/>
                  <a:gd name="connsiteX5-711" fmla="*/ 901862 w 901862"/>
                  <a:gd name="connsiteY5-712" fmla="*/ 330042 h 518129"/>
                  <a:gd name="connsiteX6-713" fmla="*/ 820718 w 901862"/>
                  <a:gd name="connsiteY6-714" fmla="*/ 518129 h 518129"/>
                  <a:gd name="connsiteX7-715" fmla="*/ 449618 w 901862"/>
                  <a:gd name="connsiteY7-716" fmla="*/ 343309 h 518129"/>
                  <a:gd name="connsiteX8-717" fmla="*/ 53233 w 901862"/>
                  <a:gd name="connsiteY8-718" fmla="*/ 444254 h 518129"/>
                  <a:gd name="connsiteX9-719" fmla="*/ 0 w 901862"/>
                  <a:gd name="connsiteY9-720" fmla="*/ 330042 h 518129"/>
                  <a:gd name="connsiteX10-721" fmla="*/ 0 w 901862"/>
                  <a:gd name="connsiteY10-722" fmla="*/ 156254 h 518129"/>
                  <a:gd name="connsiteX0-723" fmla="*/ 0 w 901862"/>
                  <a:gd name="connsiteY0-724" fmla="*/ 156254 h 518129"/>
                  <a:gd name="connsiteX1-725" fmla="*/ 45639 w 901862"/>
                  <a:gd name="connsiteY1-726" fmla="*/ 0 h 518129"/>
                  <a:gd name="connsiteX2-727" fmla="*/ 408216 w 901862"/>
                  <a:gd name="connsiteY2-728" fmla="*/ 189898 h 518129"/>
                  <a:gd name="connsiteX3-729" fmla="*/ 792935 w 901862"/>
                  <a:gd name="connsiteY3-730" fmla="*/ 70414 h 518129"/>
                  <a:gd name="connsiteX4-731" fmla="*/ 901862 w 901862"/>
                  <a:gd name="connsiteY4-732" fmla="*/ 156254 h 518129"/>
                  <a:gd name="connsiteX5-733" fmla="*/ 901862 w 901862"/>
                  <a:gd name="connsiteY5-734" fmla="*/ 330042 h 518129"/>
                  <a:gd name="connsiteX6-735" fmla="*/ 820718 w 901862"/>
                  <a:gd name="connsiteY6-736" fmla="*/ 518129 h 518129"/>
                  <a:gd name="connsiteX7-737" fmla="*/ 449618 w 901862"/>
                  <a:gd name="connsiteY7-738" fmla="*/ 343309 h 518129"/>
                  <a:gd name="connsiteX8-739" fmla="*/ 53233 w 901862"/>
                  <a:gd name="connsiteY8-740" fmla="*/ 444254 h 518129"/>
                  <a:gd name="connsiteX9-741" fmla="*/ 0 w 901862"/>
                  <a:gd name="connsiteY9-742" fmla="*/ 330042 h 518129"/>
                  <a:gd name="connsiteX10-743" fmla="*/ 0 w 901862"/>
                  <a:gd name="connsiteY10-744" fmla="*/ 156254 h 518129"/>
                  <a:gd name="connsiteX0-745" fmla="*/ 0 w 901862"/>
                  <a:gd name="connsiteY0-746" fmla="*/ 156254 h 518129"/>
                  <a:gd name="connsiteX1-747" fmla="*/ 45639 w 901862"/>
                  <a:gd name="connsiteY1-748" fmla="*/ 0 h 518129"/>
                  <a:gd name="connsiteX2-749" fmla="*/ 408216 w 901862"/>
                  <a:gd name="connsiteY2-750" fmla="*/ 189898 h 518129"/>
                  <a:gd name="connsiteX3-751" fmla="*/ 792935 w 901862"/>
                  <a:gd name="connsiteY3-752" fmla="*/ 70414 h 518129"/>
                  <a:gd name="connsiteX4-753" fmla="*/ 901862 w 901862"/>
                  <a:gd name="connsiteY4-754" fmla="*/ 156254 h 518129"/>
                  <a:gd name="connsiteX5-755" fmla="*/ 901862 w 901862"/>
                  <a:gd name="connsiteY5-756" fmla="*/ 330042 h 518129"/>
                  <a:gd name="connsiteX6-757" fmla="*/ 820718 w 901862"/>
                  <a:gd name="connsiteY6-758" fmla="*/ 518129 h 518129"/>
                  <a:gd name="connsiteX7-759" fmla="*/ 449618 w 901862"/>
                  <a:gd name="connsiteY7-760" fmla="*/ 343309 h 518129"/>
                  <a:gd name="connsiteX8-761" fmla="*/ 53233 w 901862"/>
                  <a:gd name="connsiteY8-762" fmla="*/ 444254 h 518129"/>
                  <a:gd name="connsiteX9-763" fmla="*/ 0 w 901862"/>
                  <a:gd name="connsiteY9-764" fmla="*/ 330042 h 518129"/>
                  <a:gd name="connsiteX10-765" fmla="*/ 0 w 901862"/>
                  <a:gd name="connsiteY10-766" fmla="*/ 156254 h 518129"/>
                  <a:gd name="connsiteX0-767" fmla="*/ 0 w 901862"/>
                  <a:gd name="connsiteY0-768" fmla="*/ 171490 h 533365"/>
                  <a:gd name="connsiteX1-769" fmla="*/ 27185 w 901862"/>
                  <a:gd name="connsiteY1-770" fmla="*/ 0 h 533365"/>
                  <a:gd name="connsiteX2-771" fmla="*/ 408216 w 901862"/>
                  <a:gd name="connsiteY2-772" fmla="*/ 205134 h 533365"/>
                  <a:gd name="connsiteX3-773" fmla="*/ 792935 w 901862"/>
                  <a:gd name="connsiteY3-774" fmla="*/ 85650 h 533365"/>
                  <a:gd name="connsiteX4-775" fmla="*/ 901862 w 901862"/>
                  <a:gd name="connsiteY4-776" fmla="*/ 171490 h 533365"/>
                  <a:gd name="connsiteX5-777" fmla="*/ 901862 w 901862"/>
                  <a:gd name="connsiteY5-778" fmla="*/ 345278 h 533365"/>
                  <a:gd name="connsiteX6-779" fmla="*/ 820718 w 901862"/>
                  <a:gd name="connsiteY6-780" fmla="*/ 533365 h 533365"/>
                  <a:gd name="connsiteX7-781" fmla="*/ 449618 w 901862"/>
                  <a:gd name="connsiteY7-782" fmla="*/ 358545 h 533365"/>
                  <a:gd name="connsiteX8-783" fmla="*/ 53233 w 901862"/>
                  <a:gd name="connsiteY8-784" fmla="*/ 459490 h 533365"/>
                  <a:gd name="connsiteX9-785" fmla="*/ 0 w 901862"/>
                  <a:gd name="connsiteY9-786" fmla="*/ 345278 h 533365"/>
                  <a:gd name="connsiteX10-787" fmla="*/ 0 w 901862"/>
                  <a:gd name="connsiteY10-788" fmla="*/ 171490 h 53336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37" y="connsiteY9-38"/>
                  </a:cxn>
                  <a:cxn ang="0">
                    <a:pos x="connsiteX10-479" y="connsiteY10-480"/>
                  </a:cxn>
                </a:cxnLst>
                <a:rect l="l" t="t" r="r" b="b"/>
                <a:pathLst>
                  <a:path w="901862" h="533365">
                    <a:moveTo>
                      <a:pt x="0" y="171490"/>
                    </a:moveTo>
                    <a:cubicBezTo>
                      <a:pt x="0" y="147494"/>
                      <a:pt x="3189" y="0"/>
                      <a:pt x="27185" y="0"/>
                    </a:cubicBezTo>
                    <a:cubicBezTo>
                      <a:pt x="108606" y="96799"/>
                      <a:pt x="280591" y="190859"/>
                      <a:pt x="408216" y="205134"/>
                    </a:cubicBezTo>
                    <a:cubicBezTo>
                      <a:pt x="535841" y="219409"/>
                      <a:pt x="638523" y="203937"/>
                      <a:pt x="792935" y="85650"/>
                    </a:cubicBezTo>
                    <a:cubicBezTo>
                      <a:pt x="816931" y="85650"/>
                      <a:pt x="901862" y="147494"/>
                      <a:pt x="901862" y="171490"/>
                    </a:cubicBezTo>
                    <a:lnTo>
                      <a:pt x="901862" y="345278"/>
                    </a:lnTo>
                    <a:cubicBezTo>
                      <a:pt x="901862" y="369274"/>
                      <a:pt x="844714" y="533365"/>
                      <a:pt x="820718" y="533365"/>
                    </a:cubicBezTo>
                    <a:cubicBezTo>
                      <a:pt x="658038" y="406441"/>
                      <a:pt x="577532" y="370857"/>
                      <a:pt x="449618" y="358545"/>
                    </a:cubicBezTo>
                    <a:cubicBezTo>
                      <a:pt x="321704" y="346233"/>
                      <a:pt x="129858" y="460586"/>
                      <a:pt x="53233" y="459490"/>
                    </a:cubicBezTo>
                    <a:cubicBezTo>
                      <a:pt x="29237" y="459490"/>
                      <a:pt x="0" y="369274"/>
                      <a:pt x="0" y="345278"/>
                    </a:cubicBezTo>
                    <a:lnTo>
                      <a:pt x="0" y="171490"/>
                    </a:lnTo>
                    <a:close/>
                  </a:path>
                </a:pathLst>
              </a:cu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5"/>
            <p:cNvGrpSpPr/>
            <p:nvPr/>
          </p:nvGrpSpPr>
          <p:grpSpPr>
            <a:xfrm>
              <a:off x="700088" y="-3048000"/>
              <a:ext cx="3024187" cy="3260725"/>
              <a:chOff x="3940176" y="1559719"/>
              <a:chExt cx="3024187" cy="3260725"/>
            </a:xfrm>
            <a:solidFill>
              <a:srgbClr val="202A36"/>
            </a:solidFill>
          </p:grpSpPr>
          <p:sp>
            <p:nvSpPr>
              <p:cNvPr id="19" name="圆角矩形 17"/>
              <p:cNvSpPr/>
              <p:nvPr/>
            </p:nvSpPr>
            <p:spPr>
              <a:xfrm>
                <a:off x="5516563" y="1559719"/>
                <a:ext cx="1447800" cy="990600"/>
              </a:xfrm>
              <a:prstGeom prst="roundRect">
                <a:avLst/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圆角矩形 18"/>
              <p:cNvSpPr/>
              <p:nvPr/>
            </p:nvSpPr>
            <p:spPr>
              <a:xfrm>
                <a:off x="5515769" y="3829844"/>
                <a:ext cx="1447800" cy="990600"/>
              </a:xfrm>
              <a:prstGeom prst="roundRect">
                <a:avLst/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圆角矩形 19"/>
              <p:cNvSpPr/>
              <p:nvPr/>
            </p:nvSpPr>
            <p:spPr>
              <a:xfrm>
                <a:off x="3940176" y="2677319"/>
                <a:ext cx="1447800" cy="990600"/>
              </a:xfrm>
              <a:prstGeom prst="roundRect">
                <a:avLst/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圆角矩形 17"/>
              <p:cNvSpPr/>
              <p:nvPr/>
            </p:nvSpPr>
            <p:spPr>
              <a:xfrm rot="18884533">
                <a:off x="4986624" y="2349450"/>
                <a:ext cx="901862" cy="445469"/>
              </a:xfrm>
              <a:custGeom>
                <a:avLst/>
                <a:gdLst>
                  <a:gd name="connsiteX0" fmla="*/ 0 w 901862"/>
                  <a:gd name="connsiteY0" fmla="*/ 43448 h 260684"/>
                  <a:gd name="connsiteX1" fmla="*/ 43448 w 901862"/>
                  <a:gd name="connsiteY1" fmla="*/ 0 h 260684"/>
                  <a:gd name="connsiteX2" fmla="*/ 858414 w 901862"/>
                  <a:gd name="connsiteY2" fmla="*/ 0 h 260684"/>
                  <a:gd name="connsiteX3" fmla="*/ 901862 w 901862"/>
                  <a:gd name="connsiteY3" fmla="*/ 43448 h 260684"/>
                  <a:gd name="connsiteX4" fmla="*/ 901862 w 901862"/>
                  <a:gd name="connsiteY4" fmla="*/ 217236 h 260684"/>
                  <a:gd name="connsiteX5" fmla="*/ 858414 w 901862"/>
                  <a:gd name="connsiteY5" fmla="*/ 260684 h 260684"/>
                  <a:gd name="connsiteX6" fmla="*/ 43448 w 901862"/>
                  <a:gd name="connsiteY6" fmla="*/ 260684 h 260684"/>
                  <a:gd name="connsiteX7" fmla="*/ 0 w 901862"/>
                  <a:gd name="connsiteY7" fmla="*/ 217236 h 260684"/>
                  <a:gd name="connsiteX8" fmla="*/ 0 w 901862"/>
                  <a:gd name="connsiteY8" fmla="*/ 43448 h 260684"/>
                  <a:gd name="connsiteX0-1" fmla="*/ 0 w 901862"/>
                  <a:gd name="connsiteY0-2" fmla="*/ 43539 h 260775"/>
                  <a:gd name="connsiteX1-3" fmla="*/ 43448 w 901862"/>
                  <a:gd name="connsiteY1-4" fmla="*/ 91 h 260775"/>
                  <a:gd name="connsiteX2-5" fmla="*/ 469179 w 901862"/>
                  <a:gd name="connsiteY2-6" fmla="*/ 0 h 260775"/>
                  <a:gd name="connsiteX3-7" fmla="*/ 858414 w 901862"/>
                  <a:gd name="connsiteY3-8" fmla="*/ 91 h 260775"/>
                  <a:gd name="connsiteX4-9" fmla="*/ 901862 w 901862"/>
                  <a:gd name="connsiteY4-10" fmla="*/ 43539 h 260775"/>
                  <a:gd name="connsiteX5-11" fmla="*/ 901862 w 901862"/>
                  <a:gd name="connsiteY5-12" fmla="*/ 217327 h 260775"/>
                  <a:gd name="connsiteX6-13" fmla="*/ 858414 w 901862"/>
                  <a:gd name="connsiteY6-14" fmla="*/ 260775 h 260775"/>
                  <a:gd name="connsiteX7-15" fmla="*/ 43448 w 901862"/>
                  <a:gd name="connsiteY7-16" fmla="*/ 260775 h 260775"/>
                  <a:gd name="connsiteX8-17" fmla="*/ 0 w 901862"/>
                  <a:gd name="connsiteY8-18" fmla="*/ 217327 h 260775"/>
                  <a:gd name="connsiteX9" fmla="*/ 0 w 901862"/>
                  <a:gd name="connsiteY9" fmla="*/ 43539 h 260775"/>
                  <a:gd name="connsiteX0-19" fmla="*/ 0 w 901862"/>
                  <a:gd name="connsiteY0-20" fmla="*/ 43448 h 260684"/>
                  <a:gd name="connsiteX1-21" fmla="*/ 43448 w 901862"/>
                  <a:gd name="connsiteY1-22" fmla="*/ 0 h 260684"/>
                  <a:gd name="connsiteX2-23" fmla="*/ 441588 w 901862"/>
                  <a:gd name="connsiteY2-24" fmla="*/ 144593 h 260684"/>
                  <a:gd name="connsiteX3-25" fmla="*/ 858414 w 901862"/>
                  <a:gd name="connsiteY3-26" fmla="*/ 0 h 260684"/>
                  <a:gd name="connsiteX4-27" fmla="*/ 901862 w 901862"/>
                  <a:gd name="connsiteY4-28" fmla="*/ 43448 h 260684"/>
                  <a:gd name="connsiteX5-29" fmla="*/ 901862 w 901862"/>
                  <a:gd name="connsiteY5-30" fmla="*/ 217236 h 260684"/>
                  <a:gd name="connsiteX6-31" fmla="*/ 858414 w 901862"/>
                  <a:gd name="connsiteY6-32" fmla="*/ 260684 h 260684"/>
                  <a:gd name="connsiteX7-33" fmla="*/ 43448 w 901862"/>
                  <a:gd name="connsiteY7-34" fmla="*/ 260684 h 260684"/>
                  <a:gd name="connsiteX8-35" fmla="*/ 0 w 901862"/>
                  <a:gd name="connsiteY8-36" fmla="*/ 217236 h 260684"/>
                  <a:gd name="connsiteX9-37" fmla="*/ 0 w 901862"/>
                  <a:gd name="connsiteY9-38" fmla="*/ 43448 h 260684"/>
                  <a:gd name="connsiteX0-39" fmla="*/ 0 w 901862"/>
                  <a:gd name="connsiteY0-40" fmla="*/ 43448 h 260684"/>
                  <a:gd name="connsiteX1-41" fmla="*/ 43448 w 901862"/>
                  <a:gd name="connsiteY1-42" fmla="*/ 0 h 260684"/>
                  <a:gd name="connsiteX2-43" fmla="*/ 446920 w 901862"/>
                  <a:gd name="connsiteY2-44" fmla="*/ 82317 h 260684"/>
                  <a:gd name="connsiteX3-45" fmla="*/ 858414 w 901862"/>
                  <a:gd name="connsiteY3-46" fmla="*/ 0 h 260684"/>
                  <a:gd name="connsiteX4-47" fmla="*/ 901862 w 901862"/>
                  <a:gd name="connsiteY4-48" fmla="*/ 43448 h 260684"/>
                  <a:gd name="connsiteX5-49" fmla="*/ 901862 w 901862"/>
                  <a:gd name="connsiteY5-50" fmla="*/ 217236 h 260684"/>
                  <a:gd name="connsiteX6-51" fmla="*/ 858414 w 901862"/>
                  <a:gd name="connsiteY6-52" fmla="*/ 260684 h 260684"/>
                  <a:gd name="connsiteX7-53" fmla="*/ 43448 w 901862"/>
                  <a:gd name="connsiteY7-54" fmla="*/ 260684 h 260684"/>
                  <a:gd name="connsiteX8-55" fmla="*/ 0 w 901862"/>
                  <a:gd name="connsiteY8-56" fmla="*/ 217236 h 260684"/>
                  <a:gd name="connsiteX9-57" fmla="*/ 0 w 901862"/>
                  <a:gd name="connsiteY9-58" fmla="*/ 43448 h 260684"/>
                  <a:gd name="connsiteX0-59" fmla="*/ 0 w 901862"/>
                  <a:gd name="connsiteY0-60" fmla="*/ 43448 h 260684"/>
                  <a:gd name="connsiteX1-61" fmla="*/ 43448 w 901862"/>
                  <a:gd name="connsiteY1-62" fmla="*/ 0 h 260684"/>
                  <a:gd name="connsiteX2-63" fmla="*/ 446920 w 901862"/>
                  <a:gd name="connsiteY2-64" fmla="*/ 82317 h 260684"/>
                  <a:gd name="connsiteX3-65" fmla="*/ 858414 w 901862"/>
                  <a:gd name="connsiteY3-66" fmla="*/ 0 h 260684"/>
                  <a:gd name="connsiteX4-67" fmla="*/ 901862 w 901862"/>
                  <a:gd name="connsiteY4-68" fmla="*/ 43448 h 260684"/>
                  <a:gd name="connsiteX5-69" fmla="*/ 901862 w 901862"/>
                  <a:gd name="connsiteY5-70" fmla="*/ 217236 h 260684"/>
                  <a:gd name="connsiteX6-71" fmla="*/ 858414 w 901862"/>
                  <a:gd name="connsiteY6-72" fmla="*/ 260684 h 260684"/>
                  <a:gd name="connsiteX7-73" fmla="*/ 43448 w 901862"/>
                  <a:gd name="connsiteY7-74" fmla="*/ 260684 h 260684"/>
                  <a:gd name="connsiteX8-75" fmla="*/ 0 w 901862"/>
                  <a:gd name="connsiteY8-76" fmla="*/ 217236 h 260684"/>
                  <a:gd name="connsiteX9-77" fmla="*/ 0 w 901862"/>
                  <a:gd name="connsiteY9-78" fmla="*/ 43448 h 260684"/>
                  <a:gd name="connsiteX0-79" fmla="*/ 0 w 901862"/>
                  <a:gd name="connsiteY0-80" fmla="*/ 43448 h 260684"/>
                  <a:gd name="connsiteX1-81" fmla="*/ 43448 w 901862"/>
                  <a:gd name="connsiteY1-82" fmla="*/ 0 h 260684"/>
                  <a:gd name="connsiteX2-83" fmla="*/ 446920 w 901862"/>
                  <a:gd name="connsiteY2-84" fmla="*/ 82317 h 260684"/>
                  <a:gd name="connsiteX3-85" fmla="*/ 858414 w 901862"/>
                  <a:gd name="connsiteY3-86" fmla="*/ 0 h 260684"/>
                  <a:gd name="connsiteX4-87" fmla="*/ 901862 w 901862"/>
                  <a:gd name="connsiteY4-88" fmla="*/ 43448 h 260684"/>
                  <a:gd name="connsiteX5-89" fmla="*/ 901862 w 901862"/>
                  <a:gd name="connsiteY5-90" fmla="*/ 217236 h 260684"/>
                  <a:gd name="connsiteX6-91" fmla="*/ 858414 w 901862"/>
                  <a:gd name="connsiteY6-92" fmla="*/ 260684 h 260684"/>
                  <a:gd name="connsiteX7-93" fmla="*/ 43448 w 901862"/>
                  <a:gd name="connsiteY7-94" fmla="*/ 260684 h 260684"/>
                  <a:gd name="connsiteX8-95" fmla="*/ 0 w 901862"/>
                  <a:gd name="connsiteY8-96" fmla="*/ 217236 h 260684"/>
                  <a:gd name="connsiteX9-97" fmla="*/ 0 w 901862"/>
                  <a:gd name="connsiteY9-98" fmla="*/ 43448 h 260684"/>
                  <a:gd name="connsiteX0-99" fmla="*/ 0 w 901862"/>
                  <a:gd name="connsiteY0-100" fmla="*/ 90518 h 307754"/>
                  <a:gd name="connsiteX1-101" fmla="*/ 60498 w 901862"/>
                  <a:gd name="connsiteY1-102" fmla="*/ 0 h 307754"/>
                  <a:gd name="connsiteX2-103" fmla="*/ 446920 w 901862"/>
                  <a:gd name="connsiteY2-104" fmla="*/ 129387 h 307754"/>
                  <a:gd name="connsiteX3-105" fmla="*/ 858414 w 901862"/>
                  <a:gd name="connsiteY3-106" fmla="*/ 47070 h 307754"/>
                  <a:gd name="connsiteX4-107" fmla="*/ 901862 w 901862"/>
                  <a:gd name="connsiteY4-108" fmla="*/ 90518 h 307754"/>
                  <a:gd name="connsiteX5-109" fmla="*/ 901862 w 901862"/>
                  <a:gd name="connsiteY5-110" fmla="*/ 264306 h 307754"/>
                  <a:gd name="connsiteX6-111" fmla="*/ 858414 w 901862"/>
                  <a:gd name="connsiteY6-112" fmla="*/ 307754 h 307754"/>
                  <a:gd name="connsiteX7-113" fmla="*/ 43448 w 901862"/>
                  <a:gd name="connsiteY7-114" fmla="*/ 307754 h 307754"/>
                  <a:gd name="connsiteX8-115" fmla="*/ 0 w 901862"/>
                  <a:gd name="connsiteY8-116" fmla="*/ 264306 h 307754"/>
                  <a:gd name="connsiteX9-117" fmla="*/ 0 w 901862"/>
                  <a:gd name="connsiteY9-118" fmla="*/ 90518 h 307754"/>
                  <a:gd name="connsiteX0-119" fmla="*/ 0 w 901862"/>
                  <a:gd name="connsiteY0-120" fmla="*/ 90518 h 307754"/>
                  <a:gd name="connsiteX1-121" fmla="*/ 60498 w 901862"/>
                  <a:gd name="connsiteY1-122" fmla="*/ 0 h 307754"/>
                  <a:gd name="connsiteX2-123" fmla="*/ 446920 w 901862"/>
                  <a:gd name="connsiteY2-124" fmla="*/ 129387 h 307754"/>
                  <a:gd name="connsiteX3-125" fmla="*/ 858414 w 901862"/>
                  <a:gd name="connsiteY3-126" fmla="*/ 47070 h 307754"/>
                  <a:gd name="connsiteX4-127" fmla="*/ 901862 w 901862"/>
                  <a:gd name="connsiteY4-128" fmla="*/ 90518 h 307754"/>
                  <a:gd name="connsiteX5-129" fmla="*/ 901862 w 901862"/>
                  <a:gd name="connsiteY5-130" fmla="*/ 264306 h 307754"/>
                  <a:gd name="connsiteX6-131" fmla="*/ 858414 w 901862"/>
                  <a:gd name="connsiteY6-132" fmla="*/ 307754 h 307754"/>
                  <a:gd name="connsiteX7-133" fmla="*/ 43448 w 901862"/>
                  <a:gd name="connsiteY7-134" fmla="*/ 307754 h 307754"/>
                  <a:gd name="connsiteX8-135" fmla="*/ 0 w 901862"/>
                  <a:gd name="connsiteY8-136" fmla="*/ 264306 h 307754"/>
                  <a:gd name="connsiteX9-137" fmla="*/ 0 w 901862"/>
                  <a:gd name="connsiteY9-138" fmla="*/ 90518 h 307754"/>
                  <a:gd name="connsiteX0-139" fmla="*/ 0 w 901862"/>
                  <a:gd name="connsiteY0-140" fmla="*/ 90518 h 307754"/>
                  <a:gd name="connsiteX1-141" fmla="*/ 60498 w 901862"/>
                  <a:gd name="connsiteY1-142" fmla="*/ 0 h 307754"/>
                  <a:gd name="connsiteX2-143" fmla="*/ 446920 w 901862"/>
                  <a:gd name="connsiteY2-144" fmla="*/ 129387 h 307754"/>
                  <a:gd name="connsiteX3-145" fmla="*/ 858414 w 901862"/>
                  <a:gd name="connsiteY3-146" fmla="*/ 47070 h 307754"/>
                  <a:gd name="connsiteX4-147" fmla="*/ 901862 w 901862"/>
                  <a:gd name="connsiteY4-148" fmla="*/ 90518 h 307754"/>
                  <a:gd name="connsiteX5-149" fmla="*/ 901862 w 901862"/>
                  <a:gd name="connsiteY5-150" fmla="*/ 264306 h 307754"/>
                  <a:gd name="connsiteX6-151" fmla="*/ 858414 w 901862"/>
                  <a:gd name="connsiteY6-152" fmla="*/ 307754 h 307754"/>
                  <a:gd name="connsiteX7-153" fmla="*/ 43448 w 901862"/>
                  <a:gd name="connsiteY7-154" fmla="*/ 307754 h 307754"/>
                  <a:gd name="connsiteX8-155" fmla="*/ 0 w 901862"/>
                  <a:gd name="connsiteY8-156" fmla="*/ 264306 h 307754"/>
                  <a:gd name="connsiteX9-157" fmla="*/ 0 w 901862"/>
                  <a:gd name="connsiteY9-158" fmla="*/ 90518 h 307754"/>
                  <a:gd name="connsiteX0-159" fmla="*/ 0 w 901862"/>
                  <a:gd name="connsiteY0-160" fmla="*/ 109063 h 326299"/>
                  <a:gd name="connsiteX1-161" fmla="*/ 55530 w 901862"/>
                  <a:gd name="connsiteY1-162" fmla="*/ 0 h 326299"/>
                  <a:gd name="connsiteX2-163" fmla="*/ 446920 w 901862"/>
                  <a:gd name="connsiteY2-164" fmla="*/ 147932 h 326299"/>
                  <a:gd name="connsiteX3-165" fmla="*/ 858414 w 901862"/>
                  <a:gd name="connsiteY3-166" fmla="*/ 65615 h 326299"/>
                  <a:gd name="connsiteX4-167" fmla="*/ 901862 w 901862"/>
                  <a:gd name="connsiteY4-168" fmla="*/ 109063 h 326299"/>
                  <a:gd name="connsiteX5-169" fmla="*/ 901862 w 901862"/>
                  <a:gd name="connsiteY5-170" fmla="*/ 282851 h 326299"/>
                  <a:gd name="connsiteX6-171" fmla="*/ 858414 w 901862"/>
                  <a:gd name="connsiteY6-172" fmla="*/ 326299 h 326299"/>
                  <a:gd name="connsiteX7-173" fmla="*/ 43448 w 901862"/>
                  <a:gd name="connsiteY7-174" fmla="*/ 326299 h 326299"/>
                  <a:gd name="connsiteX8-175" fmla="*/ 0 w 901862"/>
                  <a:gd name="connsiteY8-176" fmla="*/ 282851 h 326299"/>
                  <a:gd name="connsiteX9-177" fmla="*/ 0 w 901862"/>
                  <a:gd name="connsiteY9-178" fmla="*/ 109063 h 326299"/>
                  <a:gd name="connsiteX0-179" fmla="*/ 0 w 901862"/>
                  <a:gd name="connsiteY0-180" fmla="*/ 109063 h 326299"/>
                  <a:gd name="connsiteX1-181" fmla="*/ 55530 w 901862"/>
                  <a:gd name="connsiteY1-182" fmla="*/ 0 h 326299"/>
                  <a:gd name="connsiteX2-183" fmla="*/ 446920 w 901862"/>
                  <a:gd name="connsiteY2-184" fmla="*/ 147932 h 326299"/>
                  <a:gd name="connsiteX3-185" fmla="*/ 858414 w 901862"/>
                  <a:gd name="connsiteY3-186" fmla="*/ 65615 h 326299"/>
                  <a:gd name="connsiteX4-187" fmla="*/ 901862 w 901862"/>
                  <a:gd name="connsiteY4-188" fmla="*/ 109063 h 326299"/>
                  <a:gd name="connsiteX5-189" fmla="*/ 901862 w 901862"/>
                  <a:gd name="connsiteY5-190" fmla="*/ 282851 h 326299"/>
                  <a:gd name="connsiteX6-191" fmla="*/ 858414 w 901862"/>
                  <a:gd name="connsiteY6-192" fmla="*/ 326299 h 326299"/>
                  <a:gd name="connsiteX7-193" fmla="*/ 43448 w 901862"/>
                  <a:gd name="connsiteY7-194" fmla="*/ 326299 h 326299"/>
                  <a:gd name="connsiteX8-195" fmla="*/ 0 w 901862"/>
                  <a:gd name="connsiteY8-196" fmla="*/ 282851 h 326299"/>
                  <a:gd name="connsiteX9-197" fmla="*/ 0 w 901862"/>
                  <a:gd name="connsiteY9-198" fmla="*/ 109063 h 326299"/>
                  <a:gd name="connsiteX0-199" fmla="*/ 0 w 901862"/>
                  <a:gd name="connsiteY0-200" fmla="*/ 109063 h 326299"/>
                  <a:gd name="connsiteX1-201" fmla="*/ 55530 w 901862"/>
                  <a:gd name="connsiteY1-202" fmla="*/ 0 h 326299"/>
                  <a:gd name="connsiteX2-203" fmla="*/ 446920 w 901862"/>
                  <a:gd name="connsiteY2-204" fmla="*/ 147932 h 326299"/>
                  <a:gd name="connsiteX3-205" fmla="*/ 858414 w 901862"/>
                  <a:gd name="connsiteY3-206" fmla="*/ 65615 h 326299"/>
                  <a:gd name="connsiteX4-207" fmla="*/ 901862 w 901862"/>
                  <a:gd name="connsiteY4-208" fmla="*/ 109063 h 326299"/>
                  <a:gd name="connsiteX5-209" fmla="*/ 901862 w 901862"/>
                  <a:gd name="connsiteY5-210" fmla="*/ 282851 h 326299"/>
                  <a:gd name="connsiteX6-211" fmla="*/ 858414 w 901862"/>
                  <a:gd name="connsiteY6-212" fmla="*/ 326299 h 326299"/>
                  <a:gd name="connsiteX7-213" fmla="*/ 43448 w 901862"/>
                  <a:gd name="connsiteY7-214" fmla="*/ 326299 h 326299"/>
                  <a:gd name="connsiteX8-215" fmla="*/ 0 w 901862"/>
                  <a:gd name="connsiteY8-216" fmla="*/ 282851 h 326299"/>
                  <a:gd name="connsiteX9-217" fmla="*/ 0 w 901862"/>
                  <a:gd name="connsiteY9-218" fmla="*/ 109063 h 326299"/>
                  <a:gd name="connsiteX0-219" fmla="*/ 0 w 901862"/>
                  <a:gd name="connsiteY0-220" fmla="*/ 109063 h 326299"/>
                  <a:gd name="connsiteX1-221" fmla="*/ 55530 w 901862"/>
                  <a:gd name="connsiteY1-222" fmla="*/ 0 h 326299"/>
                  <a:gd name="connsiteX2-223" fmla="*/ 446920 w 901862"/>
                  <a:gd name="connsiteY2-224" fmla="*/ 147932 h 326299"/>
                  <a:gd name="connsiteX3-225" fmla="*/ 858414 w 901862"/>
                  <a:gd name="connsiteY3-226" fmla="*/ 65615 h 326299"/>
                  <a:gd name="connsiteX4-227" fmla="*/ 901862 w 901862"/>
                  <a:gd name="connsiteY4-228" fmla="*/ 109063 h 326299"/>
                  <a:gd name="connsiteX5-229" fmla="*/ 901862 w 901862"/>
                  <a:gd name="connsiteY5-230" fmla="*/ 282851 h 326299"/>
                  <a:gd name="connsiteX6-231" fmla="*/ 858414 w 901862"/>
                  <a:gd name="connsiteY6-232" fmla="*/ 326299 h 326299"/>
                  <a:gd name="connsiteX7-233" fmla="*/ 43448 w 901862"/>
                  <a:gd name="connsiteY7-234" fmla="*/ 326299 h 326299"/>
                  <a:gd name="connsiteX8-235" fmla="*/ 0 w 901862"/>
                  <a:gd name="connsiteY8-236" fmla="*/ 282851 h 326299"/>
                  <a:gd name="connsiteX9-237" fmla="*/ 0 w 901862"/>
                  <a:gd name="connsiteY9-238" fmla="*/ 109063 h 326299"/>
                  <a:gd name="connsiteX0-239" fmla="*/ 0 w 901862"/>
                  <a:gd name="connsiteY0-240" fmla="*/ 109063 h 326299"/>
                  <a:gd name="connsiteX1-241" fmla="*/ 55530 w 901862"/>
                  <a:gd name="connsiteY1-242" fmla="*/ 0 h 326299"/>
                  <a:gd name="connsiteX2-243" fmla="*/ 446920 w 901862"/>
                  <a:gd name="connsiteY2-244" fmla="*/ 147932 h 326299"/>
                  <a:gd name="connsiteX3-245" fmla="*/ 858414 w 901862"/>
                  <a:gd name="connsiteY3-246" fmla="*/ 65615 h 326299"/>
                  <a:gd name="connsiteX4-247" fmla="*/ 901862 w 901862"/>
                  <a:gd name="connsiteY4-248" fmla="*/ 109063 h 326299"/>
                  <a:gd name="connsiteX5-249" fmla="*/ 901862 w 901862"/>
                  <a:gd name="connsiteY5-250" fmla="*/ 282851 h 326299"/>
                  <a:gd name="connsiteX6-251" fmla="*/ 858414 w 901862"/>
                  <a:gd name="connsiteY6-252" fmla="*/ 326299 h 326299"/>
                  <a:gd name="connsiteX7-253" fmla="*/ 43448 w 901862"/>
                  <a:gd name="connsiteY7-254" fmla="*/ 326299 h 326299"/>
                  <a:gd name="connsiteX8-255" fmla="*/ 0 w 901862"/>
                  <a:gd name="connsiteY8-256" fmla="*/ 282851 h 326299"/>
                  <a:gd name="connsiteX9-257" fmla="*/ 0 w 901862"/>
                  <a:gd name="connsiteY9-258" fmla="*/ 109063 h 326299"/>
                  <a:gd name="connsiteX0-259" fmla="*/ 0 w 901862"/>
                  <a:gd name="connsiteY0-260" fmla="*/ 109063 h 326299"/>
                  <a:gd name="connsiteX1-261" fmla="*/ 55530 w 901862"/>
                  <a:gd name="connsiteY1-262" fmla="*/ 0 h 326299"/>
                  <a:gd name="connsiteX2-263" fmla="*/ 408216 w 901862"/>
                  <a:gd name="connsiteY2-264" fmla="*/ 142707 h 326299"/>
                  <a:gd name="connsiteX3-265" fmla="*/ 858414 w 901862"/>
                  <a:gd name="connsiteY3-266" fmla="*/ 65615 h 326299"/>
                  <a:gd name="connsiteX4-267" fmla="*/ 901862 w 901862"/>
                  <a:gd name="connsiteY4-268" fmla="*/ 109063 h 326299"/>
                  <a:gd name="connsiteX5-269" fmla="*/ 901862 w 901862"/>
                  <a:gd name="connsiteY5-270" fmla="*/ 282851 h 326299"/>
                  <a:gd name="connsiteX6-271" fmla="*/ 858414 w 901862"/>
                  <a:gd name="connsiteY6-272" fmla="*/ 326299 h 326299"/>
                  <a:gd name="connsiteX7-273" fmla="*/ 43448 w 901862"/>
                  <a:gd name="connsiteY7-274" fmla="*/ 326299 h 326299"/>
                  <a:gd name="connsiteX8-275" fmla="*/ 0 w 901862"/>
                  <a:gd name="connsiteY8-276" fmla="*/ 282851 h 326299"/>
                  <a:gd name="connsiteX9-277" fmla="*/ 0 w 901862"/>
                  <a:gd name="connsiteY9-278" fmla="*/ 109063 h 326299"/>
                  <a:gd name="connsiteX0-279" fmla="*/ 0 w 901862"/>
                  <a:gd name="connsiteY0-280" fmla="*/ 109063 h 326299"/>
                  <a:gd name="connsiteX1-281" fmla="*/ 55530 w 901862"/>
                  <a:gd name="connsiteY1-282" fmla="*/ 0 h 326299"/>
                  <a:gd name="connsiteX2-283" fmla="*/ 408216 w 901862"/>
                  <a:gd name="connsiteY2-284" fmla="*/ 142707 h 326299"/>
                  <a:gd name="connsiteX3-285" fmla="*/ 856799 w 901862"/>
                  <a:gd name="connsiteY3-286" fmla="*/ 50453 h 326299"/>
                  <a:gd name="connsiteX4-287" fmla="*/ 901862 w 901862"/>
                  <a:gd name="connsiteY4-288" fmla="*/ 109063 h 326299"/>
                  <a:gd name="connsiteX5-289" fmla="*/ 901862 w 901862"/>
                  <a:gd name="connsiteY5-290" fmla="*/ 282851 h 326299"/>
                  <a:gd name="connsiteX6-291" fmla="*/ 858414 w 901862"/>
                  <a:gd name="connsiteY6-292" fmla="*/ 326299 h 326299"/>
                  <a:gd name="connsiteX7-293" fmla="*/ 43448 w 901862"/>
                  <a:gd name="connsiteY7-294" fmla="*/ 326299 h 326299"/>
                  <a:gd name="connsiteX8-295" fmla="*/ 0 w 901862"/>
                  <a:gd name="connsiteY8-296" fmla="*/ 282851 h 326299"/>
                  <a:gd name="connsiteX9-297" fmla="*/ 0 w 901862"/>
                  <a:gd name="connsiteY9-298" fmla="*/ 109063 h 326299"/>
                  <a:gd name="connsiteX0-299" fmla="*/ 0 w 901862"/>
                  <a:gd name="connsiteY0-300" fmla="*/ 109063 h 326299"/>
                  <a:gd name="connsiteX1-301" fmla="*/ 55530 w 901862"/>
                  <a:gd name="connsiteY1-302" fmla="*/ 0 h 326299"/>
                  <a:gd name="connsiteX2-303" fmla="*/ 408216 w 901862"/>
                  <a:gd name="connsiteY2-304" fmla="*/ 142707 h 326299"/>
                  <a:gd name="connsiteX3-305" fmla="*/ 856799 w 901862"/>
                  <a:gd name="connsiteY3-306" fmla="*/ 50453 h 326299"/>
                  <a:gd name="connsiteX4-307" fmla="*/ 901862 w 901862"/>
                  <a:gd name="connsiteY4-308" fmla="*/ 109063 h 326299"/>
                  <a:gd name="connsiteX5-309" fmla="*/ 901862 w 901862"/>
                  <a:gd name="connsiteY5-310" fmla="*/ 282851 h 326299"/>
                  <a:gd name="connsiteX6-311" fmla="*/ 858414 w 901862"/>
                  <a:gd name="connsiteY6-312" fmla="*/ 326299 h 326299"/>
                  <a:gd name="connsiteX7-313" fmla="*/ 43448 w 901862"/>
                  <a:gd name="connsiteY7-314" fmla="*/ 326299 h 326299"/>
                  <a:gd name="connsiteX8-315" fmla="*/ 0 w 901862"/>
                  <a:gd name="connsiteY8-316" fmla="*/ 282851 h 326299"/>
                  <a:gd name="connsiteX9-317" fmla="*/ 0 w 901862"/>
                  <a:gd name="connsiteY9-318" fmla="*/ 109063 h 326299"/>
                  <a:gd name="connsiteX0-319" fmla="*/ 0 w 901862"/>
                  <a:gd name="connsiteY0-320" fmla="*/ 109063 h 326299"/>
                  <a:gd name="connsiteX1-321" fmla="*/ 55530 w 901862"/>
                  <a:gd name="connsiteY1-322" fmla="*/ 0 h 326299"/>
                  <a:gd name="connsiteX2-323" fmla="*/ 408216 w 901862"/>
                  <a:gd name="connsiteY2-324" fmla="*/ 142707 h 326299"/>
                  <a:gd name="connsiteX3-325" fmla="*/ 803023 w 901862"/>
                  <a:gd name="connsiteY3-326" fmla="*/ 26637 h 326299"/>
                  <a:gd name="connsiteX4-327" fmla="*/ 901862 w 901862"/>
                  <a:gd name="connsiteY4-328" fmla="*/ 109063 h 326299"/>
                  <a:gd name="connsiteX5-329" fmla="*/ 901862 w 901862"/>
                  <a:gd name="connsiteY5-330" fmla="*/ 282851 h 326299"/>
                  <a:gd name="connsiteX6-331" fmla="*/ 858414 w 901862"/>
                  <a:gd name="connsiteY6-332" fmla="*/ 326299 h 326299"/>
                  <a:gd name="connsiteX7-333" fmla="*/ 43448 w 901862"/>
                  <a:gd name="connsiteY7-334" fmla="*/ 326299 h 326299"/>
                  <a:gd name="connsiteX8-335" fmla="*/ 0 w 901862"/>
                  <a:gd name="connsiteY8-336" fmla="*/ 282851 h 326299"/>
                  <a:gd name="connsiteX9-337" fmla="*/ 0 w 901862"/>
                  <a:gd name="connsiteY9-338" fmla="*/ 109063 h 326299"/>
                  <a:gd name="connsiteX0-339" fmla="*/ 0 w 901862"/>
                  <a:gd name="connsiteY0-340" fmla="*/ 109063 h 326299"/>
                  <a:gd name="connsiteX1-341" fmla="*/ 55530 w 901862"/>
                  <a:gd name="connsiteY1-342" fmla="*/ 0 h 326299"/>
                  <a:gd name="connsiteX2-343" fmla="*/ 408216 w 901862"/>
                  <a:gd name="connsiteY2-344" fmla="*/ 142707 h 326299"/>
                  <a:gd name="connsiteX3-345" fmla="*/ 809712 w 901862"/>
                  <a:gd name="connsiteY3-346" fmla="*/ 36769 h 326299"/>
                  <a:gd name="connsiteX4-347" fmla="*/ 901862 w 901862"/>
                  <a:gd name="connsiteY4-348" fmla="*/ 109063 h 326299"/>
                  <a:gd name="connsiteX5-349" fmla="*/ 901862 w 901862"/>
                  <a:gd name="connsiteY5-350" fmla="*/ 282851 h 326299"/>
                  <a:gd name="connsiteX6-351" fmla="*/ 858414 w 901862"/>
                  <a:gd name="connsiteY6-352" fmla="*/ 326299 h 326299"/>
                  <a:gd name="connsiteX7-353" fmla="*/ 43448 w 901862"/>
                  <a:gd name="connsiteY7-354" fmla="*/ 326299 h 326299"/>
                  <a:gd name="connsiteX8-355" fmla="*/ 0 w 901862"/>
                  <a:gd name="connsiteY8-356" fmla="*/ 282851 h 326299"/>
                  <a:gd name="connsiteX9-357" fmla="*/ 0 w 901862"/>
                  <a:gd name="connsiteY9-358" fmla="*/ 109063 h 326299"/>
                  <a:gd name="connsiteX0-359" fmla="*/ 0 w 901862"/>
                  <a:gd name="connsiteY0-360" fmla="*/ 109063 h 326299"/>
                  <a:gd name="connsiteX1-361" fmla="*/ 55530 w 901862"/>
                  <a:gd name="connsiteY1-362" fmla="*/ 0 h 326299"/>
                  <a:gd name="connsiteX2-363" fmla="*/ 408216 w 901862"/>
                  <a:gd name="connsiteY2-364" fmla="*/ 142707 h 326299"/>
                  <a:gd name="connsiteX3-365" fmla="*/ 809712 w 901862"/>
                  <a:gd name="connsiteY3-366" fmla="*/ 36769 h 326299"/>
                  <a:gd name="connsiteX4-367" fmla="*/ 901862 w 901862"/>
                  <a:gd name="connsiteY4-368" fmla="*/ 109063 h 326299"/>
                  <a:gd name="connsiteX5-369" fmla="*/ 901862 w 901862"/>
                  <a:gd name="connsiteY5-370" fmla="*/ 282851 h 326299"/>
                  <a:gd name="connsiteX6-371" fmla="*/ 858414 w 901862"/>
                  <a:gd name="connsiteY6-372" fmla="*/ 326299 h 326299"/>
                  <a:gd name="connsiteX7-373" fmla="*/ 43448 w 901862"/>
                  <a:gd name="connsiteY7-374" fmla="*/ 326299 h 326299"/>
                  <a:gd name="connsiteX8-375" fmla="*/ 0 w 901862"/>
                  <a:gd name="connsiteY8-376" fmla="*/ 282851 h 326299"/>
                  <a:gd name="connsiteX9-377" fmla="*/ 0 w 901862"/>
                  <a:gd name="connsiteY9-378" fmla="*/ 109063 h 326299"/>
                  <a:gd name="connsiteX0-379" fmla="*/ 0 w 901862"/>
                  <a:gd name="connsiteY0-380" fmla="*/ 109063 h 326299"/>
                  <a:gd name="connsiteX1-381" fmla="*/ 55530 w 901862"/>
                  <a:gd name="connsiteY1-382" fmla="*/ 0 h 326299"/>
                  <a:gd name="connsiteX2-383" fmla="*/ 408216 w 901862"/>
                  <a:gd name="connsiteY2-384" fmla="*/ 142707 h 326299"/>
                  <a:gd name="connsiteX3-385" fmla="*/ 792935 w 901862"/>
                  <a:gd name="connsiteY3-386" fmla="*/ 23223 h 326299"/>
                  <a:gd name="connsiteX4-387" fmla="*/ 901862 w 901862"/>
                  <a:gd name="connsiteY4-388" fmla="*/ 109063 h 326299"/>
                  <a:gd name="connsiteX5-389" fmla="*/ 901862 w 901862"/>
                  <a:gd name="connsiteY5-390" fmla="*/ 282851 h 326299"/>
                  <a:gd name="connsiteX6-391" fmla="*/ 858414 w 901862"/>
                  <a:gd name="connsiteY6-392" fmla="*/ 326299 h 326299"/>
                  <a:gd name="connsiteX7-393" fmla="*/ 43448 w 901862"/>
                  <a:gd name="connsiteY7-394" fmla="*/ 326299 h 326299"/>
                  <a:gd name="connsiteX8-395" fmla="*/ 0 w 901862"/>
                  <a:gd name="connsiteY8-396" fmla="*/ 282851 h 326299"/>
                  <a:gd name="connsiteX9-397" fmla="*/ 0 w 901862"/>
                  <a:gd name="connsiteY9-398" fmla="*/ 109063 h 326299"/>
                  <a:gd name="connsiteX0-399" fmla="*/ 0 w 901862"/>
                  <a:gd name="connsiteY0-400" fmla="*/ 109063 h 326299"/>
                  <a:gd name="connsiteX1-401" fmla="*/ 55530 w 901862"/>
                  <a:gd name="connsiteY1-402" fmla="*/ 0 h 326299"/>
                  <a:gd name="connsiteX2-403" fmla="*/ 408216 w 901862"/>
                  <a:gd name="connsiteY2-404" fmla="*/ 142707 h 326299"/>
                  <a:gd name="connsiteX3-405" fmla="*/ 792935 w 901862"/>
                  <a:gd name="connsiteY3-406" fmla="*/ 23223 h 326299"/>
                  <a:gd name="connsiteX4-407" fmla="*/ 901862 w 901862"/>
                  <a:gd name="connsiteY4-408" fmla="*/ 109063 h 326299"/>
                  <a:gd name="connsiteX5-409" fmla="*/ 901862 w 901862"/>
                  <a:gd name="connsiteY5-410" fmla="*/ 282851 h 326299"/>
                  <a:gd name="connsiteX6-411" fmla="*/ 858414 w 901862"/>
                  <a:gd name="connsiteY6-412" fmla="*/ 326299 h 326299"/>
                  <a:gd name="connsiteX7-413" fmla="*/ 43448 w 901862"/>
                  <a:gd name="connsiteY7-414" fmla="*/ 326299 h 326299"/>
                  <a:gd name="connsiteX8-415" fmla="*/ 0 w 901862"/>
                  <a:gd name="connsiteY8-416" fmla="*/ 282851 h 326299"/>
                  <a:gd name="connsiteX9-417" fmla="*/ 0 w 901862"/>
                  <a:gd name="connsiteY9-418" fmla="*/ 109063 h 326299"/>
                  <a:gd name="connsiteX0-419" fmla="*/ 0 w 901862"/>
                  <a:gd name="connsiteY0-420" fmla="*/ 156254 h 373490"/>
                  <a:gd name="connsiteX1-421" fmla="*/ 45639 w 901862"/>
                  <a:gd name="connsiteY1-422" fmla="*/ 0 h 373490"/>
                  <a:gd name="connsiteX2-423" fmla="*/ 408216 w 901862"/>
                  <a:gd name="connsiteY2-424" fmla="*/ 189898 h 373490"/>
                  <a:gd name="connsiteX3-425" fmla="*/ 792935 w 901862"/>
                  <a:gd name="connsiteY3-426" fmla="*/ 70414 h 373490"/>
                  <a:gd name="connsiteX4-427" fmla="*/ 901862 w 901862"/>
                  <a:gd name="connsiteY4-428" fmla="*/ 156254 h 373490"/>
                  <a:gd name="connsiteX5-429" fmla="*/ 901862 w 901862"/>
                  <a:gd name="connsiteY5-430" fmla="*/ 330042 h 373490"/>
                  <a:gd name="connsiteX6-431" fmla="*/ 858414 w 901862"/>
                  <a:gd name="connsiteY6-432" fmla="*/ 373490 h 373490"/>
                  <a:gd name="connsiteX7-433" fmla="*/ 43448 w 901862"/>
                  <a:gd name="connsiteY7-434" fmla="*/ 373490 h 373490"/>
                  <a:gd name="connsiteX8-435" fmla="*/ 0 w 901862"/>
                  <a:gd name="connsiteY8-436" fmla="*/ 330042 h 373490"/>
                  <a:gd name="connsiteX9-437" fmla="*/ 0 w 901862"/>
                  <a:gd name="connsiteY9-438" fmla="*/ 156254 h 373490"/>
                  <a:gd name="connsiteX0-439" fmla="*/ 0 w 901862"/>
                  <a:gd name="connsiteY0-440" fmla="*/ 156254 h 373784"/>
                  <a:gd name="connsiteX1-441" fmla="*/ 45639 w 901862"/>
                  <a:gd name="connsiteY1-442" fmla="*/ 0 h 373784"/>
                  <a:gd name="connsiteX2-443" fmla="*/ 408216 w 901862"/>
                  <a:gd name="connsiteY2-444" fmla="*/ 189898 h 373784"/>
                  <a:gd name="connsiteX3-445" fmla="*/ 792935 w 901862"/>
                  <a:gd name="connsiteY3-446" fmla="*/ 70414 h 373784"/>
                  <a:gd name="connsiteX4-447" fmla="*/ 901862 w 901862"/>
                  <a:gd name="connsiteY4-448" fmla="*/ 156254 h 373784"/>
                  <a:gd name="connsiteX5-449" fmla="*/ 901862 w 901862"/>
                  <a:gd name="connsiteY5-450" fmla="*/ 330042 h 373784"/>
                  <a:gd name="connsiteX6-451" fmla="*/ 858414 w 901862"/>
                  <a:gd name="connsiteY6-452" fmla="*/ 373490 h 373784"/>
                  <a:gd name="connsiteX7-453" fmla="*/ 486526 w 901862"/>
                  <a:gd name="connsiteY7-454" fmla="*/ 373784 h 373784"/>
                  <a:gd name="connsiteX8-455" fmla="*/ 43448 w 901862"/>
                  <a:gd name="connsiteY8-456" fmla="*/ 373490 h 373784"/>
                  <a:gd name="connsiteX9-457" fmla="*/ 0 w 901862"/>
                  <a:gd name="connsiteY9-458" fmla="*/ 330042 h 373784"/>
                  <a:gd name="connsiteX10" fmla="*/ 0 w 901862"/>
                  <a:gd name="connsiteY10" fmla="*/ 156254 h 373784"/>
                  <a:gd name="connsiteX0-459" fmla="*/ 0 w 901862"/>
                  <a:gd name="connsiteY0-460" fmla="*/ 156254 h 373490"/>
                  <a:gd name="connsiteX1-461" fmla="*/ 45639 w 901862"/>
                  <a:gd name="connsiteY1-462" fmla="*/ 0 h 373490"/>
                  <a:gd name="connsiteX2-463" fmla="*/ 408216 w 901862"/>
                  <a:gd name="connsiteY2-464" fmla="*/ 189898 h 373490"/>
                  <a:gd name="connsiteX3-465" fmla="*/ 792935 w 901862"/>
                  <a:gd name="connsiteY3-466" fmla="*/ 70414 h 373490"/>
                  <a:gd name="connsiteX4-467" fmla="*/ 901862 w 901862"/>
                  <a:gd name="connsiteY4-468" fmla="*/ 156254 h 373490"/>
                  <a:gd name="connsiteX5-469" fmla="*/ 901862 w 901862"/>
                  <a:gd name="connsiteY5-470" fmla="*/ 330042 h 373490"/>
                  <a:gd name="connsiteX6-471" fmla="*/ 858414 w 901862"/>
                  <a:gd name="connsiteY6-472" fmla="*/ 373490 h 373490"/>
                  <a:gd name="connsiteX7-473" fmla="*/ 471864 w 901862"/>
                  <a:gd name="connsiteY7-474" fmla="*/ 264269 h 373490"/>
                  <a:gd name="connsiteX8-475" fmla="*/ 43448 w 901862"/>
                  <a:gd name="connsiteY8-476" fmla="*/ 373490 h 373490"/>
                  <a:gd name="connsiteX9-477" fmla="*/ 0 w 901862"/>
                  <a:gd name="connsiteY9-478" fmla="*/ 330042 h 373490"/>
                  <a:gd name="connsiteX10-479" fmla="*/ 0 w 901862"/>
                  <a:gd name="connsiteY10-480" fmla="*/ 156254 h 373490"/>
                  <a:gd name="connsiteX0-481" fmla="*/ 0 w 901862"/>
                  <a:gd name="connsiteY0-482" fmla="*/ 156254 h 373490"/>
                  <a:gd name="connsiteX1-483" fmla="*/ 45639 w 901862"/>
                  <a:gd name="connsiteY1-484" fmla="*/ 0 h 373490"/>
                  <a:gd name="connsiteX2-485" fmla="*/ 408216 w 901862"/>
                  <a:gd name="connsiteY2-486" fmla="*/ 189898 h 373490"/>
                  <a:gd name="connsiteX3-487" fmla="*/ 792935 w 901862"/>
                  <a:gd name="connsiteY3-488" fmla="*/ 70414 h 373490"/>
                  <a:gd name="connsiteX4-489" fmla="*/ 901862 w 901862"/>
                  <a:gd name="connsiteY4-490" fmla="*/ 156254 h 373490"/>
                  <a:gd name="connsiteX5-491" fmla="*/ 901862 w 901862"/>
                  <a:gd name="connsiteY5-492" fmla="*/ 330042 h 373490"/>
                  <a:gd name="connsiteX6-493" fmla="*/ 858414 w 901862"/>
                  <a:gd name="connsiteY6-494" fmla="*/ 373490 h 373490"/>
                  <a:gd name="connsiteX7-495" fmla="*/ 459752 w 901862"/>
                  <a:gd name="connsiteY7-496" fmla="*/ 336619 h 373490"/>
                  <a:gd name="connsiteX8-497" fmla="*/ 43448 w 901862"/>
                  <a:gd name="connsiteY8-498" fmla="*/ 373490 h 373490"/>
                  <a:gd name="connsiteX9-499" fmla="*/ 0 w 901862"/>
                  <a:gd name="connsiteY9-500" fmla="*/ 330042 h 373490"/>
                  <a:gd name="connsiteX10-501" fmla="*/ 0 w 901862"/>
                  <a:gd name="connsiteY10-502" fmla="*/ 156254 h 373490"/>
                  <a:gd name="connsiteX0-503" fmla="*/ 0 w 901862"/>
                  <a:gd name="connsiteY0-504" fmla="*/ 156254 h 373507"/>
                  <a:gd name="connsiteX1-505" fmla="*/ 45639 w 901862"/>
                  <a:gd name="connsiteY1-506" fmla="*/ 0 h 373507"/>
                  <a:gd name="connsiteX2-507" fmla="*/ 408216 w 901862"/>
                  <a:gd name="connsiteY2-508" fmla="*/ 189898 h 373507"/>
                  <a:gd name="connsiteX3-509" fmla="*/ 792935 w 901862"/>
                  <a:gd name="connsiteY3-510" fmla="*/ 70414 h 373507"/>
                  <a:gd name="connsiteX4-511" fmla="*/ 901862 w 901862"/>
                  <a:gd name="connsiteY4-512" fmla="*/ 156254 h 373507"/>
                  <a:gd name="connsiteX5-513" fmla="*/ 901862 w 901862"/>
                  <a:gd name="connsiteY5-514" fmla="*/ 330042 h 373507"/>
                  <a:gd name="connsiteX6-515" fmla="*/ 858414 w 901862"/>
                  <a:gd name="connsiteY6-516" fmla="*/ 373490 h 373507"/>
                  <a:gd name="connsiteX7-517" fmla="*/ 459752 w 901862"/>
                  <a:gd name="connsiteY7-518" fmla="*/ 336619 h 373507"/>
                  <a:gd name="connsiteX8-519" fmla="*/ 43448 w 901862"/>
                  <a:gd name="connsiteY8-520" fmla="*/ 373490 h 373507"/>
                  <a:gd name="connsiteX9-521" fmla="*/ 0 w 901862"/>
                  <a:gd name="connsiteY9-522" fmla="*/ 330042 h 373507"/>
                  <a:gd name="connsiteX10-523" fmla="*/ 0 w 901862"/>
                  <a:gd name="connsiteY10-524" fmla="*/ 156254 h 373507"/>
                  <a:gd name="connsiteX0-525" fmla="*/ 0 w 901862"/>
                  <a:gd name="connsiteY0-526" fmla="*/ 156254 h 420677"/>
                  <a:gd name="connsiteX1-527" fmla="*/ 45639 w 901862"/>
                  <a:gd name="connsiteY1-528" fmla="*/ 0 h 420677"/>
                  <a:gd name="connsiteX2-529" fmla="*/ 408216 w 901862"/>
                  <a:gd name="connsiteY2-530" fmla="*/ 189898 h 420677"/>
                  <a:gd name="connsiteX3-531" fmla="*/ 792935 w 901862"/>
                  <a:gd name="connsiteY3-532" fmla="*/ 70414 h 420677"/>
                  <a:gd name="connsiteX4-533" fmla="*/ 901862 w 901862"/>
                  <a:gd name="connsiteY4-534" fmla="*/ 156254 h 420677"/>
                  <a:gd name="connsiteX5-535" fmla="*/ 901862 w 901862"/>
                  <a:gd name="connsiteY5-536" fmla="*/ 330042 h 420677"/>
                  <a:gd name="connsiteX6-537" fmla="*/ 858414 w 901862"/>
                  <a:gd name="connsiteY6-538" fmla="*/ 373490 h 420677"/>
                  <a:gd name="connsiteX7-539" fmla="*/ 459752 w 901862"/>
                  <a:gd name="connsiteY7-540" fmla="*/ 336619 h 420677"/>
                  <a:gd name="connsiteX8-541" fmla="*/ 49971 w 901862"/>
                  <a:gd name="connsiteY8-542" fmla="*/ 420666 h 420677"/>
                  <a:gd name="connsiteX9-543" fmla="*/ 0 w 901862"/>
                  <a:gd name="connsiteY9-544" fmla="*/ 330042 h 420677"/>
                  <a:gd name="connsiteX10-545" fmla="*/ 0 w 901862"/>
                  <a:gd name="connsiteY10-546" fmla="*/ 156254 h 420677"/>
                  <a:gd name="connsiteX0-547" fmla="*/ 0 w 901862"/>
                  <a:gd name="connsiteY0-548" fmla="*/ 156254 h 460941"/>
                  <a:gd name="connsiteX1-549" fmla="*/ 45639 w 901862"/>
                  <a:gd name="connsiteY1-550" fmla="*/ 0 h 460941"/>
                  <a:gd name="connsiteX2-551" fmla="*/ 408216 w 901862"/>
                  <a:gd name="connsiteY2-552" fmla="*/ 189898 h 460941"/>
                  <a:gd name="connsiteX3-553" fmla="*/ 792935 w 901862"/>
                  <a:gd name="connsiteY3-554" fmla="*/ 70414 h 460941"/>
                  <a:gd name="connsiteX4-555" fmla="*/ 901862 w 901862"/>
                  <a:gd name="connsiteY4-556" fmla="*/ 156254 h 460941"/>
                  <a:gd name="connsiteX5-557" fmla="*/ 901862 w 901862"/>
                  <a:gd name="connsiteY5-558" fmla="*/ 330042 h 460941"/>
                  <a:gd name="connsiteX6-559" fmla="*/ 834446 w 901862"/>
                  <a:gd name="connsiteY6-560" fmla="*/ 460941 h 460941"/>
                  <a:gd name="connsiteX7-561" fmla="*/ 459752 w 901862"/>
                  <a:gd name="connsiteY7-562" fmla="*/ 336619 h 460941"/>
                  <a:gd name="connsiteX8-563" fmla="*/ 49971 w 901862"/>
                  <a:gd name="connsiteY8-564" fmla="*/ 420666 h 460941"/>
                  <a:gd name="connsiteX9-565" fmla="*/ 0 w 901862"/>
                  <a:gd name="connsiteY9-566" fmla="*/ 330042 h 460941"/>
                  <a:gd name="connsiteX10-567" fmla="*/ 0 w 901862"/>
                  <a:gd name="connsiteY10-568" fmla="*/ 156254 h 460941"/>
                  <a:gd name="connsiteX0-569" fmla="*/ 0 w 901862"/>
                  <a:gd name="connsiteY0-570" fmla="*/ 156254 h 460941"/>
                  <a:gd name="connsiteX1-571" fmla="*/ 45639 w 901862"/>
                  <a:gd name="connsiteY1-572" fmla="*/ 0 h 460941"/>
                  <a:gd name="connsiteX2-573" fmla="*/ 408216 w 901862"/>
                  <a:gd name="connsiteY2-574" fmla="*/ 189898 h 460941"/>
                  <a:gd name="connsiteX3-575" fmla="*/ 792935 w 901862"/>
                  <a:gd name="connsiteY3-576" fmla="*/ 70414 h 460941"/>
                  <a:gd name="connsiteX4-577" fmla="*/ 901862 w 901862"/>
                  <a:gd name="connsiteY4-578" fmla="*/ 156254 h 460941"/>
                  <a:gd name="connsiteX5-579" fmla="*/ 901862 w 901862"/>
                  <a:gd name="connsiteY5-580" fmla="*/ 330042 h 460941"/>
                  <a:gd name="connsiteX6-581" fmla="*/ 834446 w 901862"/>
                  <a:gd name="connsiteY6-582" fmla="*/ 460941 h 460941"/>
                  <a:gd name="connsiteX7-583" fmla="*/ 459752 w 901862"/>
                  <a:gd name="connsiteY7-584" fmla="*/ 336619 h 460941"/>
                  <a:gd name="connsiteX8-585" fmla="*/ 49971 w 901862"/>
                  <a:gd name="connsiteY8-586" fmla="*/ 420666 h 460941"/>
                  <a:gd name="connsiteX9-587" fmla="*/ 0 w 901862"/>
                  <a:gd name="connsiteY9-588" fmla="*/ 330042 h 460941"/>
                  <a:gd name="connsiteX10-589" fmla="*/ 0 w 901862"/>
                  <a:gd name="connsiteY10-590" fmla="*/ 156254 h 460941"/>
                  <a:gd name="connsiteX0-591" fmla="*/ 0 w 901862"/>
                  <a:gd name="connsiteY0-592" fmla="*/ 156254 h 518129"/>
                  <a:gd name="connsiteX1-593" fmla="*/ 45639 w 901862"/>
                  <a:gd name="connsiteY1-594" fmla="*/ 0 h 518129"/>
                  <a:gd name="connsiteX2-595" fmla="*/ 408216 w 901862"/>
                  <a:gd name="connsiteY2-596" fmla="*/ 189898 h 518129"/>
                  <a:gd name="connsiteX3-597" fmla="*/ 792935 w 901862"/>
                  <a:gd name="connsiteY3-598" fmla="*/ 70414 h 518129"/>
                  <a:gd name="connsiteX4-599" fmla="*/ 901862 w 901862"/>
                  <a:gd name="connsiteY4-600" fmla="*/ 156254 h 518129"/>
                  <a:gd name="connsiteX5-601" fmla="*/ 901862 w 901862"/>
                  <a:gd name="connsiteY5-602" fmla="*/ 330042 h 518129"/>
                  <a:gd name="connsiteX6-603" fmla="*/ 820718 w 901862"/>
                  <a:gd name="connsiteY6-604" fmla="*/ 518129 h 518129"/>
                  <a:gd name="connsiteX7-605" fmla="*/ 459752 w 901862"/>
                  <a:gd name="connsiteY7-606" fmla="*/ 336619 h 518129"/>
                  <a:gd name="connsiteX8-607" fmla="*/ 49971 w 901862"/>
                  <a:gd name="connsiteY8-608" fmla="*/ 420666 h 518129"/>
                  <a:gd name="connsiteX9-609" fmla="*/ 0 w 901862"/>
                  <a:gd name="connsiteY9-610" fmla="*/ 330042 h 518129"/>
                  <a:gd name="connsiteX10-611" fmla="*/ 0 w 901862"/>
                  <a:gd name="connsiteY10-612" fmla="*/ 156254 h 518129"/>
                  <a:gd name="connsiteX0-613" fmla="*/ 0 w 901862"/>
                  <a:gd name="connsiteY0-614" fmla="*/ 156254 h 518129"/>
                  <a:gd name="connsiteX1-615" fmla="*/ 45639 w 901862"/>
                  <a:gd name="connsiteY1-616" fmla="*/ 0 h 518129"/>
                  <a:gd name="connsiteX2-617" fmla="*/ 408216 w 901862"/>
                  <a:gd name="connsiteY2-618" fmla="*/ 189898 h 518129"/>
                  <a:gd name="connsiteX3-619" fmla="*/ 792935 w 901862"/>
                  <a:gd name="connsiteY3-620" fmla="*/ 70414 h 518129"/>
                  <a:gd name="connsiteX4-621" fmla="*/ 901862 w 901862"/>
                  <a:gd name="connsiteY4-622" fmla="*/ 156254 h 518129"/>
                  <a:gd name="connsiteX5-623" fmla="*/ 901862 w 901862"/>
                  <a:gd name="connsiteY5-624" fmla="*/ 330042 h 518129"/>
                  <a:gd name="connsiteX6-625" fmla="*/ 820718 w 901862"/>
                  <a:gd name="connsiteY6-626" fmla="*/ 518129 h 518129"/>
                  <a:gd name="connsiteX7-627" fmla="*/ 459752 w 901862"/>
                  <a:gd name="connsiteY7-628" fmla="*/ 336619 h 518129"/>
                  <a:gd name="connsiteX8-629" fmla="*/ 49971 w 901862"/>
                  <a:gd name="connsiteY8-630" fmla="*/ 420666 h 518129"/>
                  <a:gd name="connsiteX9-631" fmla="*/ 0 w 901862"/>
                  <a:gd name="connsiteY9-632" fmla="*/ 330042 h 518129"/>
                  <a:gd name="connsiteX10-633" fmla="*/ 0 w 901862"/>
                  <a:gd name="connsiteY10-634" fmla="*/ 156254 h 518129"/>
                  <a:gd name="connsiteX0-635" fmla="*/ 0 w 901862"/>
                  <a:gd name="connsiteY0-636" fmla="*/ 156254 h 518129"/>
                  <a:gd name="connsiteX1-637" fmla="*/ 45639 w 901862"/>
                  <a:gd name="connsiteY1-638" fmla="*/ 0 h 518129"/>
                  <a:gd name="connsiteX2-639" fmla="*/ 408216 w 901862"/>
                  <a:gd name="connsiteY2-640" fmla="*/ 189898 h 518129"/>
                  <a:gd name="connsiteX3-641" fmla="*/ 792935 w 901862"/>
                  <a:gd name="connsiteY3-642" fmla="*/ 70414 h 518129"/>
                  <a:gd name="connsiteX4-643" fmla="*/ 901862 w 901862"/>
                  <a:gd name="connsiteY4-644" fmla="*/ 156254 h 518129"/>
                  <a:gd name="connsiteX5-645" fmla="*/ 901862 w 901862"/>
                  <a:gd name="connsiteY5-646" fmla="*/ 330042 h 518129"/>
                  <a:gd name="connsiteX6-647" fmla="*/ 820718 w 901862"/>
                  <a:gd name="connsiteY6-648" fmla="*/ 518129 h 518129"/>
                  <a:gd name="connsiteX7-649" fmla="*/ 449618 w 901862"/>
                  <a:gd name="connsiteY7-650" fmla="*/ 343309 h 518129"/>
                  <a:gd name="connsiteX8-651" fmla="*/ 49971 w 901862"/>
                  <a:gd name="connsiteY8-652" fmla="*/ 420666 h 518129"/>
                  <a:gd name="connsiteX9-653" fmla="*/ 0 w 901862"/>
                  <a:gd name="connsiteY9-654" fmla="*/ 330042 h 518129"/>
                  <a:gd name="connsiteX10-655" fmla="*/ 0 w 901862"/>
                  <a:gd name="connsiteY10-656" fmla="*/ 156254 h 518129"/>
                  <a:gd name="connsiteX0-657" fmla="*/ 0 w 901862"/>
                  <a:gd name="connsiteY0-658" fmla="*/ 156254 h 518129"/>
                  <a:gd name="connsiteX1-659" fmla="*/ 45639 w 901862"/>
                  <a:gd name="connsiteY1-660" fmla="*/ 0 h 518129"/>
                  <a:gd name="connsiteX2-661" fmla="*/ 408216 w 901862"/>
                  <a:gd name="connsiteY2-662" fmla="*/ 189898 h 518129"/>
                  <a:gd name="connsiteX3-663" fmla="*/ 792935 w 901862"/>
                  <a:gd name="connsiteY3-664" fmla="*/ 70414 h 518129"/>
                  <a:gd name="connsiteX4-665" fmla="*/ 901862 w 901862"/>
                  <a:gd name="connsiteY4-666" fmla="*/ 156254 h 518129"/>
                  <a:gd name="connsiteX5-667" fmla="*/ 901862 w 901862"/>
                  <a:gd name="connsiteY5-668" fmla="*/ 330042 h 518129"/>
                  <a:gd name="connsiteX6-669" fmla="*/ 820718 w 901862"/>
                  <a:gd name="connsiteY6-670" fmla="*/ 518129 h 518129"/>
                  <a:gd name="connsiteX7-671" fmla="*/ 449618 w 901862"/>
                  <a:gd name="connsiteY7-672" fmla="*/ 343309 h 518129"/>
                  <a:gd name="connsiteX8-673" fmla="*/ 53233 w 901862"/>
                  <a:gd name="connsiteY8-674" fmla="*/ 444254 h 518129"/>
                  <a:gd name="connsiteX9-675" fmla="*/ 0 w 901862"/>
                  <a:gd name="connsiteY9-676" fmla="*/ 330042 h 518129"/>
                  <a:gd name="connsiteX10-677" fmla="*/ 0 w 901862"/>
                  <a:gd name="connsiteY10-678" fmla="*/ 156254 h 518129"/>
                  <a:gd name="connsiteX0-679" fmla="*/ 0 w 901862"/>
                  <a:gd name="connsiteY0-680" fmla="*/ 156254 h 518129"/>
                  <a:gd name="connsiteX1-681" fmla="*/ 45639 w 901862"/>
                  <a:gd name="connsiteY1-682" fmla="*/ 0 h 518129"/>
                  <a:gd name="connsiteX2-683" fmla="*/ 408216 w 901862"/>
                  <a:gd name="connsiteY2-684" fmla="*/ 189898 h 518129"/>
                  <a:gd name="connsiteX3-685" fmla="*/ 792935 w 901862"/>
                  <a:gd name="connsiteY3-686" fmla="*/ 70414 h 518129"/>
                  <a:gd name="connsiteX4-687" fmla="*/ 901862 w 901862"/>
                  <a:gd name="connsiteY4-688" fmla="*/ 156254 h 518129"/>
                  <a:gd name="connsiteX5-689" fmla="*/ 901862 w 901862"/>
                  <a:gd name="connsiteY5-690" fmla="*/ 330042 h 518129"/>
                  <a:gd name="connsiteX6-691" fmla="*/ 820718 w 901862"/>
                  <a:gd name="connsiteY6-692" fmla="*/ 518129 h 518129"/>
                  <a:gd name="connsiteX7-693" fmla="*/ 449618 w 901862"/>
                  <a:gd name="connsiteY7-694" fmla="*/ 343309 h 518129"/>
                  <a:gd name="connsiteX8-695" fmla="*/ 53233 w 901862"/>
                  <a:gd name="connsiteY8-696" fmla="*/ 444254 h 518129"/>
                  <a:gd name="connsiteX9-697" fmla="*/ 0 w 901862"/>
                  <a:gd name="connsiteY9-698" fmla="*/ 330042 h 518129"/>
                  <a:gd name="connsiteX10-699" fmla="*/ 0 w 901862"/>
                  <a:gd name="connsiteY10-700" fmla="*/ 156254 h 518129"/>
                  <a:gd name="connsiteX0-701" fmla="*/ 0 w 901862"/>
                  <a:gd name="connsiteY0-702" fmla="*/ 156254 h 518129"/>
                  <a:gd name="connsiteX1-703" fmla="*/ 45639 w 901862"/>
                  <a:gd name="connsiteY1-704" fmla="*/ 0 h 518129"/>
                  <a:gd name="connsiteX2-705" fmla="*/ 408216 w 901862"/>
                  <a:gd name="connsiteY2-706" fmla="*/ 189898 h 518129"/>
                  <a:gd name="connsiteX3-707" fmla="*/ 792935 w 901862"/>
                  <a:gd name="connsiteY3-708" fmla="*/ 70414 h 518129"/>
                  <a:gd name="connsiteX4-709" fmla="*/ 901862 w 901862"/>
                  <a:gd name="connsiteY4-710" fmla="*/ 156254 h 518129"/>
                  <a:gd name="connsiteX5-711" fmla="*/ 901862 w 901862"/>
                  <a:gd name="connsiteY5-712" fmla="*/ 330042 h 518129"/>
                  <a:gd name="connsiteX6-713" fmla="*/ 820718 w 901862"/>
                  <a:gd name="connsiteY6-714" fmla="*/ 518129 h 518129"/>
                  <a:gd name="connsiteX7-715" fmla="*/ 449618 w 901862"/>
                  <a:gd name="connsiteY7-716" fmla="*/ 343309 h 518129"/>
                  <a:gd name="connsiteX8-717" fmla="*/ 53233 w 901862"/>
                  <a:gd name="connsiteY8-718" fmla="*/ 444254 h 518129"/>
                  <a:gd name="connsiteX9-719" fmla="*/ 0 w 901862"/>
                  <a:gd name="connsiteY9-720" fmla="*/ 330042 h 518129"/>
                  <a:gd name="connsiteX10-721" fmla="*/ 0 w 901862"/>
                  <a:gd name="connsiteY10-722" fmla="*/ 156254 h 518129"/>
                  <a:gd name="connsiteX0-723" fmla="*/ 0 w 901862"/>
                  <a:gd name="connsiteY0-724" fmla="*/ 156254 h 518129"/>
                  <a:gd name="connsiteX1-725" fmla="*/ 45639 w 901862"/>
                  <a:gd name="connsiteY1-726" fmla="*/ 0 h 518129"/>
                  <a:gd name="connsiteX2-727" fmla="*/ 408216 w 901862"/>
                  <a:gd name="connsiteY2-728" fmla="*/ 189898 h 518129"/>
                  <a:gd name="connsiteX3-729" fmla="*/ 792935 w 901862"/>
                  <a:gd name="connsiteY3-730" fmla="*/ 70414 h 518129"/>
                  <a:gd name="connsiteX4-731" fmla="*/ 901862 w 901862"/>
                  <a:gd name="connsiteY4-732" fmla="*/ 156254 h 518129"/>
                  <a:gd name="connsiteX5-733" fmla="*/ 901862 w 901862"/>
                  <a:gd name="connsiteY5-734" fmla="*/ 330042 h 518129"/>
                  <a:gd name="connsiteX6-735" fmla="*/ 820718 w 901862"/>
                  <a:gd name="connsiteY6-736" fmla="*/ 518129 h 518129"/>
                  <a:gd name="connsiteX7-737" fmla="*/ 449618 w 901862"/>
                  <a:gd name="connsiteY7-738" fmla="*/ 343309 h 518129"/>
                  <a:gd name="connsiteX8-739" fmla="*/ 53233 w 901862"/>
                  <a:gd name="connsiteY8-740" fmla="*/ 444254 h 518129"/>
                  <a:gd name="connsiteX9-741" fmla="*/ 0 w 901862"/>
                  <a:gd name="connsiteY9-742" fmla="*/ 330042 h 518129"/>
                  <a:gd name="connsiteX10-743" fmla="*/ 0 w 901862"/>
                  <a:gd name="connsiteY10-744" fmla="*/ 156254 h 518129"/>
                  <a:gd name="connsiteX0-745" fmla="*/ 0 w 901862"/>
                  <a:gd name="connsiteY0-746" fmla="*/ 156254 h 518129"/>
                  <a:gd name="connsiteX1-747" fmla="*/ 45639 w 901862"/>
                  <a:gd name="connsiteY1-748" fmla="*/ 0 h 518129"/>
                  <a:gd name="connsiteX2-749" fmla="*/ 408216 w 901862"/>
                  <a:gd name="connsiteY2-750" fmla="*/ 189898 h 518129"/>
                  <a:gd name="connsiteX3-751" fmla="*/ 792935 w 901862"/>
                  <a:gd name="connsiteY3-752" fmla="*/ 70414 h 518129"/>
                  <a:gd name="connsiteX4-753" fmla="*/ 901862 w 901862"/>
                  <a:gd name="connsiteY4-754" fmla="*/ 156254 h 518129"/>
                  <a:gd name="connsiteX5-755" fmla="*/ 901862 w 901862"/>
                  <a:gd name="connsiteY5-756" fmla="*/ 330042 h 518129"/>
                  <a:gd name="connsiteX6-757" fmla="*/ 820718 w 901862"/>
                  <a:gd name="connsiteY6-758" fmla="*/ 518129 h 518129"/>
                  <a:gd name="connsiteX7-759" fmla="*/ 449618 w 901862"/>
                  <a:gd name="connsiteY7-760" fmla="*/ 343309 h 518129"/>
                  <a:gd name="connsiteX8-761" fmla="*/ 53233 w 901862"/>
                  <a:gd name="connsiteY8-762" fmla="*/ 444254 h 518129"/>
                  <a:gd name="connsiteX9-763" fmla="*/ 0 w 901862"/>
                  <a:gd name="connsiteY9-764" fmla="*/ 330042 h 518129"/>
                  <a:gd name="connsiteX10-765" fmla="*/ 0 w 901862"/>
                  <a:gd name="connsiteY10-766" fmla="*/ 156254 h 518129"/>
                  <a:gd name="connsiteX0-767" fmla="*/ 0 w 901862"/>
                  <a:gd name="connsiteY0-768" fmla="*/ 171490 h 533365"/>
                  <a:gd name="connsiteX1-769" fmla="*/ 27185 w 901862"/>
                  <a:gd name="connsiteY1-770" fmla="*/ 0 h 533365"/>
                  <a:gd name="connsiteX2-771" fmla="*/ 408216 w 901862"/>
                  <a:gd name="connsiteY2-772" fmla="*/ 205134 h 533365"/>
                  <a:gd name="connsiteX3-773" fmla="*/ 792935 w 901862"/>
                  <a:gd name="connsiteY3-774" fmla="*/ 85650 h 533365"/>
                  <a:gd name="connsiteX4-775" fmla="*/ 901862 w 901862"/>
                  <a:gd name="connsiteY4-776" fmla="*/ 171490 h 533365"/>
                  <a:gd name="connsiteX5-777" fmla="*/ 901862 w 901862"/>
                  <a:gd name="connsiteY5-778" fmla="*/ 345278 h 533365"/>
                  <a:gd name="connsiteX6-779" fmla="*/ 820718 w 901862"/>
                  <a:gd name="connsiteY6-780" fmla="*/ 533365 h 533365"/>
                  <a:gd name="connsiteX7-781" fmla="*/ 449618 w 901862"/>
                  <a:gd name="connsiteY7-782" fmla="*/ 358545 h 533365"/>
                  <a:gd name="connsiteX8-783" fmla="*/ 53233 w 901862"/>
                  <a:gd name="connsiteY8-784" fmla="*/ 459490 h 533365"/>
                  <a:gd name="connsiteX9-785" fmla="*/ 0 w 901862"/>
                  <a:gd name="connsiteY9-786" fmla="*/ 345278 h 533365"/>
                  <a:gd name="connsiteX10-787" fmla="*/ 0 w 901862"/>
                  <a:gd name="connsiteY10-788" fmla="*/ 171490 h 53336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37" y="connsiteY9-38"/>
                  </a:cxn>
                  <a:cxn ang="0">
                    <a:pos x="connsiteX10-479" y="connsiteY10-480"/>
                  </a:cxn>
                </a:cxnLst>
                <a:rect l="l" t="t" r="r" b="b"/>
                <a:pathLst>
                  <a:path w="901862" h="533365">
                    <a:moveTo>
                      <a:pt x="0" y="171490"/>
                    </a:moveTo>
                    <a:cubicBezTo>
                      <a:pt x="0" y="147494"/>
                      <a:pt x="3189" y="0"/>
                      <a:pt x="27185" y="0"/>
                    </a:cubicBezTo>
                    <a:cubicBezTo>
                      <a:pt x="108606" y="96799"/>
                      <a:pt x="280591" y="190859"/>
                      <a:pt x="408216" y="205134"/>
                    </a:cubicBezTo>
                    <a:cubicBezTo>
                      <a:pt x="535841" y="219409"/>
                      <a:pt x="638523" y="203937"/>
                      <a:pt x="792935" y="85650"/>
                    </a:cubicBezTo>
                    <a:cubicBezTo>
                      <a:pt x="816931" y="85650"/>
                      <a:pt x="901862" y="147494"/>
                      <a:pt x="901862" y="171490"/>
                    </a:cubicBezTo>
                    <a:lnTo>
                      <a:pt x="901862" y="345278"/>
                    </a:lnTo>
                    <a:cubicBezTo>
                      <a:pt x="901862" y="369274"/>
                      <a:pt x="844714" y="533365"/>
                      <a:pt x="820718" y="533365"/>
                    </a:cubicBezTo>
                    <a:cubicBezTo>
                      <a:pt x="658038" y="406441"/>
                      <a:pt x="577532" y="370857"/>
                      <a:pt x="449618" y="358545"/>
                    </a:cubicBezTo>
                    <a:cubicBezTo>
                      <a:pt x="321704" y="346233"/>
                      <a:pt x="129858" y="460586"/>
                      <a:pt x="53233" y="459490"/>
                    </a:cubicBezTo>
                    <a:cubicBezTo>
                      <a:pt x="29237" y="459490"/>
                      <a:pt x="0" y="369274"/>
                      <a:pt x="0" y="345278"/>
                    </a:cubicBezTo>
                    <a:lnTo>
                      <a:pt x="0" y="171490"/>
                    </a:lnTo>
                    <a:close/>
                  </a:path>
                </a:pathLst>
              </a:cu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圆角矩形 17"/>
              <p:cNvSpPr/>
              <p:nvPr/>
            </p:nvSpPr>
            <p:spPr>
              <a:xfrm rot="2188039">
                <a:off x="4847484" y="3452363"/>
                <a:ext cx="1152426" cy="564051"/>
              </a:xfrm>
              <a:custGeom>
                <a:avLst/>
                <a:gdLst>
                  <a:gd name="connsiteX0" fmla="*/ 0 w 901862"/>
                  <a:gd name="connsiteY0" fmla="*/ 43448 h 260684"/>
                  <a:gd name="connsiteX1" fmla="*/ 43448 w 901862"/>
                  <a:gd name="connsiteY1" fmla="*/ 0 h 260684"/>
                  <a:gd name="connsiteX2" fmla="*/ 858414 w 901862"/>
                  <a:gd name="connsiteY2" fmla="*/ 0 h 260684"/>
                  <a:gd name="connsiteX3" fmla="*/ 901862 w 901862"/>
                  <a:gd name="connsiteY3" fmla="*/ 43448 h 260684"/>
                  <a:gd name="connsiteX4" fmla="*/ 901862 w 901862"/>
                  <a:gd name="connsiteY4" fmla="*/ 217236 h 260684"/>
                  <a:gd name="connsiteX5" fmla="*/ 858414 w 901862"/>
                  <a:gd name="connsiteY5" fmla="*/ 260684 h 260684"/>
                  <a:gd name="connsiteX6" fmla="*/ 43448 w 901862"/>
                  <a:gd name="connsiteY6" fmla="*/ 260684 h 260684"/>
                  <a:gd name="connsiteX7" fmla="*/ 0 w 901862"/>
                  <a:gd name="connsiteY7" fmla="*/ 217236 h 260684"/>
                  <a:gd name="connsiteX8" fmla="*/ 0 w 901862"/>
                  <a:gd name="connsiteY8" fmla="*/ 43448 h 260684"/>
                  <a:gd name="connsiteX0-1" fmla="*/ 0 w 901862"/>
                  <a:gd name="connsiteY0-2" fmla="*/ 43539 h 260775"/>
                  <a:gd name="connsiteX1-3" fmla="*/ 43448 w 901862"/>
                  <a:gd name="connsiteY1-4" fmla="*/ 91 h 260775"/>
                  <a:gd name="connsiteX2-5" fmla="*/ 469179 w 901862"/>
                  <a:gd name="connsiteY2-6" fmla="*/ 0 h 260775"/>
                  <a:gd name="connsiteX3-7" fmla="*/ 858414 w 901862"/>
                  <a:gd name="connsiteY3-8" fmla="*/ 91 h 260775"/>
                  <a:gd name="connsiteX4-9" fmla="*/ 901862 w 901862"/>
                  <a:gd name="connsiteY4-10" fmla="*/ 43539 h 260775"/>
                  <a:gd name="connsiteX5-11" fmla="*/ 901862 w 901862"/>
                  <a:gd name="connsiteY5-12" fmla="*/ 217327 h 260775"/>
                  <a:gd name="connsiteX6-13" fmla="*/ 858414 w 901862"/>
                  <a:gd name="connsiteY6-14" fmla="*/ 260775 h 260775"/>
                  <a:gd name="connsiteX7-15" fmla="*/ 43448 w 901862"/>
                  <a:gd name="connsiteY7-16" fmla="*/ 260775 h 260775"/>
                  <a:gd name="connsiteX8-17" fmla="*/ 0 w 901862"/>
                  <a:gd name="connsiteY8-18" fmla="*/ 217327 h 260775"/>
                  <a:gd name="connsiteX9" fmla="*/ 0 w 901862"/>
                  <a:gd name="connsiteY9" fmla="*/ 43539 h 260775"/>
                  <a:gd name="connsiteX0-19" fmla="*/ 0 w 901862"/>
                  <a:gd name="connsiteY0-20" fmla="*/ 43448 h 260684"/>
                  <a:gd name="connsiteX1-21" fmla="*/ 43448 w 901862"/>
                  <a:gd name="connsiteY1-22" fmla="*/ 0 h 260684"/>
                  <a:gd name="connsiteX2-23" fmla="*/ 441588 w 901862"/>
                  <a:gd name="connsiteY2-24" fmla="*/ 144593 h 260684"/>
                  <a:gd name="connsiteX3-25" fmla="*/ 858414 w 901862"/>
                  <a:gd name="connsiteY3-26" fmla="*/ 0 h 260684"/>
                  <a:gd name="connsiteX4-27" fmla="*/ 901862 w 901862"/>
                  <a:gd name="connsiteY4-28" fmla="*/ 43448 h 260684"/>
                  <a:gd name="connsiteX5-29" fmla="*/ 901862 w 901862"/>
                  <a:gd name="connsiteY5-30" fmla="*/ 217236 h 260684"/>
                  <a:gd name="connsiteX6-31" fmla="*/ 858414 w 901862"/>
                  <a:gd name="connsiteY6-32" fmla="*/ 260684 h 260684"/>
                  <a:gd name="connsiteX7-33" fmla="*/ 43448 w 901862"/>
                  <a:gd name="connsiteY7-34" fmla="*/ 260684 h 260684"/>
                  <a:gd name="connsiteX8-35" fmla="*/ 0 w 901862"/>
                  <a:gd name="connsiteY8-36" fmla="*/ 217236 h 260684"/>
                  <a:gd name="connsiteX9-37" fmla="*/ 0 w 901862"/>
                  <a:gd name="connsiteY9-38" fmla="*/ 43448 h 260684"/>
                  <a:gd name="connsiteX0-39" fmla="*/ 0 w 901862"/>
                  <a:gd name="connsiteY0-40" fmla="*/ 43448 h 260684"/>
                  <a:gd name="connsiteX1-41" fmla="*/ 43448 w 901862"/>
                  <a:gd name="connsiteY1-42" fmla="*/ 0 h 260684"/>
                  <a:gd name="connsiteX2-43" fmla="*/ 446920 w 901862"/>
                  <a:gd name="connsiteY2-44" fmla="*/ 82317 h 260684"/>
                  <a:gd name="connsiteX3-45" fmla="*/ 858414 w 901862"/>
                  <a:gd name="connsiteY3-46" fmla="*/ 0 h 260684"/>
                  <a:gd name="connsiteX4-47" fmla="*/ 901862 w 901862"/>
                  <a:gd name="connsiteY4-48" fmla="*/ 43448 h 260684"/>
                  <a:gd name="connsiteX5-49" fmla="*/ 901862 w 901862"/>
                  <a:gd name="connsiteY5-50" fmla="*/ 217236 h 260684"/>
                  <a:gd name="connsiteX6-51" fmla="*/ 858414 w 901862"/>
                  <a:gd name="connsiteY6-52" fmla="*/ 260684 h 260684"/>
                  <a:gd name="connsiteX7-53" fmla="*/ 43448 w 901862"/>
                  <a:gd name="connsiteY7-54" fmla="*/ 260684 h 260684"/>
                  <a:gd name="connsiteX8-55" fmla="*/ 0 w 901862"/>
                  <a:gd name="connsiteY8-56" fmla="*/ 217236 h 260684"/>
                  <a:gd name="connsiteX9-57" fmla="*/ 0 w 901862"/>
                  <a:gd name="connsiteY9-58" fmla="*/ 43448 h 260684"/>
                  <a:gd name="connsiteX0-59" fmla="*/ 0 w 901862"/>
                  <a:gd name="connsiteY0-60" fmla="*/ 43448 h 260684"/>
                  <a:gd name="connsiteX1-61" fmla="*/ 43448 w 901862"/>
                  <a:gd name="connsiteY1-62" fmla="*/ 0 h 260684"/>
                  <a:gd name="connsiteX2-63" fmla="*/ 446920 w 901862"/>
                  <a:gd name="connsiteY2-64" fmla="*/ 82317 h 260684"/>
                  <a:gd name="connsiteX3-65" fmla="*/ 858414 w 901862"/>
                  <a:gd name="connsiteY3-66" fmla="*/ 0 h 260684"/>
                  <a:gd name="connsiteX4-67" fmla="*/ 901862 w 901862"/>
                  <a:gd name="connsiteY4-68" fmla="*/ 43448 h 260684"/>
                  <a:gd name="connsiteX5-69" fmla="*/ 901862 w 901862"/>
                  <a:gd name="connsiteY5-70" fmla="*/ 217236 h 260684"/>
                  <a:gd name="connsiteX6-71" fmla="*/ 858414 w 901862"/>
                  <a:gd name="connsiteY6-72" fmla="*/ 260684 h 260684"/>
                  <a:gd name="connsiteX7-73" fmla="*/ 43448 w 901862"/>
                  <a:gd name="connsiteY7-74" fmla="*/ 260684 h 260684"/>
                  <a:gd name="connsiteX8-75" fmla="*/ 0 w 901862"/>
                  <a:gd name="connsiteY8-76" fmla="*/ 217236 h 260684"/>
                  <a:gd name="connsiteX9-77" fmla="*/ 0 w 901862"/>
                  <a:gd name="connsiteY9-78" fmla="*/ 43448 h 260684"/>
                  <a:gd name="connsiteX0-79" fmla="*/ 0 w 901862"/>
                  <a:gd name="connsiteY0-80" fmla="*/ 43448 h 260684"/>
                  <a:gd name="connsiteX1-81" fmla="*/ 43448 w 901862"/>
                  <a:gd name="connsiteY1-82" fmla="*/ 0 h 260684"/>
                  <a:gd name="connsiteX2-83" fmla="*/ 446920 w 901862"/>
                  <a:gd name="connsiteY2-84" fmla="*/ 82317 h 260684"/>
                  <a:gd name="connsiteX3-85" fmla="*/ 858414 w 901862"/>
                  <a:gd name="connsiteY3-86" fmla="*/ 0 h 260684"/>
                  <a:gd name="connsiteX4-87" fmla="*/ 901862 w 901862"/>
                  <a:gd name="connsiteY4-88" fmla="*/ 43448 h 260684"/>
                  <a:gd name="connsiteX5-89" fmla="*/ 901862 w 901862"/>
                  <a:gd name="connsiteY5-90" fmla="*/ 217236 h 260684"/>
                  <a:gd name="connsiteX6-91" fmla="*/ 858414 w 901862"/>
                  <a:gd name="connsiteY6-92" fmla="*/ 260684 h 260684"/>
                  <a:gd name="connsiteX7-93" fmla="*/ 43448 w 901862"/>
                  <a:gd name="connsiteY7-94" fmla="*/ 260684 h 260684"/>
                  <a:gd name="connsiteX8-95" fmla="*/ 0 w 901862"/>
                  <a:gd name="connsiteY8-96" fmla="*/ 217236 h 260684"/>
                  <a:gd name="connsiteX9-97" fmla="*/ 0 w 901862"/>
                  <a:gd name="connsiteY9-98" fmla="*/ 43448 h 260684"/>
                  <a:gd name="connsiteX0-99" fmla="*/ 0 w 901862"/>
                  <a:gd name="connsiteY0-100" fmla="*/ 90518 h 307754"/>
                  <a:gd name="connsiteX1-101" fmla="*/ 60498 w 901862"/>
                  <a:gd name="connsiteY1-102" fmla="*/ 0 h 307754"/>
                  <a:gd name="connsiteX2-103" fmla="*/ 446920 w 901862"/>
                  <a:gd name="connsiteY2-104" fmla="*/ 129387 h 307754"/>
                  <a:gd name="connsiteX3-105" fmla="*/ 858414 w 901862"/>
                  <a:gd name="connsiteY3-106" fmla="*/ 47070 h 307754"/>
                  <a:gd name="connsiteX4-107" fmla="*/ 901862 w 901862"/>
                  <a:gd name="connsiteY4-108" fmla="*/ 90518 h 307754"/>
                  <a:gd name="connsiteX5-109" fmla="*/ 901862 w 901862"/>
                  <a:gd name="connsiteY5-110" fmla="*/ 264306 h 307754"/>
                  <a:gd name="connsiteX6-111" fmla="*/ 858414 w 901862"/>
                  <a:gd name="connsiteY6-112" fmla="*/ 307754 h 307754"/>
                  <a:gd name="connsiteX7-113" fmla="*/ 43448 w 901862"/>
                  <a:gd name="connsiteY7-114" fmla="*/ 307754 h 307754"/>
                  <a:gd name="connsiteX8-115" fmla="*/ 0 w 901862"/>
                  <a:gd name="connsiteY8-116" fmla="*/ 264306 h 307754"/>
                  <a:gd name="connsiteX9-117" fmla="*/ 0 w 901862"/>
                  <a:gd name="connsiteY9-118" fmla="*/ 90518 h 307754"/>
                  <a:gd name="connsiteX0-119" fmla="*/ 0 w 901862"/>
                  <a:gd name="connsiteY0-120" fmla="*/ 90518 h 307754"/>
                  <a:gd name="connsiteX1-121" fmla="*/ 60498 w 901862"/>
                  <a:gd name="connsiteY1-122" fmla="*/ 0 h 307754"/>
                  <a:gd name="connsiteX2-123" fmla="*/ 446920 w 901862"/>
                  <a:gd name="connsiteY2-124" fmla="*/ 129387 h 307754"/>
                  <a:gd name="connsiteX3-125" fmla="*/ 858414 w 901862"/>
                  <a:gd name="connsiteY3-126" fmla="*/ 47070 h 307754"/>
                  <a:gd name="connsiteX4-127" fmla="*/ 901862 w 901862"/>
                  <a:gd name="connsiteY4-128" fmla="*/ 90518 h 307754"/>
                  <a:gd name="connsiteX5-129" fmla="*/ 901862 w 901862"/>
                  <a:gd name="connsiteY5-130" fmla="*/ 264306 h 307754"/>
                  <a:gd name="connsiteX6-131" fmla="*/ 858414 w 901862"/>
                  <a:gd name="connsiteY6-132" fmla="*/ 307754 h 307754"/>
                  <a:gd name="connsiteX7-133" fmla="*/ 43448 w 901862"/>
                  <a:gd name="connsiteY7-134" fmla="*/ 307754 h 307754"/>
                  <a:gd name="connsiteX8-135" fmla="*/ 0 w 901862"/>
                  <a:gd name="connsiteY8-136" fmla="*/ 264306 h 307754"/>
                  <a:gd name="connsiteX9-137" fmla="*/ 0 w 901862"/>
                  <a:gd name="connsiteY9-138" fmla="*/ 90518 h 307754"/>
                  <a:gd name="connsiteX0-139" fmla="*/ 0 w 901862"/>
                  <a:gd name="connsiteY0-140" fmla="*/ 90518 h 307754"/>
                  <a:gd name="connsiteX1-141" fmla="*/ 60498 w 901862"/>
                  <a:gd name="connsiteY1-142" fmla="*/ 0 h 307754"/>
                  <a:gd name="connsiteX2-143" fmla="*/ 446920 w 901862"/>
                  <a:gd name="connsiteY2-144" fmla="*/ 129387 h 307754"/>
                  <a:gd name="connsiteX3-145" fmla="*/ 858414 w 901862"/>
                  <a:gd name="connsiteY3-146" fmla="*/ 47070 h 307754"/>
                  <a:gd name="connsiteX4-147" fmla="*/ 901862 w 901862"/>
                  <a:gd name="connsiteY4-148" fmla="*/ 90518 h 307754"/>
                  <a:gd name="connsiteX5-149" fmla="*/ 901862 w 901862"/>
                  <a:gd name="connsiteY5-150" fmla="*/ 264306 h 307754"/>
                  <a:gd name="connsiteX6-151" fmla="*/ 858414 w 901862"/>
                  <a:gd name="connsiteY6-152" fmla="*/ 307754 h 307754"/>
                  <a:gd name="connsiteX7-153" fmla="*/ 43448 w 901862"/>
                  <a:gd name="connsiteY7-154" fmla="*/ 307754 h 307754"/>
                  <a:gd name="connsiteX8-155" fmla="*/ 0 w 901862"/>
                  <a:gd name="connsiteY8-156" fmla="*/ 264306 h 307754"/>
                  <a:gd name="connsiteX9-157" fmla="*/ 0 w 901862"/>
                  <a:gd name="connsiteY9-158" fmla="*/ 90518 h 307754"/>
                  <a:gd name="connsiteX0-159" fmla="*/ 0 w 901862"/>
                  <a:gd name="connsiteY0-160" fmla="*/ 109063 h 326299"/>
                  <a:gd name="connsiteX1-161" fmla="*/ 55530 w 901862"/>
                  <a:gd name="connsiteY1-162" fmla="*/ 0 h 326299"/>
                  <a:gd name="connsiteX2-163" fmla="*/ 446920 w 901862"/>
                  <a:gd name="connsiteY2-164" fmla="*/ 147932 h 326299"/>
                  <a:gd name="connsiteX3-165" fmla="*/ 858414 w 901862"/>
                  <a:gd name="connsiteY3-166" fmla="*/ 65615 h 326299"/>
                  <a:gd name="connsiteX4-167" fmla="*/ 901862 w 901862"/>
                  <a:gd name="connsiteY4-168" fmla="*/ 109063 h 326299"/>
                  <a:gd name="connsiteX5-169" fmla="*/ 901862 w 901862"/>
                  <a:gd name="connsiteY5-170" fmla="*/ 282851 h 326299"/>
                  <a:gd name="connsiteX6-171" fmla="*/ 858414 w 901862"/>
                  <a:gd name="connsiteY6-172" fmla="*/ 326299 h 326299"/>
                  <a:gd name="connsiteX7-173" fmla="*/ 43448 w 901862"/>
                  <a:gd name="connsiteY7-174" fmla="*/ 326299 h 326299"/>
                  <a:gd name="connsiteX8-175" fmla="*/ 0 w 901862"/>
                  <a:gd name="connsiteY8-176" fmla="*/ 282851 h 326299"/>
                  <a:gd name="connsiteX9-177" fmla="*/ 0 w 901862"/>
                  <a:gd name="connsiteY9-178" fmla="*/ 109063 h 326299"/>
                  <a:gd name="connsiteX0-179" fmla="*/ 0 w 901862"/>
                  <a:gd name="connsiteY0-180" fmla="*/ 109063 h 326299"/>
                  <a:gd name="connsiteX1-181" fmla="*/ 55530 w 901862"/>
                  <a:gd name="connsiteY1-182" fmla="*/ 0 h 326299"/>
                  <a:gd name="connsiteX2-183" fmla="*/ 446920 w 901862"/>
                  <a:gd name="connsiteY2-184" fmla="*/ 147932 h 326299"/>
                  <a:gd name="connsiteX3-185" fmla="*/ 858414 w 901862"/>
                  <a:gd name="connsiteY3-186" fmla="*/ 65615 h 326299"/>
                  <a:gd name="connsiteX4-187" fmla="*/ 901862 w 901862"/>
                  <a:gd name="connsiteY4-188" fmla="*/ 109063 h 326299"/>
                  <a:gd name="connsiteX5-189" fmla="*/ 901862 w 901862"/>
                  <a:gd name="connsiteY5-190" fmla="*/ 282851 h 326299"/>
                  <a:gd name="connsiteX6-191" fmla="*/ 858414 w 901862"/>
                  <a:gd name="connsiteY6-192" fmla="*/ 326299 h 326299"/>
                  <a:gd name="connsiteX7-193" fmla="*/ 43448 w 901862"/>
                  <a:gd name="connsiteY7-194" fmla="*/ 326299 h 326299"/>
                  <a:gd name="connsiteX8-195" fmla="*/ 0 w 901862"/>
                  <a:gd name="connsiteY8-196" fmla="*/ 282851 h 326299"/>
                  <a:gd name="connsiteX9-197" fmla="*/ 0 w 901862"/>
                  <a:gd name="connsiteY9-198" fmla="*/ 109063 h 326299"/>
                  <a:gd name="connsiteX0-199" fmla="*/ 0 w 901862"/>
                  <a:gd name="connsiteY0-200" fmla="*/ 109063 h 326299"/>
                  <a:gd name="connsiteX1-201" fmla="*/ 55530 w 901862"/>
                  <a:gd name="connsiteY1-202" fmla="*/ 0 h 326299"/>
                  <a:gd name="connsiteX2-203" fmla="*/ 446920 w 901862"/>
                  <a:gd name="connsiteY2-204" fmla="*/ 147932 h 326299"/>
                  <a:gd name="connsiteX3-205" fmla="*/ 858414 w 901862"/>
                  <a:gd name="connsiteY3-206" fmla="*/ 65615 h 326299"/>
                  <a:gd name="connsiteX4-207" fmla="*/ 901862 w 901862"/>
                  <a:gd name="connsiteY4-208" fmla="*/ 109063 h 326299"/>
                  <a:gd name="connsiteX5-209" fmla="*/ 901862 w 901862"/>
                  <a:gd name="connsiteY5-210" fmla="*/ 282851 h 326299"/>
                  <a:gd name="connsiteX6-211" fmla="*/ 858414 w 901862"/>
                  <a:gd name="connsiteY6-212" fmla="*/ 326299 h 326299"/>
                  <a:gd name="connsiteX7-213" fmla="*/ 43448 w 901862"/>
                  <a:gd name="connsiteY7-214" fmla="*/ 326299 h 326299"/>
                  <a:gd name="connsiteX8-215" fmla="*/ 0 w 901862"/>
                  <a:gd name="connsiteY8-216" fmla="*/ 282851 h 326299"/>
                  <a:gd name="connsiteX9-217" fmla="*/ 0 w 901862"/>
                  <a:gd name="connsiteY9-218" fmla="*/ 109063 h 326299"/>
                  <a:gd name="connsiteX0-219" fmla="*/ 0 w 901862"/>
                  <a:gd name="connsiteY0-220" fmla="*/ 109063 h 326299"/>
                  <a:gd name="connsiteX1-221" fmla="*/ 55530 w 901862"/>
                  <a:gd name="connsiteY1-222" fmla="*/ 0 h 326299"/>
                  <a:gd name="connsiteX2-223" fmla="*/ 446920 w 901862"/>
                  <a:gd name="connsiteY2-224" fmla="*/ 147932 h 326299"/>
                  <a:gd name="connsiteX3-225" fmla="*/ 858414 w 901862"/>
                  <a:gd name="connsiteY3-226" fmla="*/ 65615 h 326299"/>
                  <a:gd name="connsiteX4-227" fmla="*/ 901862 w 901862"/>
                  <a:gd name="connsiteY4-228" fmla="*/ 109063 h 326299"/>
                  <a:gd name="connsiteX5-229" fmla="*/ 901862 w 901862"/>
                  <a:gd name="connsiteY5-230" fmla="*/ 282851 h 326299"/>
                  <a:gd name="connsiteX6-231" fmla="*/ 858414 w 901862"/>
                  <a:gd name="connsiteY6-232" fmla="*/ 326299 h 326299"/>
                  <a:gd name="connsiteX7-233" fmla="*/ 43448 w 901862"/>
                  <a:gd name="connsiteY7-234" fmla="*/ 326299 h 326299"/>
                  <a:gd name="connsiteX8-235" fmla="*/ 0 w 901862"/>
                  <a:gd name="connsiteY8-236" fmla="*/ 282851 h 326299"/>
                  <a:gd name="connsiteX9-237" fmla="*/ 0 w 901862"/>
                  <a:gd name="connsiteY9-238" fmla="*/ 109063 h 326299"/>
                  <a:gd name="connsiteX0-239" fmla="*/ 0 w 901862"/>
                  <a:gd name="connsiteY0-240" fmla="*/ 109063 h 326299"/>
                  <a:gd name="connsiteX1-241" fmla="*/ 55530 w 901862"/>
                  <a:gd name="connsiteY1-242" fmla="*/ 0 h 326299"/>
                  <a:gd name="connsiteX2-243" fmla="*/ 446920 w 901862"/>
                  <a:gd name="connsiteY2-244" fmla="*/ 147932 h 326299"/>
                  <a:gd name="connsiteX3-245" fmla="*/ 858414 w 901862"/>
                  <a:gd name="connsiteY3-246" fmla="*/ 65615 h 326299"/>
                  <a:gd name="connsiteX4-247" fmla="*/ 901862 w 901862"/>
                  <a:gd name="connsiteY4-248" fmla="*/ 109063 h 326299"/>
                  <a:gd name="connsiteX5-249" fmla="*/ 901862 w 901862"/>
                  <a:gd name="connsiteY5-250" fmla="*/ 282851 h 326299"/>
                  <a:gd name="connsiteX6-251" fmla="*/ 858414 w 901862"/>
                  <a:gd name="connsiteY6-252" fmla="*/ 326299 h 326299"/>
                  <a:gd name="connsiteX7-253" fmla="*/ 43448 w 901862"/>
                  <a:gd name="connsiteY7-254" fmla="*/ 326299 h 326299"/>
                  <a:gd name="connsiteX8-255" fmla="*/ 0 w 901862"/>
                  <a:gd name="connsiteY8-256" fmla="*/ 282851 h 326299"/>
                  <a:gd name="connsiteX9-257" fmla="*/ 0 w 901862"/>
                  <a:gd name="connsiteY9-258" fmla="*/ 109063 h 326299"/>
                  <a:gd name="connsiteX0-259" fmla="*/ 0 w 901862"/>
                  <a:gd name="connsiteY0-260" fmla="*/ 109063 h 326299"/>
                  <a:gd name="connsiteX1-261" fmla="*/ 55530 w 901862"/>
                  <a:gd name="connsiteY1-262" fmla="*/ 0 h 326299"/>
                  <a:gd name="connsiteX2-263" fmla="*/ 408216 w 901862"/>
                  <a:gd name="connsiteY2-264" fmla="*/ 142707 h 326299"/>
                  <a:gd name="connsiteX3-265" fmla="*/ 858414 w 901862"/>
                  <a:gd name="connsiteY3-266" fmla="*/ 65615 h 326299"/>
                  <a:gd name="connsiteX4-267" fmla="*/ 901862 w 901862"/>
                  <a:gd name="connsiteY4-268" fmla="*/ 109063 h 326299"/>
                  <a:gd name="connsiteX5-269" fmla="*/ 901862 w 901862"/>
                  <a:gd name="connsiteY5-270" fmla="*/ 282851 h 326299"/>
                  <a:gd name="connsiteX6-271" fmla="*/ 858414 w 901862"/>
                  <a:gd name="connsiteY6-272" fmla="*/ 326299 h 326299"/>
                  <a:gd name="connsiteX7-273" fmla="*/ 43448 w 901862"/>
                  <a:gd name="connsiteY7-274" fmla="*/ 326299 h 326299"/>
                  <a:gd name="connsiteX8-275" fmla="*/ 0 w 901862"/>
                  <a:gd name="connsiteY8-276" fmla="*/ 282851 h 326299"/>
                  <a:gd name="connsiteX9-277" fmla="*/ 0 w 901862"/>
                  <a:gd name="connsiteY9-278" fmla="*/ 109063 h 326299"/>
                  <a:gd name="connsiteX0-279" fmla="*/ 0 w 901862"/>
                  <a:gd name="connsiteY0-280" fmla="*/ 109063 h 326299"/>
                  <a:gd name="connsiteX1-281" fmla="*/ 55530 w 901862"/>
                  <a:gd name="connsiteY1-282" fmla="*/ 0 h 326299"/>
                  <a:gd name="connsiteX2-283" fmla="*/ 408216 w 901862"/>
                  <a:gd name="connsiteY2-284" fmla="*/ 142707 h 326299"/>
                  <a:gd name="connsiteX3-285" fmla="*/ 856799 w 901862"/>
                  <a:gd name="connsiteY3-286" fmla="*/ 50453 h 326299"/>
                  <a:gd name="connsiteX4-287" fmla="*/ 901862 w 901862"/>
                  <a:gd name="connsiteY4-288" fmla="*/ 109063 h 326299"/>
                  <a:gd name="connsiteX5-289" fmla="*/ 901862 w 901862"/>
                  <a:gd name="connsiteY5-290" fmla="*/ 282851 h 326299"/>
                  <a:gd name="connsiteX6-291" fmla="*/ 858414 w 901862"/>
                  <a:gd name="connsiteY6-292" fmla="*/ 326299 h 326299"/>
                  <a:gd name="connsiteX7-293" fmla="*/ 43448 w 901862"/>
                  <a:gd name="connsiteY7-294" fmla="*/ 326299 h 326299"/>
                  <a:gd name="connsiteX8-295" fmla="*/ 0 w 901862"/>
                  <a:gd name="connsiteY8-296" fmla="*/ 282851 h 326299"/>
                  <a:gd name="connsiteX9-297" fmla="*/ 0 w 901862"/>
                  <a:gd name="connsiteY9-298" fmla="*/ 109063 h 326299"/>
                  <a:gd name="connsiteX0-299" fmla="*/ 0 w 901862"/>
                  <a:gd name="connsiteY0-300" fmla="*/ 109063 h 326299"/>
                  <a:gd name="connsiteX1-301" fmla="*/ 55530 w 901862"/>
                  <a:gd name="connsiteY1-302" fmla="*/ 0 h 326299"/>
                  <a:gd name="connsiteX2-303" fmla="*/ 408216 w 901862"/>
                  <a:gd name="connsiteY2-304" fmla="*/ 142707 h 326299"/>
                  <a:gd name="connsiteX3-305" fmla="*/ 856799 w 901862"/>
                  <a:gd name="connsiteY3-306" fmla="*/ 50453 h 326299"/>
                  <a:gd name="connsiteX4-307" fmla="*/ 901862 w 901862"/>
                  <a:gd name="connsiteY4-308" fmla="*/ 109063 h 326299"/>
                  <a:gd name="connsiteX5-309" fmla="*/ 901862 w 901862"/>
                  <a:gd name="connsiteY5-310" fmla="*/ 282851 h 326299"/>
                  <a:gd name="connsiteX6-311" fmla="*/ 858414 w 901862"/>
                  <a:gd name="connsiteY6-312" fmla="*/ 326299 h 326299"/>
                  <a:gd name="connsiteX7-313" fmla="*/ 43448 w 901862"/>
                  <a:gd name="connsiteY7-314" fmla="*/ 326299 h 326299"/>
                  <a:gd name="connsiteX8-315" fmla="*/ 0 w 901862"/>
                  <a:gd name="connsiteY8-316" fmla="*/ 282851 h 326299"/>
                  <a:gd name="connsiteX9-317" fmla="*/ 0 w 901862"/>
                  <a:gd name="connsiteY9-318" fmla="*/ 109063 h 326299"/>
                  <a:gd name="connsiteX0-319" fmla="*/ 0 w 901862"/>
                  <a:gd name="connsiteY0-320" fmla="*/ 109063 h 326299"/>
                  <a:gd name="connsiteX1-321" fmla="*/ 55530 w 901862"/>
                  <a:gd name="connsiteY1-322" fmla="*/ 0 h 326299"/>
                  <a:gd name="connsiteX2-323" fmla="*/ 408216 w 901862"/>
                  <a:gd name="connsiteY2-324" fmla="*/ 142707 h 326299"/>
                  <a:gd name="connsiteX3-325" fmla="*/ 803023 w 901862"/>
                  <a:gd name="connsiteY3-326" fmla="*/ 26637 h 326299"/>
                  <a:gd name="connsiteX4-327" fmla="*/ 901862 w 901862"/>
                  <a:gd name="connsiteY4-328" fmla="*/ 109063 h 326299"/>
                  <a:gd name="connsiteX5-329" fmla="*/ 901862 w 901862"/>
                  <a:gd name="connsiteY5-330" fmla="*/ 282851 h 326299"/>
                  <a:gd name="connsiteX6-331" fmla="*/ 858414 w 901862"/>
                  <a:gd name="connsiteY6-332" fmla="*/ 326299 h 326299"/>
                  <a:gd name="connsiteX7-333" fmla="*/ 43448 w 901862"/>
                  <a:gd name="connsiteY7-334" fmla="*/ 326299 h 326299"/>
                  <a:gd name="connsiteX8-335" fmla="*/ 0 w 901862"/>
                  <a:gd name="connsiteY8-336" fmla="*/ 282851 h 326299"/>
                  <a:gd name="connsiteX9-337" fmla="*/ 0 w 901862"/>
                  <a:gd name="connsiteY9-338" fmla="*/ 109063 h 326299"/>
                  <a:gd name="connsiteX0-339" fmla="*/ 0 w 901862"/>
                  <a:gd name="connsiteY0-340" fmla="*/ 109063 h 326299"/>
                  <a:gd name="connsiteX1-341" fmla="*/ 55530 w 901862"/>
                  <a:gd name="connsiteY1-342" fmla="*/ 0 h 326299"/>
                  <a:gd name="connsiteX2-343" fmla="*/ 408216 w 901862"/>
                  <a:gd name="connsiteY2-344" fmla="*/ 142707 h 326299"/>
                  <a:gd name="connsiteX3-345" fmla="*/ 809712 w 901862"/>
                  <a:gd name="connsiteY3-346" fmla="*/ 36769 h 326299"/>
                  <a:gd name="connsiteX4-347" fmla="*/ 901862 w 901862"/>
                  <a:gd name="connsiteY4-348" fmla="*/ 109063 h 326299"/>
                  <a:gd name="connsiteX5-349" fmla="*/ 901862 w 901862"/>
                  <a:gd name="connsiteY5-350" fmla="*/ 282851 h 326299"/>
                  <a:gd name="connsiteX6-351" fmla="*/ 858414 w 901862"/>
                  <a:gd name="connsiteY6-352" fmla="*/ 326299 h 326299"/>
                  <a:gd name="connsiteX7-353" fmla="*/ 43448 w 901862"/>
                  <a:gd name="connsiteY7-354" fmla="*/ 326299 h 326299"/>
                  <a:gd name="connsiteX8-355" fmla="*/ 0 w 901862"/>
                  <a:gd name="connsiteY8-356" fmla="*/ 282851 h 326299"/>
                  <a:gd name="connsiteX9-357" fmla="*/ 0 w 901862"/>
                  <a:gd name="connsiteY9-358" fmla="*/ 109063 h 326299"/>
                  <a:gd name="connsiteX0-359" fmla="*/ 0 w 901862"/>
                  <a:gd name="connsiteY0-360" fmla="*/ 109063 h 326299"/>
                  <a:gd name="connsiteX1-361" fmla="*/ 55530 w 901862"/>
                  <a:gd name="connsiteY1-362" fmla="*/ 0 h 326299"/>
                  <a:gd name="connsiteX2-363" fmla="*/ 408216 w 901862"/>
                  <a:gd name="connsiteY2-364" fmla="*/ 142707 h 326299"/>
                  <a:gd name="connsiteX3-365" fmla="*/ 809712 w 901862"/>
                  <a:gd name="connsiteY3-366" fmla="*/ 36769 h 326299"/>
                  <a:gd name="connsiteX4-367" fmla="*/ 901862 w 901862"/>
                  <a:gd name="connsiteY4-368" fmla="*/ 109063 h 326299"/>
                  <a:gd name="connsiteX5-369" fmla="*/ 901862 w 901862"/>
                  <a:gd name="connsiteY5-370" fmla="*/ 282851 h 326299"/>
                  <a:gd name="connsiteX6-371" fmla="*/ 858414 w 901862"/>
                  <a:gd name="connsiteY6-372" fmla="*/ 326299 h 326299"/>
                  <a:gd name="connsiteX7-373" fmla="*/ 43448 w 901862"/>
                  <a:gd name="connsiteY7-374" fmla="*/ 326299 h 326299"/>
                  <a:gd name="connsiteX8-375" fmla="*/ 0 w 901862"/>
                  <a:gd name="connsiteY8-376" fmla="*/ 282851 h 326299"/>
                  <a:gd name="connsiteX9-377" fmla="*/ 0 w 901862"/>
                  <a:gd name="connsiteY9-378" fmla="*/ 109063 h 326299"/>
                  <a:gd name="connsiteX0-379" fmla="*/ 0 w 901862"/>
                  <a:gd name="connsiteY0-380" fmla="*/ 109063 h 326299"/>
                  <a:gd name="connsiteX1-381" fmla="*/ 55530 w 901862"/>
                  <a:gd name="connsiteY1-382" fmla="*/ 0 h 326299"/>
                  <a:gd name="connsiteX2-383" fmla="*/ 408216 w 901862"/>
                  <a:gd name="connsiteY2-384" fmla="*/ 142707 h 326299"/>
                  <a:gd name="connsiteX3-385" fmla="*/ 792935 w 901862"/>
                  <a:gd name="connsiteY3-386" fmla="*/ 23223 h 326299"/>
                  <a:gd name="connsiteX4-387" fmla="*/ 901862 w 901862"/>
                  <a:gd name="connsiteY4-388" fmla="*/ 109063 h 326299"/>
                  <a:gd name="connsiteX5-389" fmla="*/ 901862 w 901862"/>
                  <a:gd name="connsiteY5-390" fmla="*/ 282851 h 326299"/>
                  <a:gd name="connsiteX6-391" fmla="*/ 858414 w 901862"/>
                  <a:gd name="connsiteY6-392" fmla="*/ 326299 h 326299"/>
                  <a:gd name="connsiteX7-393" fmla="*/ 43448 w 901862"/>
                  <a:gd name="connsiteY7-394" fmla="*/ 326299 h 326299"/>
                  <a:gd name="connsiteX8-395" fmla="*/ 0 w 901862"/>
                  <a:gd name="connsiteY8-396" fmla="*/ 282851 h 326299"/>
                  <a:gd name="connsiteX9-397" fmla="*/ 0 w 901862"/>
                  <a:gd name="connsiteY9-398" fmla="*/ 109063 h 326299"/>
                  <a:gd name="connsiteX0-399" fmla="*/ 0 w 901862"/>
                  <a:gd name="connsiteY0-400" fmla="*/ 109063 h 326299"/>
                  <a:gd name="connsiteX1-401" fmla="*/ 55530 w 901862"/>
                  <a:gd name="connsiteY1-402" fmla="*/ 0 h 326299"/>
                  <a:gd name="connsiteX2-403" fmla="*/ 408216 w 901862"/>
                  <a:gd name="connsiteY2-404" fmla="*/ 142707 h 326299"/>
                  <a:gd name="connsiteX3-405" fmla="*/ 792935 w 901862"/>
                  <a:gd name="connsiteY3-406" fmla="*/ 23223 h 326299"/>
                  <a:gd name="connsiteX4-407" fmla="*/ 901862 w 901862"/>
                  <a:gd name="connsiteY4-408" fmla="*/ 109063 h 326299"/>
                  <a:gd name="connsiteX5-409" fmla="*/ 901862 w 901862"/>
                  <a:gd name="connsiteY5-410" fmla="*/ 282851 h 326299"/>
                  <a:gd name="connsiteX6-411" fmla="*/ 858414 w 901862"/>
                  <a:gd name="connsiteY6-412" fmla="*/ 326299 h 326299"/>
                  <a:gd name="connsiteX7-413" fmla="*/ 43448 w 901862"/>
                  <a:gd name="connsiteY7-414" fmla="*/ 326299 h 326299"/>
                  <a:gd name="connsiteX8-415" fmla="*/ 0 w 901862"/>
                  <a:gd name="connsiteY8-416" fmla="*/ 282851 h 326299"/>
                  <a:gd name="connsiteX9-417" fmla="*/ 0 w 901862"/>
                  <a:gd name="connsiteY9-418" fmla="*/ 109063 h 326299"/>
                  <a:gd name="connsiteX0-419" fmla="*/ 0 w 901862"/>
                  <a:gd name="connsiteY0-420" fmla="*/ 156254 h 373490"/>
                  <a:gd name="connsiteX1-421" fmla="*/ 45639 w 901862"/>
                  <a:gd name="connsiteY1-422" fmla="*/ 0 h 373490"/>
                  <a:gd name="connsiteX2-423" fmla="*/ 408216 w 901862"/>
                  <a:gd name="connsiteY2-424" fmla="*/ 189898 h 373490"/>
                  <a:gd name="connsiteX3-425" fmla="*/ 792935 w 901862"/>
                  <a:gd name="connsiteY3-426" fmla="*/ 70414 h 373490"/>
                  <a:gd name="connsiteX4-427" fmla="*/ 901862 w 901862"/>
                  <a:gd name="connsiteY4-428" fmla="*/ 156254 h 373490"/>
                  <a:gd name="connsiteX5-429" fmla="*/ 901862 w 901862"/>
                  <a:gd name="connsiteY5-430" fmla="*/ 330042 h 373490"/>
                  <a:gd name="connsiteX6-431" fmla="*/ 858414 w 901862"/>
                  <a:gd name="connsiteY6-432" fmla="*/ 373490 h 373490"/>
                  <a:gd name="connsiteX7-433" fmla="*/ 43448 w 901862"/>
                  <a:gd name="connsiteY7-434" fmla="*/ 373490 h 373490"/>
                  <a:gd name="connsiteX8-435" fmla="*/ 0 w 901862"/>
                  <a:gd name="connsiteY8-436" fmla="*/ 330042 h 373490"/>
                  <a:gd name="connsiteX9-437" fmla="*/ 0 w 901862"/>
                  <a:gd name="connsiteY9-438" fmla="*/ 156254 h 373490"/>
                  <a:gd name="connsiteX0-439" fmla="*/ 0 w 901862"/>
                  <a:gd name="connsiteY0-440" fmla="*/ 156254 h 373784"/>
                  <a:gd name="connsiteX1-441" fmla="*/ 45639 w 901862"/>
                  <a:gd name="connsiteY1-442" fmla="*/ 0 h 373784"/>
                  <a:gd name="connsiteX2-443" fmla="*/ 408216 w 901862"/>
                  <a:gd name="connsiteY2-444" fmla="*/ 189898 h 373784"/>
                  <a:gd name="connsiteX3-445" fmla="*/ 792935 w 901862"/>
                  <a:gd name="connsiteY3-446" fmla="*/ 70414 h 373784"/>
                  <a:gd name="connsiteX4-447" fmla="*/ 901862 w 901862"/>
                  <a:gd name="connsiteY4-448" fmla="*/ 156254 h 373784"/>
                  <a:gd name="connsiteX5-449" fmla="*/ 901862 w 901862"/>
                  <a:gd name="connsiteY5-450" fmla="*/ 330042 h 373784"/>
                  <a:gd name="connsiteX6-451" fmla="*/ 858414 w 901862"/>
                  <a:gd name="connsiteY6-452" fmla="*/ 373490 h 373784"/>
                  <a:gd name="connsiteX7-453" fmla="*/ 486526 w 901862"/>
                  <a:gd name="connsiteY7-454" fmla="*/ 373784 h 373784"/>
                  <a:gd name="connsiteX8-455" fmla="*/ 43448 w 901862"/>
                  <a:gd name="connsiteY8-456" fmla="*/ 373490 h 373784"/>
                  <a:gd name="connsiteX9-457" fmla="*/ 0 w 901862"/>
                  <a:gd name="connsiteY9-458" fmla="*/ 330042 h 373784"/>
                  <a:gd name="connsiteX10" fmla="*/ 0 w 901862"/>
                  <a:gd name="connsiteY10" fmla="*/ 156254 h 373784"/>
                  <a:gd name="connsiteX0-459" fmla="*/ 0 w 901862"/>
                  <a:gd name="connsiteY0-460" fmla="*/ 156254 h 373490"/>
                  <a:gd name="connsiteX1-461" fmla="*/ 45639 w 901862"/>
                  <a:gd name="connsiteY1-462" fmla="*/ 0 h 373490"/>
                  <a:gd name="connsiteX2-463" fmla="*/ 408216 w 901862"/>
                  <a:gd name="connsiteY2-464" fmla="*/ 189898 h 373490"/>
                  <a:gd name="connsiteX3-465" fmla="*/ 792935 w 901862"/>
                  <a:gd name="connsiteY3-466" fmla="*/ 70414 h 373490"/>
                  <a:gd name="connsiteX4-467" fmla="*/ 901862 w 901862"/>
                  <a:gd name="connsiteY4-468" fmla="*/ 156254 h 373490"/>
                  <a:gd name="connsiteX5-469" fmla="*/ 901862 w 901862"/>
                  <a:gd name="connsiteY5-470" fmla="*/ 330042 h 373490"/>
                  <a:gd name="connsiteX6-471" fmla="*/ 858414 w 901862"/>
                  <a:gd name="connsiteY6-472" fmla="*/ 373490 h 373490"/>
                  <a:gd name="connsiteX7-473" fmla="*/ 471864 w 901862"/>
                  <a:gd name="connsiteY7-474" fmla="*/ 264269 h 373490"/>
                  <a:gd name="connsiteX8-475" fmla="*/ 43448 w 901862"/>
                  <a:gd name="connsiteY8-476" fmla="*/ 373490 h 373490"/>
                  <a:gd name="connsiteX9-477" fmla="*/ 0 w 901862"/>
                  <a:gd name="connsiteY9-478" fmla="*/ 330042 h 373490"/>
                  <a:gd name="connsiteX10-479" fmla="*/ 0 w 901862"/>
                  <a:gd name="connsiteY10-480" fmla="*/ 156254 h 373490"/>
                  <a:gd name="connsiteX0-481" fmla="*/ 0 w 901862"/>
                  <a:gd name="connsiteY0-482" fmla="*/ 156254 h 373490"/>
                  <a:gd name="connsiteX1-483" fmla="*/ 45639 w 901862"/>
                  <a:gd name="connsiteY1-484" fmla="*/ 0 h 373490"/>
                  <a:gd name="connsiteX2-485" fmla="*/ 408216 w 901862"/>
                  <a:gd name="connsiteY2-486" fmla="*/ 189898 h 373490"/>
                  <a:gd name="connsiteX3-487" fmla="*/ 792935 w 901862"/>
                  <a:gd name="connsiteY3-488" fmla="*/ 70414 h 373490"/>
                  <a:gd name="connsiteX4-489" fmla="*/ 901862 w 901862"/>
                  <a:gd name="connsiteY4-490" fmla="*/ 156254 h 373490"/>
                  <a:gd name="connsiteX5-491" fmla="*/ 901862 w 901862"/>
                  <a:gd name="connsiteY5-492" fmla="*/ 330042 h 373490"/>
                  <a:gd name="connsiteX6-493" fmla="*/ 858414 w 901862"/>
                  <a:gd name="connsiteY6-494" fmla="*/ 373490 h 373490"/>
                  <a:gd name="connsiteX7-495" fmla="*/ 459752 w 901862"/>
                  <a:gd name="connsiteY7-496" fmla="*/ 336619 h 373490"/>
                  <a:gd name="connsiteX8-497" fmla="*/ 43448 w 901862"/>
                  <a:gd name="connsiteY8-498" fmla="*/ 373490 h 373490"/>
                  <a:gd name="connsiteX9-499" fmla="*/ 0 w 901862"/>
                  <a:gd name="connsiteY9-500" fmla="*/ 330042 h 373490"/>
                  <a:gd name="connsiteX10-501" fmla="*/ 0 w 901862"/>
                  <a:gd name="connsiteY10-502" fmla="*/ 156254 h 373490"/>
                  <a:gd name="connsiteX0-503" fmla="*/ 0 w 901862"/>
                  <a:gd name="connsiteY0-504" fmla="*/ 156254 h 373507"/>
                  <a:gd name="connsiteX1-505" fmla="*/ 45639 w 901862"/>
                  <a:gd name="connsiteY1-506" fmla="*/ 0 h 373507"/>
                  <a:gd name="connsiteX2-507" fmla="*/ 408216 w 901862"/>
                  <a:gd name="connsiteY2-508" fmla="*/ 189898 h 373507"/>
                  <a:gd name="connsiteX3-509" fmla="*/ 792935 w 901862"/>
                  <a:gd name="connsiteY3-510" fmla="*/ 70414 h 373507"/>
                  <a:gd name="connsiteX4-511" fmla="*/ 901862 w 901862"/>
                  <a:gd name="connsiteY4-512" fmla="*/ 156254 h 373507"/>
                  <a:gd name="connsiteX5-513" fmla="*/ 901862 w 901862"/>
                  <a:gd name="connsiteY5-514" fmla="*/ 330042 h 373507"/>
                  <a:gd name="connsiteX6-515" fmla="*/ 858414 w 901862"/>
                  <a:gd name="connsiteY6-516" fmla="*/ 373490 h 373507"/>
                  <a:gd name="connsiteX7-517" fmla="*/ 459752 w 901862"/>
                  <a:gd name="connsiteY7-518" fmla="*/ 336619 h 373507"/>
                  <a:gd name="connsiteX8-519" fmla="*/ 43448 w 901862"/>
                  <a:gd name="connsiteY8-520" fmla="*/ 373490 h 373507"/>
                  <a:gd name="connsiteX9-521" fmla="*/ 0 w 901862"/>
                  <a:gd name="connsiteY9-522" fmla="*/ 330042 h 373507"/>
                  <a:gd name="connsiteX10-523" fmla="*/ 0 w 901862"/>
                  <a:gd name="connsiteY10-524" fmla="*/ 156254 h 373507"/>
                  <a:gd name="connsiteX0-525" fmla="*/ 0 w 901862"/>
                  <a:gd name="connsiteY0-526" fmla="*/ 156254 h 420677"/>
                  <a:gd name="connsiteX1-527" fmla="*/ 45639 w 901862"/>
                  <a:gd name="connsiteY1-528" fmla="*/ 0 h 420677"/>
                  <a:gd name="connsiteX2-529" fmla="*/ 408216 w 901862"/>
                  <a:gd name="connsiteY2-530" fmla="*/ 189898 h 420677"/>
                  <a:gd name="connsiteX3-531" fmla="*/ 792935 w 901862"/>
                  <a:gd name="connsiteY3-532" fmla="*/ 70414 h 420677"/>
                  <a:gd name="connsiteX4-533" fmla="*/ 901862 w 901862"/>
                  <a:gd name="connsiteY4-534" fmla="*/ 156254 h 420677"/>
                  <a:gd name="connsiteX5-535" fmla="*/ 901862 w 901862"/>
                  <a:gd name="connsiteY5-536" fmla="*/ 330042 h 420677"/>
                  <a:gd name="connsiteX6-537" fmla="*/ 858414 w 901862"/>
                  <a:gd name="connsiteY6-538" fmla="*/ 373490 h 420677"/>
                  <a:gd name="connsiteX7-539" fmla="*/ 459752 w 901862"/>
                  <a:gd name="connsiteY7-540" fmla="*/ 336619 h 420677"/>
                  <a:gd name="connsiteX8-541" fmla="*/ 49971 w 901862"/>
                  <a:gd name="connsiteY8-542" fmla="*/ 420666 h 420677"/>
                  <a:gd name="connsiteX9-543" fmla="*/ 0 w 901862"/>
                  <a:gd name="connsiteY9-544" fmla="*/ 330042 h 420677"/>
                  <a:gd name="connsiteX10-545" fmla="*/ 0 w 901862"/>
                  <a:gd name="connsiteY10-546" fmla="*/ 156254 h 420677"/>
                  <a:gd name="connsiteX0-547" fmla="*/ 0 w 901862"/>
                  <a:gd name="connsiteY0-548" fmla="*/ 156254 h 460941"/>
                  <a:gd name="connsiteX1-549" fmla="*/ 45639 w 901862"/>
                  <a:gd name="connsiteY1-550" fmla="*/ 0 h 460941"/>
                  <a:gd name="connsiteX2-551" fmla="*/ 408216 w 901862"/>
                  <a:gd name="connsiteY2-552" fmla="*/ 189898 h 460941"/>
                  <a:gd name="connsiteX3-553" fmla="*/ 792935 w 901862"/>
                  <a:gd name="connsiteY3-554" fmla="*/ 70414 h 460941"/>
                  <a:gd name="connsiteX4-555" fmla="*/ 901862 w 901862"/>
                  <a:gd name="connsiteY4-556" fmla="*/ 156254 h 460941"/>
                  <a:gd name="connsiteX5-557" fmla="*/ 901862 w 901862"/>
                  <a:gd name="connsiteY5-558" fmla="*/ 330042 h 460941"/>
                  <a:gd name="connsiteX6-559" fmla="*/ 834446 w 901862"/>
                  <a:gd name="connsiteY6-560" fmla="*/ 460941 h 460941"/>
                  <a:gd name="connsiteX7-561" fmla="*/ 459752 w 901862"/>
                  <a:gd name="connsiteY7-562" fmla="*/ 336619 h 460941"/>
                  <a:gd name="connsiteX8-563" fmla="*/ 49971 w 901862"/>
                  <a:gd name="connsiteY8-564" fmla="*/ 420666 h 460941"/>
                  <a:gd name="connsiteX9-565" fmla="*/ 0 w 901862"/>
                  <a:gd name="connsiteY9-566" fmla="*/ 330042 h 460941"/>
                  <a:gd name="connsiteX10-567" fmla="*/ 0 w 901862"/>
                  <a:gd name="connsiteY10-568" fmla="*/ 156254 h 460941"/>
                  <a:gd name="connsiteX0-569" fmla="*/ 0 w 901862"/>
                  <a:gd name="connsiteY0-570" fmla="*/ 156254 h 460941"/>
                  <a:gd name="connsiteX1-571" fmla="*/ 45639 w 901862"/>
                  <a:gd name="connsiteY1-572" fmla="*/ 0 h 460941"/>
                  <a:gd name="connsiteX2-573" fmla="*/ 408216 w 901862"/>
                  <a:gd name="connsiteY2-574" fmla="*/ 189898 h 460941"/>
                  <a:gd name="connsiteX3-575" fmla="*/ 792935 w 901862"/>
                  <a:gd name="connsiteY3-576" fmla="*/ 70414 h 460941"/>
                  <a:gd name="connsiteX4-577" fmla="*/ 901862 w 901862"/>
                  <a:gd name="connsiteY4-578" fmla="*/ 156254 h 460941"/>
                  <a:gd name="connsiteX5-579" fmla="*/ 901862 w 901862"/>
                  <a:gd name="connsiteY5-580" fmla="*/ 330042 h 460941"/>
                  <a:gd name="connsiteX6-581" fmla="*/ 834446 w 901862"/>
                  <a:gd name="connsiteY6-582" fmla="*/ 460941 h 460941"/>
                  <a:gd name="connsiteX7-583" fmla="*/ 459752 w 901862"/>
                  <a:gd name="connsiteY7-584" fmla="*/ 336619 h 460941"/>
                  <a:gd name="connsiteX8-585" fmla="*/ 49971 w 901862"/>
                  <a:gd name="connsiteY8-586" fmla="*/ 420666 h 460941"/>
                  <a:gd name="connsiteX9-587" fmla="*/ 0 w 901862"/>
                  <a:gd name="connsiteY9-588" fmla="*/ 330042 h 460941"/>
                  <a:gd name="connsiteX10-589" fmla="*/ 0 w 901862"/>
                  <a:gd name="connsiteY10-590" fmla="*/ 156254 h 460941"/>
                  <a:gd name="connsiteX0-591" fmla="*/ 0 w 901862"/>
                  <a:gd name="connsiteY0-592" fmla="*/ 156254 h 518129"/>
                  <a:gd name="connsiteX1-593" fmla="*/ 45639 w 901862"/>
                  <a:gd name="connsiteY1-594" fmla="*/ 0 h 518129"/>
                  <a:gd name="connsiteX2-595" fmla="*/ 408216 w 901862"/>
                  <a:gd name="connsiteY2-596" fmla="*/ 189898 h 518129"/>
                  <a:gd name="connsiteX3-597" fmla="*/ 792935 w 901862"/>
                  <a:gd name="connsiteY3-598" fmla="*/ 70414 h 518129"/>
                  <a:gd name="connsiteX4-599" fmla="*/ 901862 w 901862"/>
                  <a:gd name="connsiteY4-600" fmla="*/ 156254 h 518129"/>
                  <a:gd name="connsiteX5-601" fmla="*/ 901862 w 901862"/>
                  <a:gd name="connsiteY5-602" fmla="*/ 330042 h 518129"/>
                  <a:gd name="connsiteX6-603" fmla="*/ 820718 w 901862"/>
                  <a:gd name="connsiteY6-604" fmla="*/ 518129 h 518129"/>
                  <a:gd name="connsiteX7-605" fmla="*/ 459752 w 901862"/>
                  <a:gd name="connsiteY7-606" fmla="*/ 336619 h 518129"/>
                  <a:gd name="connsiteX8-607" fmla="*/ 49971 w 901862"/>
                  <a:gd name="connsiteY8-608" fmla="*/ 420666 h 518129"/>
                  <a:gd name="connsiteX9-609" fmla="*/ 0 w 901862"/>
                  <a:gd name="connsiteY9-610" fmla="*/ 330042 h 518129"/>
                  <a:gd name="connsiteX10-611" fmla="*/ 0 w 901862"/>
                  <a:gd name="connsiteY10-612" fmla="*/ 156254 h 518129"/>
                  <a:gd name="connsiteX0-613" fmla="*/ 0 w 901862"/>
                  <a:gd name="connsiteY0-614" fmla="*/ 156254 h 518129"/>
                  <a:gd name="connsiteX1-615" fmla="*/ 45639 w 901862"/>
                  <a:gd name="connsiteY1-616" fmla="*/ 0 h 518129"/>
                  <a:gd name="connsiteX2-617" fmla="*/ 408216 w 901862"/>
                  <a:gd name="connsiteY2-618" fmla="*/ 189898 h 518129"/>
                  <a:gd name="connsiteX3-619" fmla="*/ 792935 w 901862"/>
                  <a:gd name="connsiteY3-620" fmla="*/ 70414 h 518129"/>
                  <a:gd name="connsiteX4-621" fmla="*/ 901862 w 901862"/>
                  <a:gd name="connsiteY4-622" fmla="*/ 156254 h 518129"/>
                  <a:gd name="connsiteX5-623" fmla="*/ 901862 w 901862"/>
                  <a:gd name="connsiteY5-624" fmla="*/ 330042 h 518129"/>
                  <a:gd name="connsiteX6-625" fmla="*/ 820718 w 901862"/>
                  <a:gd name="connsiteY6-626" fmla="*/ 518129 h 518129"/>
                  <a:gd name="connsiteX7-627" fmla="*/ 459752 w 901862"/>
                  <a:gd name="connsiteY7-628" fmla="*/ 336619 h 518129"/>
                  <a:gd name="connsiteX8-629" fmla="*/ 49971 w 901862"/>
                  <a:gd name="connsiteY8-630" fmla="*/ 420666 h 518129"/>
                  <a:gd name="connsiteX9-631" fmla="*/ 0 w 901862"/>
                  <a:gd name="connsiteY9-632" fmla="*/ 330042 h 518129"/>
                  <a:gd name="connsiteX10-633" fmla="*/ 0 w 901862"/>
                  <a:gd name="connsiteY10-634" fmla="*/ 156254 h 518129"/>
                  <a:gd name="connsiteX0-635" fmla="*/ 0 w 901862"/>
                  <a:gd name="connsiteY0-636" fmla="*/ 156254 h 518129"/>
                  <a:gd name="connsiteX1-637" fmla="*/ 45639 w 901862"/>
                  <a:gd name="connsiteY1-638" fmla="*/ 0 h 518129"/>
                  <a:gd name="connsiteX2-639" fmla="*/ 408216 w 901862"/>
                  <a:gd name="connsiteY2-640" fmla="*/ 189898 h 518129"/>
                  <a:gd name="connsiteX3-641" fmla="*/ 792935 w 901862"/>
                  <a:gd name="connsiteY3-642" fmla="*/ 70414 h 518129"/>
                  <a:gd name="connsiteX4-643" fmla="*/ 901862 w 901862"/>
                  <a:gd name="connsiteY4-644" fmla="*/ 156254 h 518129"/>
                  <a:gd name="connsiteX5-645" fmla="*/ 901862 w 901862"/>
                  <a:gd name="connsiteY5-646" fmla="*/ 330042 h 518129"/>
                  <a:gd name="connsiteX6-647" fmla="*/ 820718 w 901862"/>
                  <a:gd name="connsiteY6-648" fmla="*/ 518129 h 518129"/>
                  <a:gd name="connsiteX7-649" fmla="*/ 449618 w 901862"/>
                  <a:gd name="connsiteY7-650" fmla="*/ 343309 h 518129"/>
                  <a:gd name="connsiteX8-651" fmla="*/ 49971 w 901862"/>
                  <a:gd name="connsiteY8-652" fmla="*/ 420666 h 518129"/>
                  <a:gd name="connsiteX9-653" fmla="*/ 0 w 901862"/>
                  <a:gd name="connsiteY9-654" fmla="*/ 330042 h 518129"/>
                  <a:gd name="connsiteX10-655" fmla="*/ 0 w 901862"/>
                  <a:gd name="connsiteY10-656" fmla="*/ 156254 h 518129"/>
                  <a:gd name="connsiteX0-657" fmla="*/ 0 w 901862"/>
                  <a:gd name="connsiteY0-658" fmla="*/ 156254 h 518129"/>
                  <a:gd name="connsiteX1-659" fmla="*/ 45639 w 901862"/>
                  <a:gd name="connsiteY1-660" fmla="*/ 0 h 518129"/>
                  <a:gd name="connsiteX2-661" fmla="*/ 408216 w 901862"/>
                  <a:gd name="connsiteY2-662" fmla="*/ 189898 h 518129"/>
                  <a:gd name="connsiteX3-663" fmla="*/ 792935 w 901862"/>
                  <a:gd name="connsiteY3-664" fmla="*/ 70414 h 518129"/>
                  <a:gd name="connsiteX4-665" fmla="*/ 901862 w 901862"/>
                  <a:gd name="connsiteY4-666" fmla="*/ 156254 h 518129"/>
                  <a:gd name="connsiteX5-667" fmla="*/ 901862 w 901862"/>
                  <a:gd name="connsiteY5-668" fmla="*/ 330042 h 518129"/>
                  <a:gd name="connsiteX6-669" fmla="*/ 820718 w 901862"/>
                  <a:gd name="connsiteY6-670" fmla="*/ 518129 h 518129"/>
                  <a:gd name="connsiteX7-671" fmla="*/ 449618 w 901862"/>
                  <a:gd name="connsiteY7-672" fmla="*/ 343309 h 518129"/>
                  <a:gd name="connsiteX8-673" fmla="*/ 53233 w 901862"/>
                  <a:gd name="connsiteY8-674" fmla="*/ 444254 h 518129"/>
                  <a:gd name="connsiteX9-675" fmla="*/ 0 w 901862"/>
                  <a:gd name="connsiteY9-676" fmla="*/ 330042 h 518129"/>
                  <a:gd name="connsiteX10-677" fmla="*/ 0 w 901862"/>
                  <a:gd name="connsiteY10-678" fmla="*/ 156254 h 518129"/>
                  <a:gd name="connsiteX0-679" fmla="*/ 0 w 901862"/>
                  <a:gd name="connsiteY0-680" fmla="*/ 156254 h 518129"/>
                  <a:gd name="connsiteX1-681" fmla="*/ 45639 w 901862"/>
                  <a:gd name="connsiteY1-682" fmla="*/ 0 h 518129"/>
                  <a:gd name="connsiteX2-683" fmla="*/ 408216 w 901862"/>
                  <a:gd name="connsiteY2-684" fmla="*/ 189898 h 518129"/>
                  <a:gd name="connsiteX3-685" fmla="*/ 792935 w 901862"/>
                  <a:gd name="connsiteY3-686" fmla="*/ 70414 h 518129"/>
                  <a:gd name="connsiteX4-687" fmla="*/ 901862 w 901862"/>
                  <a:gd name="connsiteY4-688" fmla="*/ 156254 h 518129"/>
                  <a:gd name="connsiteX5-689" fmla="*/ 901862 w 901862"/>
                  <a:gd name="connsiteY5-690" fmla="*/ 330042 h 518129"/>
                  <a:gd name="connsiteX6-691" fmla="*/ 820718 w 901862"/>
                  <a:gd name="connsiteY6-692" fmla="*/ 518129 h 518129"/>
                  <a:gd name="connsiteX7-693" fmla="*/ 449618 w 901862"/>
                  <a:gd name="connsiteY7-694" fmla="*/ 343309 h 518129"/>
                  <a:gd name="connsiteX8-695" fmla="*/ 53233 w 901862"/>
                  <a:gd name="connsiteY8-696" fmla="*/ 444254 h 518129"/>
                  <a:gd name="connsiteX9-697" fmla="*/ 0 w 901862"/>
                  <a:gd name="connsiteY9-698" fmla="*/ 330042 h 518129"/>
                  <a:gd name="connsiteX10-699" fmla="*/ 0 w 901862"/>
                  <a:gd name="connsiteY10-700" fmla="*/ 156254 h 518129"/>
                  <a:gd name="connsiteX0-701" fmla="*/ 0 w 901862"/>
                  <a:gd name="connsiteY0-702" fmla="*/ 156254 h 518129"/>
                  <a:gd name="connsiteX1-703" fmla="*/ 45639 w 901862"/>
                  <a:gd name="connsiteY1-704" fmla="*/ 0 h 518129"/>
                  <a:gd name="connsiteX2-705" fmla="*/ 408216 w 901862"/>
                  <a:gd name="connsiteY2-706" fmla="*/ 189898 h 518129"/>
                  <a:gd name="connsiteX3-707" fmla="*/ 792935 w 901862"/>
                  <a:gd name="connsiteY3-708" fmla="*/ 70414 h 518129"/>
                  <a:gd name="connsiteX4-709" fmla="*/ 901862 w 901862"/>
                  <a:gd name="connsiteY4-710" fmla="*/ 156254 h 518129"/>
                  <a:gd name="connsiteX5-711" fmla="*/ 901862 w 901862"/>
                  <a:gd name="connsiteY5-712" fmla="*/ 330042 h 518129"/>
                  <a:gd name="connsiteX6-713" fmla="*/ 820718 w 901862"/>
                  <a:gd name="connsiteY6-714" fmla="*/ 518129 h 518129"/>
                  <a:gd name="connsiteX7-715" fmla="*/ 449618 w 901862"/>
                  <a:gd name="connsiteY7-716" fmla="*/ 343309 h 518129"/>
                  <a:gd name="connsiteX8-717" fmla="*/ 53233 w 901862"/>
                  <a:gd name="connsiteY8-718" fmla="*/ 444254 h 518129"/>
                  <a:gd name="connsiteX9-719" fmla="*/ 0 w 901862"/>
                  <a:gd name="connsiteY9-720" fmla="*/ 330042 h 518129"/>
                  <a:gd name="connsiteX10-721" fmla="*/ 0 w 901862"/>
                  <a:gd name="connsiteY10-722" fmla="*/ 156254 h 518129"/>
                  <a:gd name="connsiteX0-723" fmla="*/ 0 w 901862"/>
                  <a:gd name="connsiteY0-724" fmla="*/ 156254 h 518129"/>
                  <a:gd name="connsiteX1-725" fmla="*/ 45639 w 901862"/>
                  <a:gd name="connsiteY1-726" fmla="*/ 0 h 518129"/>
                  <a:gd name="connsiteX2-727" fmla="*/ 408216 w 901862"/>
                  <a:gd name="connsiteY2-728" fmla="*/ 189898 h 518129"/>
                  <a:gd name="connsiteX3-729" fmla="*/ 792935 w 901862"/>
                  <a:gd name="connsiteY3-730" fmla="*/ 70414 h 518129"/>
                  <a:gd name="connsiteX4-731" fmla="*/ 901862 w 901862"/>
                  <a:gd name="connsiteY4-732" fmla="*/ 156254 h 518129"/>
                  <a:gd name="connsiteX5-733" fmla="*/ 901862 w 901862"/>
                  <a:gd name="connsiteY5-734" fmla="*/ 330042 h 518129"/>
                  <a:gd name="connsiteX6-735" fmla="*/ 820718 w 901862"/>
                  <a:gd name="connsiteY6-736" fmla="*/ 518129 h 518129"/>
                  <a:gd name="connsiteX7-737" fmla="*/ 449618 w 901862"/>
                  <a:gd name="connsiteY7-738" fmla="*/ 343309 h 518129"/>
                  <a:gd name="connsiteX8-739" fmla="*/ 53233 w 901862"/>
                  <a:gd name="connsiteY8-740" fmla="*/ 444254 h 518129"/>
                  <a:gd name="connsiteX9-741" fmla="*/ 0 w 901862"/>
                  <a:gd name="connsiteY9-742" fmla="*/ 330042 h 518129"/>
                  <a:gd name="connsiteX10-743" fmla="*/ 0 w 901862"/>
                  <a:gd name="connsiteY10-744" fmla="*/ 156254 h 518129"/>
                  <a:gd name="connsiteX0-745" fmla="*/ 0 w 901862"/>
                  <a:gd name="connsiteY0-746" fmla="*/ 156254 h 518129"/>
                  <a:gd name="connsiteX1-747" fmla="*/ 45639 w 901862"/>
                  <a:gd name="connsiteY1-748" fmla="*/ 0 h 518129"/>
                  <a:gd name="connsiteX2-749" fmla="*/ 408216 w 901862"/>
                  <a:gd name="connsiteY2-750" fmla="*/ 189898 h 518129"/>
                  <a:gd name="connsiteX3-751" fmla="*/ 792935 w 901862"/>
                  <a:gd name="connsiteY3-752" fmla="*/ 70414 h 518129"/>
                  <a:gd name="connsiteX4-753" fmla="*/ 901862 w 901862"/>
                  <a:gd name="connsiteY4-754" fmla="*/ 156254 h 518129"/>
                  <a:gd name="connsiteX5-755" fmla="*/ 901862 w 901862"/>
                  <a:gd name="connsiteY5-756" fmla="*/ 330042 h 518129"/>
                  <a:gd name="connsiteX6-757" fmla="*/ 820718 w 901862"/>
                  <a:gd name="connsiteY6-758" fmla="*/ 518129 h 518129"/>
                  <a:gd name="connsiteX7-759" fmla="*/ 449618 w 901862"/>
                  <a:gd name="connsiteY7-760" fmla="*/ 343309 h 518129"/>
                  <a:gd name="connsiteX8-761" fmla="*/ 53233 w 901862"/>
                  <a:gd name="connsiteY8-762" fmla="*/ 444254 h 518129"/>
                  <a:gd name="connsiteX9-763" fmla="*/ 0 w 901862"/>
                  <a:gd name="connsiteY9-764" fmla="*/ 330042 h 518129"/>
                  <a:gd name="connsiteX10-765" fmla="*/ 0 w 901862"/>
                  <a:gd name="connsiteY10-766" fmla="*/ 156254 h 518129"/>
                  <a:gd name="connsiteX0-767" fmla="*/ 0 w 901862"/>
                  <a:gd name="connsiteY0-768" fmla="*/ 171490 h 533365"/>
                  <a:gd name="connsiteX1-769" fmla="*/ 27185 w 901862"/>
                  <a:gd name="connsiteY1-770" fmla="*/ 0 h 533365"/>
                  <a:gd name="connsiteX2-771" fmla="*/ 408216 w 901862"/>
                  <a:gd name="connsiteY2-772" fmla="*/ 205134 h 533365"/>
                  <a:gd name="connsiteX3-773" fmla="*/ 792935 w 901862"/>
                  <a:gd name="connsiteY3-774" fmla="*/ 85650 h 533365"/>
                  <a:gd name="connsiteX4-775" fmla="*/ 901862 w 901862"/>
                  <a:gd name="connsiteY4-776" fmla="*/ 171490 h 533365"/>
                  <a:gd name="connsiteX5-777" fmla="*/ 901862 w 901862"/>
                  <a:gd name="connsiteY5-778" fmla="*/ 345278 h 533365"/>
                  <a:gd name="connsiteX6-779" fmla="*/ 820718 w 901862"/>
                  <a:gd name="connsiteY6-780" fmla="*/ 533365 h 533365"/>
                  <a:gd name="connsiteX7-781" fmla="*/ 449618 w 901862"/>
                  <a:gd name="connsiteY7-782" fmla="*/ 358545 h 533365"/>
                  <a:gd name="connsiteX8-783" fmla="*/ 53233 w 901862"/>
                  <a:gd name="connsiteY8-784" fmla="*/ 459490 h 533365"/>
                  <a:gd name="connsiteX9-785" fmla="*/ 0 w 901862"/>
                  <a:gd name="connsiteY9-786" fmla="*/ 345278 h 533365"/>
                  <a:gd name="connsiteX10-787" fmla="*/ 0 w 901862"/>
                  <a:gd name="connsiteY10-788" fmla="*/ 171490 h 53336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37" y="connsiteY9-38"/>
                  </a:cxn>
                  <a:cxn ang="0">
                    <a:pos x="connsiteX10-479" y="connsiteY10-480"/>
                  </a:cxn>
                </a:cxnLst>
                <a:rect l="l" t="t" r="r" b="b"/>
                <a:pathLst>
                  <a:path w="901862" h="533365">
                    <a:moveTo>
                      <a:pt x="0" y="171490"/>
                    </a:moveTo>
                    <a:cubicBezTo>
                      <a:pt x="0" y="147494"/>
                      <a:pt x="3189" y="0"/>
                      <a:pt x="27185" y="0"/>
                    </a:cubicBezTo>
                    <a:cubicBezTo>
                      <a:pt x="108606" y="96799"/>
                      <a:pt x="280591" y="190859"/>
                      <a:pt x="408216" y="205134"/>
                    </a:cubicBezTo>
                    <a:cubicBezTo>
                      <a:pt x="535841" y="219409"/>
                      <a:pt x="638523" y="203937"/>
                      <a:pt x="792935" y="85650"/>
                    </a:cubicBezTo>
                    <a:cubicBezTo>
                      <a:pt x="816931" y="85650"/>
                      <a:pt x="901862" y="147494"/>
                      <a:pt x="901862" y="171490"/>
                    </a:cubicBezTo>
                    <a:lnTo>
                      <a:pt x="901862" y="345278"/>
                    </a:lnTo>
                    <a:cubicBezTo>
                      <a:pt x="901862" y="369274"/>
                      <a:pt x="844714" y="533365"/>
                      <a:pt x="820718" y="533365"/>
                    </a:cubicBezTo>
                    <a:cubicBezTo>
                      <a:pt x="658038" y="406441"/>
                      <a:pt x="577532" y="370857"/>
                      <a:pt x="449618" y="358545"/>
                    </a:cubicBezTo>
                    <a:cubicBezTo>
                      <a:pt x="321704" y="346233"/>
                      <a:pt x="129858" y="460586"/>
                      <a:pt x="53233" y="459490"/>
                    </a:cubicBezTo>
                    <a:cubicBezTo>
                      <a:pt x="29237" y="459490"/>
                      <a:pt x="0" y="369274"/>
                      <a:pt x="0" y="345278"/>
                    </a:cubicBezTo>
                    <a:lnTo>
                      <a:pt x="0" y="171490"/>
                    </a:lnTo>
                    <a:close/>
                  </a:path>
                </a:pathLst>
              </a:cu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圆角矩形 16"/>
            <p:cNvSpPr/>
            <p:nvPr/>
          </p:nvSpPr>
          <p:spPr>
            <a:xfrm>
              <a:off x="700088" y="-4168775"/>
              <a:ext cx="1447800" cy="990600"/>
            </a:xfrm>
            <a:prstGeom prst="roundRect">
              <a:avLst/>
            </a:prstGeom>
            <a:blipFill>
              <a:blip r:embed="rId9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927735" y="2724150"/>
            <a:ext cx="5163820" cy="948690"/>
            <a:chOff x="9739" y="3037"/>
            <a:chExt cx="8132" cy="1494"/>
          </a:xfrm>
        </p:grpSpPr>
        <p:sp>
          <p:nvSpPr>
            <p:cNvPr id="30" name="矩形 29"/>
            <p:cNvSpPr/>
            <p:nvPr/>
          </p:nvSpPr>
          <p:spPr>
            <a:xfrm>
              <a:off x="9739" y="3037"/>
              <a:ext cx="1356" cy="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6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9771" y="4021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948055" y="1576705"/>
            <a:ext cx="5164455" cy="949325"/>
            <a:chOff x="9739" y="3037"/>
            <a:chExt cx="8133" cy="1495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1439" cy="82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4021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938530" y="3986530"/>
            <a:ext cx="5163820" cy="948690"/>
            <a:chOff x="9739" y="3037"/>
            <a:chExt cx="8132" cy="1494"/>
          </a:xfrm>
        </p:grpSpPr>
        <p:sp>
          <p:nvSpPr>
            <p:cNvPr id="37" name="矩形 36"/>
            <p:cNvSpPr/>
            <p:nvPr/>
          </p:nvSpPr>
          <p:spPr>
            <a:xfrm>
              <a:off x="9739" y="3037"/>
              <a:ext cx="1356" cy="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6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9771" y="4021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939165" y="5248910"/>
            <a:ext cx="5163820" cy="948690"/>
            <a:chOff x="9739" y="3037"/>
            <a:chExt cx="8132" cy="1494"/>
          </a:xfrm>
        </p:grpSpPr>
        <p:sp>
          <p:nvSpPr>
            <p:cNvPr id="46" name="矩形 45"/>
            <p:cNvSpPr/>
            <p:nvPr/>
          </p:nvSpPr>
          <p:spPr>
            <a:xfrm>
              <a:off x="9739" y="3037"/>
              <a:ext cx="1356" cy="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6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9771" y="4021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pic>
        <p:nvPicPr>
          <p:cNvPr id="24" name="圖片 23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图片 5"/>
          <p:cNvPicPr>
            <a:picLocks noChangeAspect="1"/>
          </p:cNvPicPr>
          <p:nvPr/>
        </p:nvPicPr>
        <p:blipFill>
          <a:blip r:embed="rId6"/>
          <a:srcRect b="3222"/>
          <a:stretch>
            <a:fillRect/>
          </a:stretch>
        </p:blipFill>
        <p:spPr>
          <a:xfrm>
            <a:off x="855112" y="2165725"/>
            <a:ext cx="3883355" cy="3737347"/>
          </a:xfrm>
          <a:custGeom>
            <a:avLst/>
            <a:gdLst>
              <a:gd name="connsiteX0" fmla="*/ 0 w 4465310"/>
              <a:gd name="connsiteY0" fmla="*/ 0 h 4297421"/>
              <a:gd name="connsiteX1" fmla="*/ 4465310 w 4465310"/>
              <a:gd name="connsiteY1" fmla="*/ 0 h 4297421"/>
              <a:gd name="connsiteX2" fmla="*/ 4465310 w 4465310"/>
              <a:gd name="connsiteY2" fmla="*/ 4297421 h 4297421"/>
              <a:gd name="connsiteX3" fmla="*/ 0 w 4465310"/>
              <a:gd name="connsiteY3" fmla="*/ 4297421 h 429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5310" h="4297421">
                <a:moveTo>
                  <a:pt x="0" y="0"/>
                </a:moveTo>
                <a:lnTo>
                  <a:pt x="4465310" y="0"/>
                </a:lnTo>
                <a:lnTo>
                  <a:pt x="4465310" y="4297421"/>
                </a:lnTo>
                <a:lnTo>
                  <a:pt x="0" y="4297421"/>
                </a:lnTo>
                <a:close/>
              </a:path>
            </a:pathLst>
          </a:custGeom>
        </p:spPr>
      </p:pic>
      <p:sp>
        <p:nvSpPr>
          <p:cNvPr id="7" name="任意多边形 6"/>
          <p:cNvSpPr/>
          <p:nvPr/>
        </p:nvSpPr>
        <p:spPr>
          <a:xfrm rot="2475510">
            <a:off x="3694252" y="2368004"/>
            <a:ext cx="1503174" cy="4330984"/>
          </a:xfrm>
          <a:custGeom>
            <a:avLst/>
            <a:gdLst>
              <a:gd name="connsiteX0" fmla="*/ 414046 w 1656184"/>
              <a:gd name="connsiteY0" fmla="*/ 4358333 h 4365104"/>
              <a:gd name="connsiteX1" fmla="*/ 419987 w 1656184"/>
              <a:gd name="connsiteY1" fmla="*/ 4365104 h 4365104"/>
              <a:gd name="connsiteX2" fmla="*/ 414046 w 1656184"/>
              <a:gd name="connsiteY2" fmla="*/ 4365104 h 4365104"/>
              <a:gd name="connsiteX3" fmla="*/ 828092 w 1656184"/>
              <a:gd name="connsiteY3" fmla="*/ 0 h 4365104"/>
              <a:gd name="connsiteX4" fmla="*/ 1656184 w 1656184"/>
              <a:gd name="connsiteY4" fmla="*/ 828092 h 4365104"/>
              <a:gd name="connsiteX5" fmla="*/ 1242138 w 1656184"/>
              <a:gd name="connsiteY5" fmla="*/ 828092 h 4365104"/>
              <a:gd name="connsiteX6" fmla="*/ 1242138 w 1656184"/>
              <a:gd name="connsiteY6" fmla="*/ 3609630 h 4365104"/>
              <a:gd name="connsiteX7" fmla="*/ 414046 w 1656184"/>
              <a:gd name="connsiteY7" fmla="*/ 4336065 h 4365104"/>
              <a:gd name="connsiteX8" fmla="*/ 414046 w 1656184"/>
              <a:gd name="connsiteY8" fmla="*/ 828092 h 4365104"/>
              <a:gd name="connsiteX9" fmla="*/ 0 w 1656184"/>
              <a:gd name="connsiteY9" fmla="*/ 828092 h 43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56184" h="4365104">
                <a:moveTo>
                  <a:pt x="414046" y="4358333"/>
                </a:moveTo>
                <a:lnTo>
                  <a:pt x="419987" y="4365104"/>
                </a:lnTo>
                <a:lnTo>
                  <a:pt x="414046" y="4365104"/>
                </a:lnTo>
                <a:close/>
                <a:moveTo>
                  <a:pt x="828092" y="0"/>
                </a:moveTo>
                <a:lnTo>
                  <a:pt x="1656184" y="828092"/>
                </a:lnTo>
                <a:lnTo>
                  <a:pt x="1242138" y="828092"/>
                </a:lnTo>
                <a:lnTo>
                  <a:pt x="1242138" y="3609630"/>
                </a:lnTo>
                <a:lnTo>
                  <a:pt x="414046" y="4336065"/>
                </a:lnTo>
                <a:lnTo>
                  <a:pt x="414046" y="828092"/>
                </a:lnTo>
                <a:lnTo>
                  <a:pt x="0" y="828092"/>
                </a:lnTo>
                <a:close/>
              </a:path>
            </a:pathLst>
          </a:custGeom>
          <a:solidFill>
            <a:srgbClr val="182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accent4">
                  <a:lumMod val="25000"/>
                </a:schemeClr>
              </a:solidFill>
            </a:endParaRPr>
          </a:p>
        </p:txBody>
      </p:sp>
      <p:sp>
        <p:nvSpPr>
          <p:cNvPr id="8" name="任意多边形 11"/>
          <p:cNvSpPr/>
          <p:nvPr/>
        </p:nvSpPr>
        <p:spPr>
          <a:xfrm rot="2475510">
            <a:off x="2995588" y="2695103"/>
            <a:ext cx="1501734" cy="3958069"/>
          </a:xfrm>
          <a:custGeom>
            <a:avLst/>
            <a:gdLst>
              <a:gd name="connsiteX0" fmla="*/ 414046 w 1656184"/>
              <a:gd name="connsiteY0" fmla="*/ 4358333 h 4365104"/>
              <a:gd name="connsiteX1" fmla="*/ 419987 w 1656184"/>
              <a:gd name="connsiteY1" fmla="*/ 4365104 h 4365104"/>
              <a:gd name="connsiteX2" fmla="*/ 414046 w 1656184"/>
              <a:gd name="connsiteY2" fmla="*/ 4365104 h 4365104"/>
              <a:gd name="connsiteX3" fmla="*/ 828092 w 1656184"/>
              <a:gd name="connsiteY3" fmla="*/ 0 h 4365104"/>
              <a:gd name="connsiteX4" fmla="*/ 1656184 w 1656184"/>
              <a:gd name="connsiteY4" fmla="*/ 828092 h 4365104"/>
              <a:gd name="connsiteX5" fmla="*/ 1242138 w 1656184"/>
              <a:gd name="connsiteY5" fmla="*/ 828092 h 4365104"/>
              <a:gd name="connsiteX6" fmla="*/ 1242138 w 1656184"/>
              <a:gd name="connsiteY6" fmla="*/ 3609630 h 4365104"/>
              <a:gd name="connsiteX7" fmla="*/ 414046 w 1656184"/>
              <a:gd name="connsiteY7" fmla="*/ 4336065 h 4365104"/>
              <a:gd name="connsiteX8" fmla="*/ 414046 w 1656184"/>
              <a:gd name="connsiteY8" fmla="*/ 828092 h 4365104"/>
              <a:gd name="connsiteX9" fmla="*/ 0 w 1656184"/>
              <a:gd name="connsiteY9" fmla="*/ 828092 h 43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56184" h="4365104">
                <a:moveTo>
                  <a:pt x="414046" y="4358333"/>
                </a:moveTo>
                <a:lnTo>
                  <a:pt x="419987" y="4365104"/>
                </a:lnTo>
                <a:lnTo>
                  <a:pt x="414046" y="4365104"/>
                </a:lnTo>
                <a:close/>
                <a:moveTo>
                  <a:pt x="828092" y="0"/>
                </a:moveTo>
                <a:lnTo>
                  <a:pt x="1656184" y="828092"/>
                </a:lnTo>
                <a:lnTo>
                  <a:pt x="1242138" y="828092"/>
                </a:lnTo>
                <a:lnTo>
                  <a:pt x="1242138" y="3609630"/>
                </a:lnTo>
                <a:lnTo>
                  <a:pt x="414046" y="4336065"/>
                </a:lnTo>
                <a:lnTo>
                  <a:pt x="414046" y="828092"/>
                </a:lnTo>
                <a:lnTo>
                  <a:pt x="0" y="828092"/>
                </a:lnTo>
                <a:close/>
              </a:path>
            </a:pathLst>
          </a:custGeom>
          <a:solidFill>
            <a:srgbClr val="0038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accent4">
                  <a:lumMod val="25000"/>
                </a:schemeClr>
              </a:solidFill>
            </a:endParaRPr>
          </a:p>
        </p:txBody>
      </p:sp>
      <p:grpSp>
        <p:nvGrpSpPr>
          <p:cNvPr id="41993" name="组合 12"/>
          <p:cNvGrpSpPr/>
          <p:nvPr/>
        </p:nvGrpSpPr>
        <p:grpSpPr bwMode="auto">
          <a:xfrm>
            <a:off x="3533081" y="4855127"/>
            <a:ext cx="1191115" cy="1096103"/>
            <a:chOff x="4395708" y="4639391"/>
            <a:chExt cx="1650365" cy="1518720"/>
          </a:xfrm>
        </p:grpSpPr>
        <p:sp>
          <p:nvSpPr>
            <p:cNvPr id="9" name="椭圆 13"/>
            <p:cNvSpPr/>
            <p:nvPr/>
          </p:nvSpPr>
          <p:spPr>
            <a:xfrm>
              <a:off x="4395708" y="4639391"/>
              <a:ext cx="1518720" cy="15187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accent4">
                    <a:lumMod val="25000"/>
                  </a:schemeClr>
                </a:solidFill>
              </a:endParaRPr>
            </a:p>
          </p:txBody>
        </p:sp>
        <p:sp>
          <p:nvSpPr>
            <p:cNvPr id="41995" name="TextBox 2"/>
            <p:cNvSpPr txBox="1">
              <a:spLocks noChangeArrowheads="1"/>
            </p:cNvSpPr>
            <p:nvPr/>
          </p:nvSpPr>
          <p:spPr bwMode="auto">
            <a:xfrm>
              <a:off x="4790643" y="5023881"/>
              <a:ext cx="1255430" cy="81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</a:rPr>
                <a:t>添加</a:t>
              </a:r>
              <a:endParaRPr lang="en-US" altLang="zh-CN" sz="1300" dirty="0">
                <a:solidFill>
                  <a:schemeClr val="bg1"/>
                </a:solidFill>
                <a:latin typeface="Microsoft YaHei" charset="-122"/>
                <a:ea typeface="Microsoft YaHei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3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</a:rPr>
                <a:t>文本</a:t>
              </a:r>
            </a:p>
          </p:txBody>
        </p:sp>
      </p:grpSp>
      <p:grpSp>
        <p:nvGrpSpPr>
          <p:cNvPr id="41997" name="组合 16"/>
          <p:cNvGrpSpPr/>
          <p:nvPr/>
        </p:nvGrpSpPr>
        <p:grpSpPr bwMode="auto">
          <a:xfrm>
            <a:off x="6451486" y="1998186"/>
            <a:ext cx="651397" cy="650202"/>
            <a:chOff x="7613121" y="1583070"/>
            <a:chExt cx="864096" cy="864096"/>
          </a:xfrm>
          <a:solidFill>
            <a:srgbClr val="003879"/>
          </a:solidFill>
        </p:grpSpPr>
        <p:sp>
          <p:nvSpPr>
            <p:cNvPr id="18" name="椭圆 17"/>
            <p:cNvSpPr/>
            <p:nvPr/>
          </p:nvSpPr>
          <p:spPr>
            <a:xfrm>
              <a:off x="7613121" y="1583070"/>
              <a:ext cx="864096" cy="8640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accent4">
                    <a:lumMod val="25000"/>
                  </a:schemeClr>
                </a:solidFill>
              </a:endParaRPr>
            </a:p>
          </p:txBody>
        </p:sp>
        <p:pic>
          <p:nvPicPr>
            <p:cNvPr id="41999" name="图片 1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8707" y="1766706"/>
              <a:ext cx="531958" cy="5319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2001" name="组合 20"/>
          <p:cNvGrpSpPr/>
          <p:nvPr/>
        </p:nvGrpSpPr>
        <p:grpSpPr bwMode="auto">
          <a:xfrm>
            <a:off x="6471222" y="3076714"/>
            <a:ext cx="650202" cy="650202"/>
            <a:chOff x="7630288" y="2761796"/>
            <a:chExt cx="864096" cy="864096"/>
          </a:xfrm>
          <a:solidFill>
            <a:srgbClr val="003879"/>
          </a:solidFill>
        </p:grpSpPr>
        <p:sp>
          <p:nvSpPr>
            <p:cNvPr id="22" name="椭圆 21"/>
            <p:cNvSpPr/>
            <p:nvPr/>
          </p:nvSpPr>
          <p:spPr>
            <a:xfrm>
              <a:off x="7630288" y="2761796"/>
              <a:ext cx="864096" cy="8640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accent4">
                    <a:lumMod val="25000"/>
                  </a:schemeClr>
                </a:solidFill>
              </a:endParaRPr>
            </a:p>
          </p:txBody>
        </p:sp>
        <p:pic>
          <p:nvPicPr>
            <p:cNvPr id="42003" name="图片 2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8572" y="2954418"/>
              <a:ext cx="566294" cy="56629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2005" name="组合 24"/>
          <p:cNvGrpSpPr/>
          <p:nvPr/>
        </p:nvGrpSpPr>
        <p:grpSpPr bwMode="auto">
          <a:xfrm>
            <a:off x="6471222" y="4072835"/>
            <a:ext cx="650202" cy="650202"/>
            <a:chOff x="7630288" y="3940522"/>
            <a:chExt cx="864096" cy="864096"/>
          </a:xfrm>
          <a:solidFill>
            <a:srgbClr val="003879"/>
          </a:solidFill>
        </p:grpSpPr>
        <p:sp>
          <p:nvSpPr>
            <p:cNvPr id="26" name="椭圆 25"/>
            <p:cNvSpPr/>
            <p:nvPr/>
          </p:nvSpPr>
          <p:spPr>
            <a:xfrm>
              <a:off x="7630288" y="3940522"/>
              <a:ext cx="864096" cy="8640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accent4">
                    <a:lumMod val="25000"/>
                  </a:schemeClr>
                </a:solidFill>
              </a:endParaRPr>
            </a:p>
          </p:txBody>
        </p:sp>
        <p:pic>
          <p:nvPicPr>
            <p:cNvPr id="42007" name="图片 2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8707" y="4141835"/>
              <a:ext cx="530607" cy="5306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2009" name="组合 28"/>
          <p:cNvGrpSpPr/>
          <p:nvPr/>
        </p:nvGrpSpPr>
        <p:grpSpPr bwMode="auto">
          <a:xfrm>
            <a:off x="6485807" y="5083422"/>
            <a:ext cx="650202" cy="650202"/>
            <a:chOff x="7630288" y="5119248"/>
            <a:chExt cx="864096" cy="864096"/>
          </a:xfrm>
          <a:solidFill>
            <a:srgbClr val="003879"/>
          </a:solidFill>
        </p:grpSpPr>
        <p:sp>
          <p:nvSpPr>
            <p:cNvPr id="30" name="椭圆 29"/>
            <p:cNvSpPr/>
            <p:nvPr/>
          </p:nvSpPr>
          <p:spPr>
            <a:xfrm>
              <a:off x="7630288" y="5119248"/>
              <a:ext cx="864096" cy="8640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accent4">
                    <a:lumMod val="25000"/>
                  </a:schemeClr>
                </a:solidFill>
              </a:endParaRPr>
            </a:p>
          </p:txBody>
        </p:sp>
        <p:pic>
          <p:nvPicPr>
            <p:cNvPr id="42011" name="图片 30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9525" y="5258674"/>
              <a:ext cx="601192" cy="601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群組 32"/>
          <p:cNvGrpSpPr/>
          <p:nvPr/>
        </p:nvGrpSpPr>
        <p:grpSpPr>
          <a:xfrm>
            <a:off x="7292975" y="1910715"/>
            <a:ext cx="4489450" cy="768350"/>
            <a:chOff x="9739" y="3037"/>
            <a:chExt cx="8133" cy="1210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7319645" y="2965450"/>
            <a:ext cx="4489450" cy="768350"/>
            <a:chOff x="9739" y="3037"/>
            <a:chExt cx="8133" cy="1210"/>
          </a:xfrm>
        </p:grpSpPr>
        <p:sp>
          <p:nvSpPr>
            <p:cNvPr id="15" name="矩形 14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7310755" y="4003675"/>
            <a:ext cx="4489450" cy="768350"/>
            <a:chOff x="9739" y="3037"/>
            <a:chExt cx="8133" cy="1210"/>
          </a:xfrm>
        </p:grpSpPr>
        <p:sp>
          <p:nvSpPr>
            <p:cNvPr id="21" name="矩形 20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7310755" y="5043170"/>
            <a:ext cx="4489450" cy="768350"/>
            <a:chOff x="9739" y="3037"/>
            <a:chExt cx="8133" cy="1210"/>
          </a:xfrm>
        </p:grpSpPr>
        <p:sp>
          <p:nvSpPr>
            <p:cNvPr id="25" name="矩形 24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pic>
        <p:nvPicPr>
          <p:cNvPr id="17" name="圖片 16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群組 7"/>
          <p:cNvGrpSpPr/>
          <p:nvPr/>
        </p:nvGrpSpPr>
        <p:grpSpPr>
          <a:xfrm>
            <a:off x="455844" y="1789984"/>
            <a:ext cx="11280226" cy="3791688"/>
            <a:chOff x="1529" y="3338"/>
            <a:chExt cx="15649" cy="5027"/>
          </a:xfrm>
        </p:grpSpPr>
        <p:sp>
          <p:nvSpPr>
            <p:cNvPr id="2" name="任意多边形 37"/>
            <p:cNvSpPr/>
            <p:nvPr/>
          </p:nvSpPr>
          <p:spPr>
            <a:xfrm>
              <a:off x="6179" y="3572"/>
              <a:ext cx="1627" cy="542"/>
            </a:xfrm>
            <a:custGeom>
              <a:avLst/>
              <a:gdLst>
                <a:gd name="connsiteX0" fmla="*/ 1257300 w 1257300"/>
                <a:gd name="connsiteY0" fmla="*/ 419100 h 419100"/>
                <a:gd name="connsiteX1" fmla="*/ 838200 w 1257300"/>
                <a:gd name="connsiteY1" fmla="*/ 0 h 419100"/>
                <a:gd name="connsiteX2" fmla="*/ 0 w 1257300"/>
                <a:gd name="connsiteY2" fmla="*/ 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7300" h="419100">
                  <a:moveTo>
                    <a:pt x="1257300" y="419100"/>
                  </a:moveTo>
                  <a:lnTo>
                    <a:pt x="838200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5477D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7" name="任意多边形 38"/>
            <p:cNvSpPr/>
            <p:nvPr/>
          </p:nvSpPr>
          <p:spPr>
            <a:xfrm flipV="1">
              <a:off x="5627" y="7106"/>
              <a:ext cx="1627" cy="559"/>
            </a:xfrm>
            <a:custGeom>
              <a:avLst/>
              <a:gdLst>
                <a:gd name="connsiteX0" fmla="*/ 1257300 w 1257300"/>
                <a:gd name="connsiteY0" fmla="*/ 419100 h 419100"/>
                <a:gd name="connsiteX1" fmla="*/ 838200 w 1257300"/>
                <a:gd name="connsiteY1" fmla="*/ 0 h 419100"/>
                <a:gd name="connsiteX2" fmla="*/ 0 w 1257300"/>
                <a:gd name="connsiteY2" fmla="*/ 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7300" h="419100">
                  <a:moveTo>
                    <a:pt x="1257300" y="419100"/>
                  </a:moveTo>
                  <a:lnTo>
                    <a:pt x="838200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chemeClr val="tx1">
                  <a:lumMod val="85000"/>
                  <a:lumOff val="15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grpSp>
          <p:nvGrpSpPr>
            <p:cNvPr id="41" name="组合 40"/>
            <p:cNvGrpSpPr/>
            <p:nvPr/>
          </p:nvGrpSpPr>
          <p:grpSpPr bwMode="auto">
            <a:xfrm>
              <a:off x="7130" y="3523"/>
              <a:ext cx="4540" cy="4547"/>
              <a:chOff x="3462304" y="1609725"/>
              <a:chExt cx="2219395" cy="2222500"/>
            </a:xfrm>
          </p:grpSpPr>
          <p:sp>
            <p:nvSpPr>
              <p:cNvPr id="42" name="Freeform 31"/>
              <p:cNvSpPr/>
              <p:nvPr/>
            </p:nvSpPr>
            <p:spPr bwMode="auto">
              <a:xfrm>
                <a:off x="4597403" y="2746375"/>
                <a:ext cx="1084296" cy="1085850"/>
              </a:xfrm>
              <a:custGeom>
                <a:avLst/>
                <a:gdLst>
                  <a:gd name="T0" fmla="*/ 161 w 303"/>
                  <a:gd name="T1" fmla="*/ 0 h 303"/>
                  <a:gd name="T2" fmla="*/ 161 w 303"/>
                  <a:gd name="T3" fmla="*/ 0 h 303"/>
                  <a:gd name="T4" fmla="*/ 115 w 303"/>
                  <a:gd name="T5" fmla="*/ 113 h 303"/>
                  <a:gd name="T6" fmla="*/ 112 w 303"/>
                  <a:gd name="T7" fmla="*/ 116 h 303"/>
                  <a:gd name="T8" fmla="*/ 0 w 303"/>
                  <a:gd name="T9" fmla="*/ 161 h 303"/>
                  <a:gd name="T10" fmla="*/ 0 w 303"/>
                  <a:gd name="T11" fmla="*/ 161 h 303"/>
                  <a:gd name="T12" fmla="*/ 0 w 303"/>
                  <a:gd name="T13" fmla="*/ 303 h 303"/>
                  <a:gd name="T14" fmla="*/ 31 w 303"/>
                  <a:gd name="T15" fmla="*/ 303 h 303"/>
                  <a:gd name="T16" fmla="*/ 37 w 303"/>
                  <a:gd name="T17" fmla="*/ 298 h 303"/>
                  <a:gd name="T18" fmla="*/ 56 w 303"/>
                  <a:gd name="T19" fmla="*/ 248 h 303"/>
                  <a:gd name="T20" fmla="*/ 57 w 303"/>
                  <a:gd name="T21" fmla="*/ 248 h 303"/>
                  <a:gd name="T22" fmla="*/ 66 w 303"/>
                  <a:gd name="T23" fmla="*/ 244 h 303"/>
                  <a:gd name="T24" fmla="*/ 77 w 303"/>
                  <a:gd name="T25" fmla="*/ 242 h 303"/>
                  <a:gd name="T26" fmla="*/ 77 w 303"/>
                  <a:gd name="T27" fmla="*/ 242 h 303"/>
                  <a:gd name="T28" fmla="*/ 118 w 303"/>
                  <a:gd name="T29" fmla="*/ 276 h 303"/>
                  <a:gd name="T30" fmla="*/ 127 w 303"/>
                  <a:gd name="T31" fmla="*/ 277 h 303"/>
                  <a:gd name="T32" fmla="*/ 179 w 303"/>
                  <a:gd name="T33" fmla="*/ 246 h 303"/>
                  <a:gd name="T34" fmla="*/ 182 w 303"/>
                  <a:gd name="T35" fmla="*/ 239 h 303"/>
                  <a:gd name="T36" fmla="*/ 173 w 303"/>
                  <a:gd name="T37" fmla="*/ 186 h 303"/>
                  <a:gd name="T38" fmla="*/ 173 w 303"/>
                  <a:gd name="T39" fmla="*/ 186 h 303"/>
                  <a:gd name="T40" fmla="*/ 180 w 303"/>
                  <a:gd name="T41" fmla="*/ 178 h 303"/>
                  <a:gd name="T42" fmla="*/ 186 w 303"/>
                  <a:gd name="T43" fmla="*/ 173 h 303"/>
                  <a:gd name="T44" fmla="*/ 186 w 303"/>
                  <a:gd name="T45" fmla="*/ 173 h 303"/>
                  <a:gd name="T46" fmla="*/ 239 w 303"/>
                  <a:gd name="T47" fmla="*/ 182 h 303"/>
                  <a:gd name="T48" fmla="*/ 240 w 303"/>
                  <a:gd name="T49" fmla="*/ 182 h 303"/>
                  <a:gd name="T50" fmla="*/ 247 w 303"/>
                  <a:gd name="T51" fmla="*/ 179 h 303"/>
                  <a:gd name="T52" fmla="*/ 277 w 303"/>
                  <a:gd name="T53" fmla="*/ 126 h 303"/>
                  <a:gd name="T54" fmla="*/ 276 w 303"/>
                  <a:gd name="T55" fmla="*/ 118 h 303"/>
                  <a:gd name="T56" fmla="*/ 242 w 303"/>
                  <a:gd name="T57" fmla="*/ 77 h 303"/>
                  <a:gd name="T58" fmla="*/ 242 w 303"/>
                  <a:gd name="T59" fmla="*/ 76 h 303"/>
                  <a:gd name="T60" fmla="*/ 245 w 303"/>
                  <a:gd name="T61" fmla="*/ 66 h 303"/>
                  <a:gd name="T62" fmla="*/ 248 w 303"/>
                  <a:gd name="T63" fmla="*/ 56 h 303"/>
                  <a:gd name="T64" fmla="*/ 248 w 303"/>
                  <a:gd name="T65" fmla="*/ 56 h 303"/>
                  <a:gd name="T66" fmla="*/ 298 w 303"/>
                  <a:gd name="T67" fmla="*/ 37 h 303"/>
                  <a:gd name="T68" fmla="*/ 303 w 303"/>
                  <a:gd name="T69" fmla="*/ 30 h 303"/>
                  <a:gd name="T70" fmla="*/ 303 w 303"/>
                  <a:gd name="T71" fmla="*/ 0 h 303"/>
                  <a:gd name="T72" fmla="*/ 161 w 303"/>
                  <a:gd name="T7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03" h="303">
                    <a:moveTo>
                      <a:pt x="161" y="0"/>
                    </a:moveTo>
                    <a:cubicBezTo>
                      <a:pt x="161" y="0"/>
                      <a:pt x="161" y="0"/>
                      <a:pt x="161" y="0"/>
                    </a:cubicBezTo>
                    <a:cubicBezTo>
                      <a:pt x="161" y="42"/>
                      <a:pt x="145" y="83"/>
                      <a:pt x="115" y="113"/>
                    </a:cubicBezTo>
                    <a:cubicBezTo>
                      <a:pt x="112" y="116"/>
                      <a:pt x="112" y="116"/>
                      <a:pt x="112" y="116"/>
                    </a:cubicBezTo>
                    <a:cubicBezTo>
                      <a:pt x="82" y="145"/>
                      <a:pt x="42" y="161"/>
                      <a:pt x="0" y="161"/>
                    </a:cubicBezTo>
                    <a:cubicBezTo>
                      <a:pt x="0" y="161"/>
                      <a:pt x="0" y="161"/>
                      <a:pt x="0" y="161"/>
                    </a:cubicBezTo>
                    <a:cubicBezTo>
                      <a:pt x="0" y="303"/>
                      <a:pt x="0" y="303"/>
                      <a:pt x="0" y="303"/>
                    </a:cubicBezTo>
                    <a:cubicBezTo>
                      <a:pt x="31" y="303"/>
                      <a:pt x="31" y="303"/>
                      <a:pt x="31" y="303"/>
                    </a:cubicBezTo>
                    <a:cubicBezTo>
                      <a:pt x="33" y="303"/>
                      <a:pt x="36" y="301"/>
                      <a:pt x="37" y="298"/>
                    </a:cubicBezTo>
                    <a:cubicBezTo>
                      <a:pt x="56" y="248"/>
                      <a:pt x="56" y="248"/>
                      <a:pt x="56" y="248"/>
                    </a:cubicBezTo>
                    <a:cubicBezTo>
                      <a:pt x="56" y="248"/>
                      <a:pt x="56" y="248"/>
                      <a:pt x="57" y="248"/>
                    </a:cubicBezTo>
                    <a:cubicBezTo>
                      <a:pt x="66" y="244"/>
                      <a:pt x="66" y="244"/>
                      <a:pt x="66" y="244"/>
                    </a:cubicBezTo>
                    <a:cubicBezTo>
                      <a:pt x="77" y="242"/>
                      <a:pt x="77" y="242"/>
                      <a:pt x="77" y="242"/>
                    </a:cubicBezTo>
                    <a:cubicBezTo>
                      <a:pt x="77" y="242"/>
                      <a:pt x="77" y="242"/>
                      <a:pt x="77" y="242"/>
                    </a:cubicBezTo>
                    <a:cubicBezTo>
                      <a:pt x="118" y="276"/>
                      <a:pt x="118" y="276"/>
                      <a:pt x="118" y="276"/>
                    </a:cubicBezTo>
                    <a:cubicBezTo>
                      <a:pt x="121" y="278"/>
                      <a:pt x="124" y="278"/>
                      <a:pt x="127" y="277"/>
                    </a:cubicBezTo>
                    <a:cubicBezTo>
                      <a:pt x="179" y="246"/>
                      <a:pt x="179" y="246"/>
                      <a:pt x="179" y="246"/>
                    </a:cubicBezTo>
                    <a:cubicBezTo>
                      <a:pt x="181" y="245"/>
                      <a:pt x="183" y="242"/>
                      <a:pt x="182" y="239"/>
                    </a:cubicBezTo>
                    <a:cubicBezTo>
                      <a:pt x="173" y="186"/>
                      <a:pt x="173" y="186"/>
                      <a:pt x="173" y="186"/>
                    </a:cubicBezTo>
                    <a:cubicBezTo>
                      <a:pt x="173" y="186"/>
                      <a:pt x="173" y="186"/>
                      <a:pt x="173" y="186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186" y="173"/>
                      <a:pt x="186" y="173"/>
                      <a:pt x="186" y="173"/>
                    </a:cubicBezTo>
                    <a:cubicBezTo>
                      <a:pt x="186" y="173"/>
                      <a:pt x="186" y="173"/>
                      <a:pt x="186" y="173"/>
                    </a:cubicBezTo>
                    <a:cubicBezTo>
                      <a:pt x="239" y="182"/>
                      <a:pt x="239" y="182"/>
                      <a:pt x="239" y="182"/>
                    </a:cubicBezTo>
                    <a:cubicBezTo>
                      <a:pt x="240" y="182"/>
                      <a:pt x="240" y="182"/>
                      <a:pt x="240" y="182"/>
                    </a:cubicBezTo>
                    <a:cubicBezTo>
                      <a:pt x="243" y="182"/>
                      <a:pt x="245" y="181"/>
                      <a:pt x="247" y="179"/>
                    </a:cubicBezTo>
                    <a:cubicBezTo>
                      <a:pt x="277" y="126"/>
                      <a:pt x="277" y="126"/>
                      <a:pt x="277" y="126"/>
                    </a:cubicBezTo>
                    <a:cubicBezTo>
                      <a:pt x="279" y="124"/>
                      <a:pt x="278" y="120"/>
                      <a:pt x="276" y="118"/>
                    </a:cubicBezTo>
                    <a:cubicBezTo>
                      <a:pt x="242" y="77"/>
                      <a:pt x="242" y="77"/>
                      <a:pt x="242" y="77"/>
                    </a:cubicBezTo>
                    <a:cubicBezTo>
                      <a:pt x="242" y="77"/>
                      <a:pt x="242" y="76"/>
                      <a:pt x="242" y="76"/>
                    </a:cubicBezTo>
                    <a:cubicBezTo>
                      <a:pt x="245" y="66"/>
                      <a:pt x="245" y="66"/>
                      <a:pt x="245" y="66"/>
                    </a:cubicBezTo>
                    <a:cubicBezTo>
                      <a:pt x="248" y="56"/>
                      <a:pt x="248" y="56"/>
                      <a:pt x="248" y="56"/>
                    </a:cubicBezTo>
                    <a:cubicBezTo>
                      <a:pt x="248" y="56"/>
                      <a:pt x="248" y="56"/>
                      <a:pt x="248" y="56"/>
                    </a:cubicBezTo>
                    <a:cubicBezTo>
                      <a:pt x="298" y="37"/>
                      <a:pt x="298" y="37"/>
                      <a:pt x="298" y="37"/>
                    </a:cubicBezTo>
                    <a:cubicBezTo>
                      <a:pt x="301" y="36"/>
                      <a:pt x="303" y="33"/>
                      <a:pt x="303" y="30"/>
                    </a:cubicBezTo>
                    <a:cubicBezTo>
                      <a:pt x="303" y="0"/>
                      <a:pt x="303" y="0"/>
                      <a:pt x="303" y="0"/>
                    </a:cubicBez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003879"/>
              </a:solidFill>
              <a:ln w="63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080" b="1" noProof="1">
                  <a:ln w="6350">
                    <a:noFill/>
                  </a:ln>
                  <a:gradFill flip="none" rotWithShape="1">
                    <a:gsLst>
                      <a:gs pos="73000">
                        <a:srgbClr val="00C373"/>
                      </a:gs>
                      <a:gs pos="88000">
                        <a:srgbClr val="08ECDB"/>
                      </a:gs>
                      <a:gs pos="29000">
                        <a:srgbClr val="00C373"/>
                      </a:gs>
                      <a:gs pos="72000">
                        <a:srgbClr val="08ECDB"/>
                      </a:gs>
                    </a:gsLst>
                    <a:lin ang="1200000" scaled="0"/>
                    <a:tileRect/>
                  </a:gra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43" name="Freeform 32"/>
              <p:cNvSpPr/>
              <p:nvPr/>
            </p:nvSpPr>
            <p:spPr bwMode="auto">
              <a:xfrm>
                <a:off x="3462304" y="2746375"/>
                <a:ext cx="1084297" cy="1085850"/>
              </a:xfrm>
              <a:custGeom>
                <a:avLst/>
                <a:gdLst>
                  <a:gd name="T0" fmla="*/ 190 w 303"/>
                  <a:gd name="T1" fmla="*/ 115 h 303"/>
                  <a:gd name="T2" fmla="*/ 187 w 303"/>
                  <a:gd name="T3" fmla="*/ 111 h 303"/>
                  <a:gd name="T4" fmla="*/ 142 w 303"/>
                  <a:gd name="T5" fmla="*/ 0 h 303"/>
                  <a:gd name="T6" fmla="*/ 142 w 303"/>
                  <a:gd name="T7" fmla="*/ 0 h 303"/>
                  <a:gd name="T8" fmla="*/ 0 w 303"/>
                  <a:gd name="T9" fmla="*/ 0 h 303"/>
                  <a:gd name="T10" fmla="*/ 0 w 303"/>
                  <a:gd name="T11" fmla="*/ 30 h 303"/>
                  <a:gd name="T12" fmla="*/ 5 w 303"/>
                  <a:gd name="T13" fmla="*/ 37 h 303"/>
                  <a:gd name="T14" fmla="*/ 55 w 303"/>
                  <a:gd name="T15" fmla="*/ 56 h 303"/>
                  <a:gd name="T16" fmla="*/ 56 w 303"/>
                  <a:gd name="T17" fmla="*/ 56 h 303"/>
                  <a:gd name="T18" fmla="*/ 59 w 303"/>
                  <a:gd name="T19" fmla="*/ 66 h 303"/>
                  <a:gd name="T20" fmla="*/ 61 w 303"/>
                  <a:gd name="T21" fmla="*/ 76 h 303"/>
                  <a:gd name="T22" fmla="*/ 61 w 303"/>
                  <a:gd name="T23" fmla="*/ 77 h 303"/>
                  <a:gd name="T24" fmla="*/ 27 w 303"/>
                  <a:gd name="T25" fmla="*/ 118 h 303"/>
                  <a:gd name="T26" fmla="*/ 26 w 303"/>
                  <a:gd name="T27" fmla="*/ 126 h 303"/>
                  <a:gd name="T28" fmla="*/ 57 w 303"/>
                  <a:gd name="T29" fmla="*/ 179 h 303"/>
                  <a:gd name="T30" fmla="*/ 63 w 303"/>
                  <a:gd name="T31" fmla="*/ 182 h 303"/>
                  <a:gd name="T32" fmla="*/ 117 w 303"/>
                  <a:gd name="T33" fmla="*/ 173 h 303"/>
                  <a:gd name="T34" fmla="*/ 117 w 303"/>
                  <a:gd name="T35" fmla="*/ 173 h 303"/>
                  <a:gd name="T36" fmla="*/ 118 w 303"/>
                  <a:gd name="T37" fmla="*/ 173 h 303"/>
                  <a:gd name="T38" fmla="*/ 126 w 303"/>
                  <a:gd name="T39" fmla="*/ 180 h 303"/>
                  <a:gd name="T40" fmla="*/ 130 w 303"/>
                  <a:gd name="T41" fmla="*/ 186 h 303"/>
                  <a:gd name="T42" fmla="*/ 131 w 303"/>
                  <a:gd name="T43" fmla="*/ 186 h 303"/>
                  <a:gd name="T44" fmla="*/ 122 w 303"/>
                  <a:gd name="T45" fmla="*/ 239 h 303"/>
                  <a:gd name="T46" fmla="*/ 125 w 303"/>
                  <a:gd name="T47" fmla="*/ 246 h 303"/>
                  <a:gd name="T48" fmla="*/ 177 w 303"/>
                  <a:gd name="T49" fmla="*/ 277 h 303"/>
                  <a:gd name="T50" fmla="*/ 180 w 303"/>
                  <a:gd name="T51" fmla="*/ 278 h 303"/>
                  <a:gd name="T52" fmla="*/ 185 w 303"/>
                  <a:gd name="T53" fmla="*/ 276 h 303"/>
                  <a:gd name="T54" fmla="*/ 226 w 303"/>
                  <a:gd name="T55" fmla="*/ 243 h 303"/>
                  <a:gd name="T56" fmla="*/ 227 w 303"/>
                  <a:gd name="T57" fmla="*/ 242 h 303"/>
                  <a:gd name="T58" fmla="*/ 227 w 303"/>
                  <a:gd name="T59" fmla="*/ 242 h 303"/>
                  <a:gd name="T60" fmla="*/ 237 w 303"/>
                  <a:gd name="T61" fmla="*/ 244 h 303"/>
                  <a:gd name="T62" fmla="*/ 247 w 303"/>
                  <a:gd name="T63" fmla="*/ 248 h 303"/>
                  <a:gd name="T64" fmla="*/ 248 w 303"/>
                  <a:gd name="T65" fmla="*/ 248 h 303"/>
                  <a:gd name="T66" fmla="*/ 248 w 303"/>
                  <a:gd name="T67" fmla="*/ 248 h 303"/>
                  <a:gd name="T68" fmla="*/ 266 w 303"/>
                  <a:gd name="T69" fmla="*/ 298 h 303"/>
                  <a:gd name="T70" fmla="*/ 273 w 303"/>
                  <a:gd name="T71" fmla="*/ 303 h 303"/>
                  <a:gd name="T72" fmla="*/ 303 w 303"/>
                  <a:gd name="T73" fmla="*/ 303 h 303"/>
                  <a:gd name="T74" fmla="*/ 303 w 303"/>
                  <a:gd name="T75" fmla="*/ 161 h 303"/>
                  <a:gd name="T76" fmla="*/ 190 w 303"/>
                  <a:gd name="T77" fmla="*/ 115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3" h="303">
                    <a:moveTo>
                      <a:pt x="190" y="115"/>
                    </a:moveTo>
                    <a:cubicBezTo>
                      <a:pt x="187" y="111"/>
                      <a:pt x="187" y="111"/>
                      <a:pt x="187" y="111"/>
                    </a:cubicBezTo>
                    <a:cubicBezTo>
                      <a:pt x="158" y="81"/>
                      <a:pt x="142" y="4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3"/>
                      <a:pt x="2" y="36"/>
                      <a:pt x="5" y="37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5" y="56"/>
                      <a:pt x="55" y="56"/>
                      <a:pt x="56" y="56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61" y="76"/>
                      <a:pt x="61" y="76"/>
                      <a:pt x="61" y="76"/>
                    </a:cubicBezTo>
                    <a:cubicBezTo>
                      <a:pt x="61" y="76"/>
                      <a:pt x="61" y="77"/>
                      <a:pt x="61" y="77"/>
                    </a:cubicBezTo>
                    <a:cubicBezTo>
                      <a:pt x="27" y="118"/>
                      <a:pt x="27" y="118"/>
                      <a:pt x="27" y="118"/>
                    </a:cubicBezTo>
                    <a:cubicBezTo>
                      <a:pt x="25" y="120"/>
                      <a:pt x="25" y="124"/>
                      <a:pt x="26" y="126"/>
                    </a:cubicBezTo>
                    <a:cubicBezTo>
                      <a:pt x="57" y="179"/>
                      <a:pt x="57" y="179"/>
                      <a:pt x="57" y="179"/>
                    </a:cubicBezTo>
                    <a:cubicBezTo>
                      <a:pt x="58" y="181"/>
                      <a:pt x="60" y="182"/>
                      <a:pt x="63" y="182"/>
                    </a:cubicBezTo>
                    <a:cubicBezTo>
                      <a:pt x="117" y="173"/>
                      <a:pt x="117" y="173"/>
                      <a:pt x="117" y="173"/>
                    </a:cubicBezTo>
                    <a:cubicBezTo>
                      <a:pt x="117" y="173"/>
                      <a:pt x="117" y="173"/>
                      <a:pt x="117" y="173"/>
                    </a:cubicBezTo>
                    <a:cubicBezTo>
                      <a:pt x="117" y="173"/>
                      <a:pt x="117" y="173"/>
                      <a:pt x="118" y="173"/>
                    </a:cubicBezTo>
                    <a:cubicBezTo>
                      <a:pt x="126" y="180"/>
                      <a:pt x="126" y="180"/>
                      <a:pt x="126" y="180"/>
                    </a:cubicBezTo>
                    <a:cubicBezTo>
                      <a:pt x="130" y="186"/>
                      <a:pt x="130" y="186"/>
                      <a:pt x="130" y="186"/>
                    </a:cubicBezTo>
                    <a:cubicBezTo>
                      <a:pt x="131" y="186"/>
                      <a:pt x="131" y="186"/>
                      <a:pt x="131" y="186"/>
                    </a:cubicBezTo>
                    <a:cubicBezTo>
                      <a:pt x="122" y="239"/>
                      <a:pt x="122" y="239"/>
                      <a:pt x="122" y="239"/>
                    </a:cubicBezTo>
                    <a:cubicBezTo>
                      <a:pt x="121" y="242"/>
                      <a:pt x="122" y="245"/>
                      <a:pt x="125" y="246"/>
                    </a:cubicBezTo>
                    <a:cubicBezTo>
                      <a:pt x="177" y="277"/>
                      <a:pt x="177" y="277"/>
                      <a:pt x="177" y="277"/>
                    </a:cubicBezTo>
                    <a:cubicBezTo>
                      <a:pt x="178" y="277"/>
                      <a:pt x="179" y="278"/>
                      <a:pt x="180" y="278"/>
                    </a:cubicBezTo>
                    <a:cubicBezTo>
                      <a:pt x="181" y="278"/>
                      <a:pt x="183" y="278"/>
                      <a:pt x="185" y="276"/>
                    </a:cubicBezTo>
                    <a:cubicBezTo>
                      <a:pt x="226" y="243"/>
                      <a:pt x="226" y="243"/>
                      <a:pt x="226" y="243"/>
                    </a:cubicBezTo>
                    <a:cubicBezTo>
                      <a:pt x="227" y="242"/>
                      <a:pt x="227" y="242"/>
                      <a:pt x="227" y="242"/>
                    </a:cubicBezTo>
                    <a:cubicBezTo>
                      <a:pt x="227" y="242"/>
                      <a:pt x="227" y="242"/>
                      <a:pt x="227" y="242"/>
                    </a:cubicBezTo>
                    <a:cubicBezTo>
                      <a:pt x="237" y="244"/>
                      <a:pt x="237" y="244"/>
                      <a:pt x="237" y="244"/>
                    </a:cubicBezTo>
                    <a:cubicBezTo>
                      <a:pt x="247" y="248"/>
                      <a:pt x="247" y="248"/>
                      <a:pt x="247" y="248"/>
                    </a:cubicBezTo>
                    <a:cubicBezTo>
                      <a:pt x="248" y="248"/>
                      <a:pt x="248" y="248"/>
                      <a:pt x="248" y="248"/>
                    </a:cubicBezTo>
                    <a:cubicBezTo>
                      <a:pt x="248" y="248"/>
                      <a:pt x="248" y="248"/>
                      <a:pt x="248" y="248"/>
                    </a:cubicBezTo>
                    <a:cubicBezTo>
                      <a:pt x="266" y="298"/>
                      <a:pt x="266" y="298"/>
                      <a:pt x="266" y="298"/>
                    </a:cubicBezTo>
                    <a:cubicBezTo>
                      <a:pt x="267" y="301"/>
                      <a:pt x="270" y="303"/>
                      <a:pt x="273" y="303"/>
                    </a:cubicBezTo>
                    <a:cubicBezTo>
                      <a:pt x="303" y="303"/>
                      <a:pt x="303" y="303"/>
                      <a:pt x="303" y="303"/>
                    </a:cubicBezTo>
                    <a:cubicBezTo>
                      <a:pt x="303" y="161"/>
                      <a:pt x="303" y="161"/>
                      <a:pt x="303" y="161"/>
                    </a:cubicBezTo>
                    <a:cubicBezTo>
                      <a:pt x="261" y="161"/>
                      <a:pt x="221" y="145"/>
                      <a:pt x="190" y="115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080" b="1" noProof="1">
                  <a:ln w="6350">
                    <a:noFill/>
                  </a:ln>
                  <a:gradFill flip="none" rotWithShape="1">
                    <a:gsLst>
                      <a:gs pos="73000">
                        <a:srgbClr val="00C373"/>
                      </a:gs>
                      <a:gs pos="88000">
                        <a:srgbClr val="08ECDB"/>
                      </a:gs>
                      <a:gs pos="29000">
                        <a:srgbClr val="00C373"/>
                      </a:gs>
                      <a:gs pos="72000">
                        <a:srgbClr val="08ECDB"/>
                      </a:gs>
                    </a:gsLst>
                    <a:lin ang="1200000" scaled="0"/>
                    <a:tileRect/>
                  </a:gra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44" name="Freeform 33"/>
              <p:cNvSpPr/>
              <p:nvPr/>
            </p:nvSpPr>
            <p:spPr bwMode="auto">
              <a:xfrm>
                <a:off x="3462304" y="1609725"/>
                <a:ext cx="1084297" cy="1085850"/>
              </a:xfrm>
              <a:custGeom>
                <a:avLst/>
                <a:gdLst>
                  <a:gd name="T0" fmla="*/ 188 w 303"/>
                  <a:gd name="T1" fmla="*/ 190 h 303"/>
                  <a:gd name="T2" fmla="*/ 192 w 303"/>
                  <a:gd name="T3" fmla="*/ 186 h 303"/>
                  <a:gd name="T4" fmla="*/ 192 w 303"/>
                  <a:gd name="T5" fmla="*/ 186 h 303"/>
                  <a:gd name="T6" fmla="*/ 303 w 303"/>
                  <a:gd name="T7" fmla="*/ 142 h 303"/>
                  <a:gd name="T8" fmla="*/ 303 w 303"/>
                  <a:gd name="T9" fmla="*/ 142 h 303"/>
                  <a:gd name="T10" fmla="*/ 303 w 303"/>
                  <a:gd name="T11" fmla="*/ 0 h 303"/>
                  <a:gd name="T12" fmla="*/ 273 w 303"/>
                  <a:gd name="T13" fmla="*/ 0 h 303"/>
                  <a:gd name="T14" fmla="*/ 266 w 303"/>
                  <a:gd name="T15" fmla="*/ 5 h 303"/>
                  <a:gd name="T16" fmla="*/ 247 w 303"/>
                  <a:gd name="T17" fmla="*/ 55 h 303"/>
                  <a:gd name="T18" fmla="*/ 247 w 303"/>
                  <a:gd name="T19" fmla="*/ 55 h 303"/>
                  <a:gd name="T20" fmla="*/ 237 w 303"/>
                  <a:gd name="T21" fmla="*/ 58 h 303"/>
                  <a:gd name="T22" fmla="*/ 227 w 303"/>
                  <a:gd name="T23" fmla="*/ 61 h 303"/>
                  <a:gd name="T24" fmla="*/ 226 w 303"/>
                  <a:gd name="T25" fmla="*/ 61 h 303"/>
                  <a:gd name="T26" fmla="*/ 185 w 303"/>
                  <a:gd name="T27" fmla="*/ 27 h 303"/>
                  <a:gd name="T28" fmla="*/ 176 w 303"/>
                  <a:gd name="T29" fmla="*/ 26 h 303"/>
                  <a:gd name="T30" fmla="*/ 124 w 303"/>
                  <a:gd name="T31" fmla="*/ 56 h 303"/>
                  <a:gd name="T32" fmla="*/ 121 w 303"/>
                  <a:gd name="T33" fmla="*/ 64 h 303"/>
                  <a:gd name="T34" fmla="*/ 130 w 303"/>
                  <a:gd name="T35" fmla="*/ 117 h 303"/>
                  <a:gd name="T36" fmla="*/ 130 w 303"/>
                  <a:gd name="T37" fmla="*/ 117 h 303"/>
                  <a:gd name="T38" fmla="*/ 122 w 303"/>
                  <a:gd name="T39" fmla="*/ 126 h 303"/>
                  <a:gd name="T40" fmla="*/ 118 w 303"/>
                  <a:gd name="T41" fmla="*/ 130 h 303"/>
                  <a:gd name="T42" fmla="*/ 117 w 303"/>
                  <a:gd name="T43" fmla="*/ 130 h 303"/>
                  <a:gd name="T44" fmla="*/ 64 w 303"/>
                  <a:gd name="T45" fmla="*/ 121 h 303"/>
                  <a:gd name="T46" fmla="*/ 63 w 303"/>
                  <a:gd name="T47" fmla="*/ 121 h 303"/>
                  <a:gd name="T48" fmla="*/ 57 w 303"/>
                  <a:gd name="T49" fmla="*/ 125 h 303"/>
                  <a:gd name="T50" fmla="*/ 26 w 303"/>
                  <a:gd name="T51" fmla="*/ 177 h 303"/>
                  <a:gd name="T52" fmla="*/ 27 w 303"/>
                  <a:gd name="T53" fmla="*/ 185 h 303"/>
                  <a:gd name="T54" fmla="*/ 61 w 303"/>
                  <a:gd name="T55" fmla="*/ 226 h 303"/>
                  <a:gd name="T56" fmla="*/ 61 w 303"/>
                  <a:gd name="T57" fmla="*/ 227 h 303"/>
                  <a:gd name="T58" fmla="*/ 59 w 303"/>
                  <a:gd name="T59" fmla="*/ 237 h 303"/>
                  <a:gd name="T60" fmla="*/ 56 w 303"/>
                  <a:gd name="T61" fmla="*/ 247 h 303"/>
                  <a:gd name="T62" fmla="*/ 55 w 303"/>
                  <a:gd name="T63" fmla="*/ 247 h 303"/>
                  <a:gd name="T64" fmla="*/ 5 w 303"/>
                  <a:gd name="T65" fmla="*/ 266 h 303"/>
                  <a:gd name="T66" fmla="*/ 0 w 303"/>
                  <a:gd name="T67" fmla="*/ 273 h 303"/>
                  <a:gd name="T68" fmla="*/ 0 w 303"/>
                  <a:gd name="T69" fmla="*/ 303 h 303"/>
                  <a:gd name="T70" fmla="*/ 142 w 303"/>
                  <a:gd name="T71" fmla="*/ 303 h 303"/>
                  <a:gd name="T72" fmla="*/ 188 w 303"/>
                  <a:gd name="T73" fmla="*/ 19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03" h="303">
                    <a:moveTo>
                      <a:pt x="188" y="190"/>
                    </a:moveTo>
                    <a:cubicBezTo>
                      <a:pt x="192" y="186"/>
                      <a:pt x="192" y="186"/>
                      <a:pt x="192" y="186"/>
                    </a:cubicBezTo>
                    <a:cubicBezTo>
                      <a:pt x="192" y="186"/>
                      <a:pt x="192" y="186"/>
                      <a:pt x="192" y="186"/>
                    </a:cubicBezTo>
                    <a:cubicBezTo>
                      <a:pt x="222" y="157"/>
                      <a:pt x="262" y="142"/>
                      <a:pt x="303" y="142"/>
                    </a:cubicBezTo>
                    <a:cubicBezTo>
                      <a:pt x="303" y="142"/>
                      <a:pt x="303" y="142"/>
                      <a:pt x="303" y="142"/>
                    </a:cubicBezTo>
                    <a:cubicBezTo>
                      <a:pt x="303" y="0"/>
                      <a:pt x="303" y="0"/>
                      <a:pt x="30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0" y="0"/>
                      <a:pt x="267" y="2"/>
                      <a:pt x="266" y="5"/>
                    </a:cubicBezTo>
                    <a:cubicBezTo>
                      <a:pt x="247" y="55"/>
                      <a:pt x="247" y="55"/>
                      <a:pt x="247" y="55"/>
                    </a:cubicBezTo>
                    <a:cubicBezTo>
                      <a:pt x="247" y="55"/>
                      <a:pt x="247" y="55"/>
                      <a:pt x="247" y="55"/>
                    </a:cubicBezTo>
                    <a:cubicBezTo>
                      <a:pt x="237" y="58"/>
                      <a:pt x="237" y="58"/>
                      <a:pt x="237" y="58"/>
                    </a:cubicBezTo>
                    <a:cubicBezTo>
                      <a:pt x="227" y="61"/>
                      <a:pt x="227" y="61"/>
                      <a:pt x="227" y="61"/>
                    </a:cubicBezTo>
                    <a:cubicBezTo>
                      <a:pt x="227" y="61"/>
                      <a:pt x="226" y="61"/>
                      <a:pt x="226" y="61"/>
                    </a:cubicBezTo>
                    <a:cubicBezTo>
                      <a:pt x="185" y="27"/>
                      <a:pt x="185" y="27"/>
                      <a:pt x="185" y="27"/>
                    </a:cubicBezTo>
                    <a:cubicBezTo>
                      <a:pt x="183" y="25"/>
                      <a:pt x="179" y="24"/>
                      <a:pt x="176" y="26"/>
                    </a:cubicBezTo>
                    <a:cubicBezTo>
                      <a:pt x="124" y="56"/>
                      <a:pt x="124" y="56"/>
                      <a:pt x="124" y="56"/>
                    </a:cubicBezTo>
                    <a:cubicBezTo>
                      <a:pt x="122" y="58"/>
                      <a:pt x="120" y="61"/>
                      <a:pt x="121" y="64"/>
                    </a:cubicBezTo>
                    <a:cubicBezTo>
                      <a:pt x="130" y="117"/>
                      <a:pt x="130" y="117"/>
                      <a:pt x="130" y="117"/>
                    </a:cubicBezTo>
                    <a:cubicBezTo>
                      <a:pt x="130" y="117"/>
                      <a:pt x="130" y="117"/>
                      <a:pt x="130" y="117"/>
                    </a:cubicBezTo>
                    <a:cubicBezTo>
                      <a:pt x="122" y="126"/>
                      <a:pt x="122" y="126"/>
                      <a:pt x="122" y="126"/>
                    </a:cubicBezTo>
                    <a:cubicBezTo>
                      <a:pt x="118" y="130"/>
                      <a:pt x="118" y="130"/>
                      <a:pt x="118" y="13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64" y="121"/>
                      <a:pt x="64" y="121"/>
                      <a:pt x="64" y="121"/>
                    </a:cubicBezTo>
                    <a:cubicBezTo>
                      <a:pt x="63" y="121"/>
                      <a:pt x="63" y="121"/>
                      <a:pt x="63" y="121"/>
                    </a:cubicBezTo>
                    <a:cubicBezTo>
                      <a:pt x="60" y="121"/>
                      <a:pt x="58" y="122"/>
                      <a:pt x="57" y="125"/>
                    </a:cubicBezTo>
                    <a:cubicBezTo>
                      <a:pt x="26" y="177"/>
                      <a:pt x="26" y="177"/>
                      <a:pt x="26" y="177"/>
                    </a:cubicBezTo>
                    <a:cubicBezTo>
                      <a:pt x="25" y="179"/>
                      <a:pt x="25" y="183"/>
                      <a:pt x="27" y="185"/>
                    </a:cubicBezTo>
                    <a:cubicBezTo>
                      <a:pt x="61" y="226"/>
                      <a:pt x="61" y="226"/>
                      <a:pt x="61" y="226"/>
                    </a:cubicBezTo>
                    <a:cubicBezTo>
                      <a:pt x="61" y="226"/>
                      <a:pt x="61" y="227"/>
                      <a:pt x="61" y="227"/>
                    </a:cubicBezTo>
                    <a:cubicBezTo>
                      <a:pt x="59" y="237"/>
                      <a:pt x="59" y="237"/>
                      <a:pt x="59" y="237"/>
                    </a:cubicBezTo>
                    <a:cubicBezTo>
                      <a:pt x="56" y="247"/>
                      <a:pt x="56" y="247"/>
                      <a:pt x="56" y="247"/>
                    </a:cubicBezTo>
                    <a:cubicBezTo>
                      <a:pt x="55" y="247"/>
                      <a:pt x="55" y="247"/>
                      <a:pt x="55" y="247"/>
                    </a:cubicBezTo>
                    <a:cubicBezTo>
                      <a:pt x="5" y="266"/>
                      <a:pt x="5" y="266"/>
                      <a:pt x="5" y="266"/>
                    </a:cubicBezTo>
                    <a:cubicBezTo>
                      <a:pt x="2" y="267"/>
                      <a:pt x="0" y="270"/>
                      <a:pt x="0" y="273"/>
                    </a:cubicBezTo>
                    <a:cubicBezTo>
                      <a:pt x="0" y="303"/>
                      <a:pt x="0" y="303"/>
                      <a:pt x="0" y="303"/>
                    </a:cubicBezTo>
                    <a:cubicBezTo>
                      <a:pt x="142" y="303"/>
                      <a:pt x="142" y="303"/>
                      <a:pt x="142" y="303"/>
                    </a:cubicBezTo>
                    <a:cubicBezTo>
                      <a:pt x="142" y="260"/>
                      <a:pt x="158" y="220"/>
                      <a:pt x="188" y="190"/>
                    </a:cubicBezTo>
                    <a:close/>
                  </a:path>
                </a:pathLst>
              </a:custGeom>
              <a:solidFill>
                <a:srgbClr val="003879"/>
              </a:solidFill>
              <a:ln w="63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080" b="1" noProof="1">
                  <a:ln w="6350">
                    <a:noFill/>
                  </a:ln>
                  <a:gradFill flip="none" rotWithShape="1">
                    <a:gsLst>
                      <a:gs pos="73000">
                        <a:srgbClr val="00C373"/>
                      </a:gs>
                      <a:gs pos="88000">
                        <a:srgbClr val="08ECDB"/>
                      </a:gs>
                      <a:gs pos="29000">
                        <a:srgbClr val="00C373"/>
                      </a:gs>
                      <a:gs pos="72000">
                        <a:srgbClr val="08ECDB"/>
                      </a:gs>
                    </a:gsLst>
                    <a:lin ang="1200000" scaled="0"/>
                    <a:tileRect/>
                  </a:gra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Microsoft YaHei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4597403" y="1609725"/>
                <a:ext cx="1084296" cy="1085850"/>
              </a:xfrm>
              <a:custGeom>
                <a:avLst/>
                <a:gdLst>
                  <a:gd name="T0" fmla="*/ 113 w 303"/>
                  <a:gd name="T1" fmla="*/ 188 h 303"/>
                  <a:gd name="T2" fmla="*/ 114 w 303"/>
                  <a:gd name="T3" fmla="*/ 189 h 303"/>
                  <a:gd name="T4" fmla="*/ 116 w 303"/>
                  <a:gd name="T5" fmla="*/ 191 h 303"/>
                  <a:gd name="T6" fmla="*/ 161 w 303"/>
                  <a:gd name="T7" fmla="*/ 303 h 303"/>
                  <a:gd name="T8" fmla="*/ 303 w 303"/>
                  <a:gd name="T9" fmla="*/ 303 h 303"/>
                  <a:gd name="T10" fmla="*/ 303 w 303"/>
                  <a:gd name="T11" fmla="*/ 273 h 303"/>
                  <a:gd name="T12" fmla="*/ 298 w 303"/>
                  <a:gd name="T13" fmla="*/ 266 h 303"/>
                  <a:gd name="T14" fmla="*/ 248 w 303"/>
                  <a:gd name="T15" fmla="*/ 247 h 303"/>
                  <a:gd name="T16" fmla="*/ 248 w 303"/>
                  <a:gd name="T17" fmla="*/ 247 h 303"/>
                  <a:gd name="T18" fmla="*/ 245 w 303"/>
                  <a:gd name="T19" fmla="*/ 237 h 303"/>
                  <a:gd name="T20" fmla="*/ 242 w 303"/>
                  <a:gd name="T21" fmla="*/ 227 h 303"/>
                  <a:gd name="T22" fmla="*/ 242 w 303"/>
                  <a:gd name="T23" fmla="*/ 226 h 303"/>
                  <a:gd name="T24" fmla="*/ 276 w 303"/>
                  <a:gd name="T25" fmla="*/ 185 h 303"/>
                  <a:gd name="T26" fmla="*/ 277 w 303"/>
                  <a:gd name="T27" fmla="*/ 177 h 303"/>
                  <a:gd name="T28" fmla="*/ 247 w 303"/>
                  <a:gd name="T29" fmla="*/ 125 h 303"/>
                  <a:gd name="T30" fmla="*/ 240 w 303"/>
                  <a:gd name="T31" fmla="*/ 121 h 303"/>
                  <a:gd name="T32" fmla="*/ 186 w 303"/>
                  <a:gd name="T33" fmla="*/ 130 h 303"/>
                  <a:gd name="T34" fmla="*/ 186 w 303"/>
                  <a:gd name="T35" fmla="*/ 130 h 303"/>
                  <a:gd name="T36" fmla="*/ 179 w 303"/>
                  <a:gd name="T37" fmla="*/ 124 h 303"/>
                  <a:gd name="T38" fmla="*/ 173 w 303"/>
                  <a:gd name="T39" fmla="*/ 117 h 303"/>
                  <a:gd name="T40" fmla="*/ 173 w 303"/>
                  <a:gd name="T41" fmla="*/ 117 h 303"/>
                  <a:gd name="T42" fmla="*/ 173 w 303"/>
                  <a:gd name="T43" fmla="*/ 117 h 303"/>
                  <a:gd name="T44" fmla="*/ 182 w 303"/>
                  <a:gd name="T45" fmla="*/ 64 h 303"/>
                  <a:gd name="T46" fmla="*/ 178 w 303"/>
                  <a:gd name="T47" fmla="*/ 56 h 303"/>
                  <a:gd name="T48" fmla="*/ 126 w 303"/>
                  <a:gd name="T49" fmla="*/ 26 h 303"/>
                  <a:gd name="T50" fmla="*/ 123 w 303"/>
                  <a:gd name="T51" fmla="*/ 25 h 303"/>
                  <a:gd name="T52" fmla="*/ 118 w 303"/>
                  <a:gd name="T53" fmla="*/ 27 h 303"/>
                  <a:gd name="T54" fmla="*/ 77 w 303"/>
                  <a:gd name="T55" fmla="*/ 60 h 303"/>
                  <a:gd name="T56" fmla="*/ 77 w 303"/>
                  <a:gd name="T57" fmla="*/ 61 h 303"/>
                  <a:gd name="T58" fmla="*/ 76 w 303"/>
                  <a:gd name="T59" fmla="*/ 61 h 303"/>
                  <a:gd name="T60" fmla="*/ 66 w 303"/>
                  <a:gd name="T61" fmla="*/ 58 h 303"/>
                  <a:gd name="T62" fmla="*/ 56 w 303"/>
                  <a:gd name="T63" fmla="*/ 55 h 303"/>
                  <a:gd name="T64" fmla="*/ 56 w 303"/>
                  <a:gd name="T65" fmla="*/ 55 h 303"/>
                  <a:gd name="T66" fmla="*/ 37 w 303"/>
                  <a:gd name="T67" fmla="*/ 5 h 303"/>
                  <a:gd name="T68" fmla="*/ 30 w 303"/>
                  <a:gd name="T69" fmla="*/ 0 h 303"/>
                  <a:gd name="T70" fmla="*/ 0 w 303"/>
                  <a:gd name="T71" fmla="*/ 0 h 303"/>
                  <a:gd name="T72" fmla="*/ 0 w 303"/>
                  <a:gd name="T73" fmla="*/ 142 h 303"/>
                  <a:gd name="T74" fmla="*/ 113 w 303"/>
                  <a:gd name="T75" fmla="*/ 188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3" h="303">
                    <a:moveTo>
                      <a:pt x="113" y="188"/>
                    </a:moveTo>
                    <a:cubicBezTo>
                      <a:pt x="114" y="189"/>
                      <a:pt x="114" y="189"/>
                      <a:pt x="114" y="189"/>
                    </a:cubicBezTo>
                    <a:cubicBezTo>
                      <a:pt x="116" y="191"/>
                      <a:pt x="116" y="191"/>
                      <a:pt x="116" y="191"/>
                    </a:cubicBezTo>
                    <a:cubicBezTo>
                      <a:pt x="145" y="221"/>
                      <a:pt x="161" y="261"/>
                      <a:pt x="161" y="303"/>
                    </a:cubicBezTo>
                    <a:cubicBezTo>
                      <a:pt x="303" y="303"/>
                      <a:pt x="303" y="303"/>
                      <a:pt x="303" y="303"/>
                    </a:cubicBezTo>
                    <a:cubicBezTo>
                      <a:pt x="303" y="273"/>
                      <a:pt x="303" y="273"/>
                      <a:pt x="303" y="273"/>
                    </a:cubicBezTo>
                    <a:cubicBezTo>
                      <a:pt x="303" y="270"/>
                      <a:pt x="301" y="267"/>
                      <a:pt x="298" y="266"/>
                    </a:cubicBezTo>
                    <a:cubicBezTo>
                      <a:pt x="248" y="247"/>
                      <a:pt x="248" y="247"/>
                      <a:pt x="248" y="247"/>
                    </a:cubicBezTo>
                    <a:cubicBezTo>
                      <a:pt x="248" y="247"/>
                      <a:pt x="248" y="247"/>
                      <a:pt x="248" y="247"/>
                    </a:cubicBezTo>
                    <a:cubicBezTo>
                      <a:pt x="245" y="237"/>
                      <a:pt x="245" y="237"/>
                      <a:pt x="245" y="237"/>
                    </a:cubicBezTo>
                    <a:cubicBezTo>
                      <a:pt x="242" y="227"/>
                      <a:pt x="242" y="227"/>
                      <a:pt x="242" y="227"/>
                    </a:cubicBezTo>
                    <a:cubicBezTo>
                      <a:pt x="242" y="227"/>
                      <a:pt x="242" y="226"/>
                      <a:pt x="242" y="226"/>
                    </a:cubicBezTo>
                    <a:cubicBezTo>
                      <a:pt x="276" y="185"/>
                      <a:pt x="276" y="185"/>
                      <a:pt x="276" y="185"/>
                    </a:cubicBezTo>
                    <a:cubicBezTo>
                      <a:pt x="278" y="183"/>
                      <a:pt x="279" y="179"/>
                      <a:pt x="277" y="177"/>
                    </a:cubicBezTo>
                    <a:cubicBezTo>
                      <a:pt x="247" y="125"/>
                      <a:pt x="247" y="125"/>
                      <a:pt x="247" y="125"/>
                    </a:cubicBezTo>
                    <a:cubicBezTo>
                      <a:pt x="245" y="122"/>
                      <a:pt x="243" y="121"/>
                      <a:pt x="240" y="121"/>
                    </a:cubicBezTo>
                    <a:cubicBezTo>
                      <a:pt x="186" y="130"/>
                      <a:pt x="186" y="130"/>
                      <a:pt x="186" y="130"/>
                    </a:cubicBezTo>
                    <a:cubicBezTo>
                      <a:pt x="186" y="130"/>
                      <a:pt x="186" y="130"/>
                      <a:pt x="186" y="130"/>
                    </a:cubicBezTo>
                    <a:cubicBezTo>
                      <a:pt x="179" y="124"/>
                      <a:pt x="179" y="124"/>
                      <a:pt x="179" y="124"/>
                    </a:cubicBezTo>
                    <a:cubicBezTo>
                      <a:pt x="173" y="117"/>
                      <a:pt x="173" y="117"/>
                      <a:pt x="173" y="117"/>
                    </a:cubicBezTo>
                    <a:cubicBezTo>
                      <a:pt x="173" y="117"/>
                      <a:pt x="173" y="117"/>
                      <a:pt x="173" y="117"/>
                    </a:cubicBezTo>
                    <a:cubicBezTo>
                      <a:pt x="173" y="117"/>
                      <a:pt x="173" y="117"/>
                      <a:pt x="173" y="117"/>
                    </a:cubicBezTo>
                    <a:cubicBezTo>
                      <a:pt x="182" y="64"/>
                      <a:pt x="182" y="64"/>
                      <a:pt x="182" y="64"/>
                    </a:cubicBezTo>
                    <a:cubicBezTo>
                      <a:pt x="182" y="61"/>
                      <a:pt x="181" y="58"/>
                      <a:pt x="178" y="56"/>
                    </a:cubicBezTo>
                    <a:cubicBezTo>
                      <a:pt x="126" y="26"/>
                      <a:pt x="126" y="26"/>
                      <a:pt x="126" y="26"/>
                    </a:cubicBezTo>
                    <a:cubicBezTo>
                      <a:pt x="125" y="25"/>
                      <a:pt x="124" y="25"/>
                      <a:pt x="123" y="25"/>
                    </a:cubicBezTo>
                    <a:cubicBezTo>
                      <a:pt x="122" y="25"/>
                      <a:pt x="120" y="25"/>
                      <a:pt x="118" y="27"/>
                    </a:cubicBezTo>
                    <a:cubicBezTo>
                      <a:pt x="77" y="60"/>
                      <a:pt x="77" y="60"/>
                      <a:pt x="77" y="60"/>
                    </a:cubicBezTo>
                    <a:cubicBezTo>
                      <a:pt x="77" y="61"/>
                      <a:pt x="77" y="61"/>
                      <a:pt x="77" y="61"/>
                    </a:cubicBezTo>
                    <a:cubicBezTo>
                      <a:pt x="76" y="61"/>
                      <a:pt x="76" y="61"/>
                      <a:pt x="76" y="61"/>
                    </a:cubicBezTo>
                    <a:cubicBezTo>
                      <a:pt x="66" y="58"/>
                      <a:pt x="66" y="58"/>
                      <a:pt x="66" y="58"/>
                    </a:cubicBezTo>
                    <a:cubicBezTo>
                      <a:pt x="56" y="55"/>
                      <a:pt x="56" y="55"/>
                      <a:pt x="56" y="55"/>
                    </a:cubicBezTo>
                    <a:cubicBezTo>
                      <a:pt x="56" y="55"/>
                      <a:pt x="56" y="55"/>
                      <a:pt x="56" y="5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2"/>
                      <a:pt x="33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43" y="142"/>
                      <a:pt x="83" y="158"/>
                      <a:pt x="113" y="18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080" b="1" noProof="1">
                  <a:ln w="6350">
                    <a:noFill/>
                  </a:ln>
                  <a:solidFill>
                    <a:schemeClr val="bg1"/>
                  </a:solidFill>
                  <a:effectLst>
                    <a:innerShdw blurRad="63500" dist="50800" dir="16200000">
                      <a:prstClr val="black">
                        <a:alpha val="50000"/>
                      </a:prstClr>
                    </a:innerShdw>
                  </a:effectLst>
                  <a:latin typeface="Impact" panose="020B0806030902050204" pitchFamily="34" charset="0"/>
                  <a:ea typeface="Microsoft YaHei" charset="-122"/>
                </a:endParaRPr>
              </a:p>
            </p:txBody>
          </p:sp>
        </p:grpSp>
        <p:sp>
          <p:nvSpPr>
            <p:cNvPr id="74" name="任意多边形 73"/>
            <p:cNvSpPr/>
            <p:nvPr/>
          </p:nvSpPr>
          <p:spPr>
            <a:xfrm flipH="1">
              <a:off x="11063" y="3572"/>
              <a:ext cx="1656" cy="542"/>
            </a:xfrm>
            <a:custGeom>
              <a:avLst/>
              <a:gdLst>
                <a:gd name="connsiteX0" fmla="*/ 1257300 w 1257300"/>
                <a:gd name="connsiteY0" fmla="*/ 419100 h 419100"/>
                <a:gd name="connsiteX1" fmla="*/ 838200 w 1257300"/>
                <a:gd name="connsiteY1" fmla="*/ 0 h 419100"/>
                <a:gd name="connsiteX2" fmla="*/ 0 w 1257300"/>
                <a:gd name="connsiteY2" fmla="*/ 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7300" h="419100">
                  <a:moveTo>
                    <a:pt x="1257300" y="419100"/>
                  </a:moveTo>
                  <a:lnTo>
                    <a:pt x="838200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chemeClr val="tx1">
                  <a:lumMod val="85000"/>
                  <a:lumOff val="15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75" name="任意多边形 74"/>
            <p:cNvSpPr/>
            <p:nvPr/>
          </p:nvSpPr>
          <p:spPr>
            <a:xfrm flipH="1" flipV="1">
              <a:off x="11583" y="7106"/>
              <a:ext cx="1643" cy="539"/>
            </a:xfrm>
            <a:custGeom>
              <a:avLst/>
              <a:gdLst>
                <a:gd name="connsiteX0" fmla="*/ 1257300 w 1257300"/>
                <a:gd name="connsiteY0" fmla="*/ 419100 h 419100"/>
                <a:gd name="connsiteX1" fmla="*/ 838200 w 1257300"/>
                <a:gd name="connsiteY1" fmla="*/ 0 h 419100"/>
                <a:gd name="connsiteX2" fmla="*/ 0 w 1257300"/>
                <a:gd name="connsiteY2" fmla="*/ 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7300" h="419100">
                  <a:moveTo>
                    <a:pt x="1257300" y="419100"/>
                  </a:moveTo>
                  <a:lnTo>
                    <a:pt x="838200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5477D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76" name="Rectangle 66"/>
            <p:cNvSpPr>
              <a:spLocks noChangeArrowheads="1"/>
            </p:cNvSpPr>
            <p:nvPr/>
          </p:nvSpPr>
          <p:spPr bwMode="auto">
            <a:xfrm>
              <a:off x="12933" y="4014"/>
              <a:ext cx="372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egular" panose="020B0604020202090204" charset="0"/>
                  <a:ea typeface="Microsoft YaHei" charset="-122"/>
                  <a:cs typeface="Arial Regular" panose="020B0604020202090204" charset="0"/>
                  <a:sym typeface="+mn-ea"/>
                </a:rPr>
                <a:t>Text</a:t>
              </a:r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12934" y="3338"/>
              <a:ext cx="2153" cy="50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r>
                <a:rPr lang="en-US" altLang="zh-CN" b="1">
                  <a:ln w="6350">
                    <a:noFill/>
                  </a:ln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  <a:sym typeface="+mn-ea"/>
                </a:rPr>
                <a:t>Add</a:t>
              </a:r>
              <a:endParaRPr lang="en-US" altLang="zh-CN" noProof="1">
                <a:ln w="635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Microsoft YaHei" charset="-122"/>
              </a:endParaRPr>
            </a:p>
          </p:txBody>
        </p:sp>
        <p:sp>
          <p:nvSpPr>
            <p:cNvPr id="78" name="Rectangle 66"/>
            <p:cNvSpPr>
              <a:spLocks noChangeArrowheads="1"/>
            </p:cNvSpPr>
            <p:nvPr/>
          </p:nvSpPr>
          <p:spPr bwMode="auto">
            <a:xfrm>
              <a:off x="13477" y="8080"/>
              <a:ext cx="3701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zh-CN" sz="1400" dirty="0">
                  <a:solidFill>
                    <a:srgbClr val="042A58"/>
                  </a:solidFill>
                  <a:latin typeface="Arial Regular" panose="020B0604020202090204" charset="0"/>
                  <a:ea typeface="Microsoft YaHei" charset="-122"/>
                  <a:cs typeface="Arial Regular" panose="020B0604020202090204" charset="0"/>
                  <a:sym typeface="+mn-ea"/>
                </a:rPr>
                <a:t>Text</a:t>
              </a:r>
            </a:p>
          </p:txBody>
        </p:sp>
        <p:sp>
          <p:nvSpPr>
            <p:cNvPr id="79" name="圆角矩形 78"/>
            <p:cNvSpPr/>
            <p:nvPr/>
          </p:nvSpPr>
          <p:spPr>
            <a:xfrm>
              <a:off x="13477" y="7404"/>
              <a:ext cx="2153" cy="503"/>
            </a:xfrm>
            <a:prstGeom prst="roundRect">
              <a:avLst>
                <a:gd name="adj" fmla="val 0"/>
              </a:avLst>
            </a:prstGeom>
            <a:solidFill>
              <a:srgbClr val="003879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r>
                <a:rPr lang="en-US" altLang="zh-CN" b="1" noProof="1">
                  <a:ln w="6350">
                    <a:noFill/>
                  </a:ln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</a:t>
              </a:r>
            </a:p>
          </p:txBody>
        </p:sp>
        <p:sp>
          <p:nvSpPr>
            <p:cNvPr id="80" name="Rectangle 66"/>
            <p:cNvSpPr>
              <a:spLocks noChangeArrowheads="1"/>
            </p:cNvSpPr>
            <p:nvPr/>
          </p:nvSpPr>
          <p:spPr bwMode="auto">
            <a:xfrm>
              <a:off x="2213" y="4014"/>
              <a:ext cx="367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zh-CN" sz="1400" dirty="0">
                  <a:solidFill>
                    <a:srgbClr val="042A58"/>
                  </a:solidFill>
                  <a:latin typeface="Arial Regular" panose="020B0604020202090204" charset="0"/>
                  <a:ea typeface="Microsoft YaHei" charset="-122"/>
                  <a:cs typeface="Arial Regular" panose="020B0604020202090204" charset="0"/>
                </a:rPr>
                <a:t>Text</a:t>
              </a:r>
            </a:p>
          </p:txBody>
        </p:sp>
        <p:sp>
          <p:nvSpPr>
            <p:cNvPr id="81" name="圆角矩形 80"/>
            <p:cNvSpPr/>
            <p:nvPr/>
          </p:nvSpPr>
          <p:spPr>
            <a:xfrm>
              <a:off x="3736" y="3338"/>
              <a:ext cx="2153" cy="503"/>
            </a:xfrm>
            <a:prstGeom prst="roundRect">
              <a:avLst>
                <a:gd name="adj" fmla="val 0"/>
              </a:avLst>
            </a:prstGeom>
            <a:solidFill>
              <a:srgbClr val="003879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r>
                <a:rPr lang="en-US" altLang="zh-CN" b="1" noProof="1">
                  <a:ln w="6350">
                    <a:noFill/>
                  </a:ln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</a:t>
              </a:r>
            </a:p>
          </p:txBody>
        </p:sp>
        <p:sp>
          <p:nvSpPr>
            <p:cNvPr id="82" name="Rectangle 66"/>
            <p:cNvSpPr>
              <a:spLocks noChangeArrowheads="1"/>
            </p:cNvSpPr>
            <p:nvPr/>
          </p:nvSpPr>
          <p:spPr bwMode="auto">
            <a:xfrm>
              <a:off x="1529" y="8080"/>
              <a:ext cx="375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Regular" panose="020B0604020202090204" charset="0"/>
                  <a:ea typeface="Microsoft YaHei" charset="-122"/>
                  <a:cs typeface="Arial Regular" panose="020B0604020202090204" charset="0"/>
                  <a:sym typeface="+mn-ea"/>
                </a:rPr>
                <a:t>Text</a:t>
              </a:r>
            </a:p>
          </p:txBody>
        </p:sp>
        <p:sp>
          <p:nvSpPr>
            <p:cNvPr id="83" name="圆角矩形 82"/>
            <p:cNvSpPr/>
            <p:nvPr/>
          </p:nvSpPr>
          <p:spPr>
            <a:xfrm>
              <a:off x="3132" y="7404"/>
              <a:ext cx="2153" cy="50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r>
                <a:rPr lang="en-US" altLang="zh-CN" b="1">
                  <a:ln w="6350">
                    <a:noFill/>
                  </a:ln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  <a:sym typeface="+mn-ea"/>
                </a:rPr>
                <a:t>Add</a:t>
              </a:r>
              <a:endParaRPr lang="en-US" altLang="zh-CN" b="1" noProof="1">
                <a:ln w="6350">
                  <a:noFill/>
                </a:ln>
                <a:solidFill>
                  <a:schemeClr val="bg1"/>
                </a:solidFill>
                <a:latin typeface="Arial Bold" panose="020B0604020202090204" charset="0"/>
                <a:ea typeface="Microsoft YaHei" charset="-122"/>
                <a:cs typeface="Arial Bold" panose="020B0604020202090204" charset="0"/>
                <a:sym typeface="+mn-ea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4999990" y="2592289"/>
            <a:ext cx="2249729" cy="2088683"/>
            <a:chOff x="8155" y="4456"/>
            <a:chExt cx="2868" cy="2662"/>
          </a:xfrm>
        </p:grpSpPr>
        <p:sp>
          <p:nvSpPr>
            <p:cNvPr id="9" name="椭圆 39"/>
            <p:cNvSpPr/>
            <p:nvPr/>
          </p:nvSpPr>
          <p:spPr>
            <a:xfrm>
              <a:off x="8557" y="4754"/>
              <a:ext cx="2072" cy="2072"/>
            </a:xfrm>
            <a:prstGeom prst="ellipse">
              <a:avLst/>
            </a:prstGeom>
            <a:noFill/>
            <a:ln w="6350">
              <a:solidFill>
                <a:srgbClr val="2547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69" name="矩形 68"/>
            <p:cNvSpPr>
              <a:spLocks noChangeArrowheads="1"/>
            </p:cNvSpPr>
            <p:nvPr/>
          </p:nvSpPr>
          <p:spPr bwMode="auto">
            <a:xfrm>
              <a:off x="8155" y="4456"/>
              <a:ext cx="55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600" b="1"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</a:t>
              </a:r>
            </a:p>
          </p:txBody>
        </p:sp>
        <p:sp>
          <p:nvSpPr>
            <p:cNvPr id="70" name="矩形 69"/>
            <p:cNvSpPr>
              <a:spLocks noChangeArrowheads="1"/>
            </p:cNvSpPr>
            <p:nvPr/>
          </p:nvSpPr>
          <p:spPr bwMode="auto">
            <a:xfrm>
              <a:off x="10399" y="4456"/>
              <a:ext cx="581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B</a:t>
              </a:r>
            </a:p>
          </p:txBody>
        </p:sp>
        <p:sp>
          <p:nvSpPr>
            <p:cNvPr id="71" name="矩形 70"/>
            <p:cNvSpPr>
              <a:spLocks noChangeArrowheads="1"/>
            </p:cNvSpPr>
            <p:nvPr/>
          </p:nvSpPr>
          <p:spPr bwMode="auto">
            <a:xfrm>
              <a:off x="8171" y="6492"/>
              <a:ext cx="581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600" b="1"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D</a:t>
              </a:r>
            </a:p>
          </p:txBody>
        </p:sp>
        <p:sp>
          <p:nvSpPr>
            <p:cNvPr id="72" name="矩形 71"/>
            <p:cNvSpPr>
              <a:spLocks noChangeArrowheads="1"/>
            </p:cNvSpPr>
            <p:nvPr/>
          </p:nvSpPr>
          <p:spPr bwMode="auto">
            <a:xfrm>
              <a:off x="10442" y="6417"/>
              <a:ext cx="581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600" b="1">
                  <a:solidFill>
                    <a:schemeClr val="bg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C</a:t>
              </a:r>
            </a:p>
          </p:txBody>
        </p:sp>
        <p:sp>
          <p:nvSpPr>
            <p:cNvPr id="73" name="矩形 72"/>
            <p:cNvSpPr>
              <a:spLocks noChangeArrowheads="1"/>
            </p:cNvSpPr>
            <p:nvPr/>
          </p:nvSpPr>
          <p:spPr bwMode="auto">
            <a:xfrm>
              <a:off x="8557" y="5456"/>
              <a:ext cx="2073" cy="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bIns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4092"/>
                  </a:solidFill>
                  <a:latin typeface="Arial Bold" panose="020B0604020202090204" charset="0"/>
                  <a:ea typeface="Hiragino Sans GB W3" panose="020B0300000000000000" charset="-122"/>
                  <a:cs typeface="Arial Bold" panose="020B0604020202090204" charset="0"/>
                </a:rPr>
                <a:t>OBJECTIVE</a:t>
              </a:r>
            </a:p>
          </p:txBody>
        </p:sp>
      </p:grpSp>
      <p:pic>
        <p:nvPicPr>
          <p:cNvPr id="15" name="圖片 14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群組 1"/>
          <p:cNvGrpSpPr/>
          <p:nvPr/>
        </p:nvGrpSpPr>
        <p:grpSpPr>
          <a:xfrm>
            <a:off x="4180307" y="1576705"/>
            <a:ext cx="4303957" cy="4453452"/>
            <a:chOff x="6267" y="3459"/>
            <a:chExt cx="6150" cy="6245"/>
          </a:xfrm>
        </p:grpSpPr>
        <p:sp>
          <p:nvSpPr>
            <p:cNvPr id="84" name="Freeform 20"/>
            <p:cNvSpPr/>
            <p:nvPr/>
          </p:nvSpPr>
          <p:spPr bwMode="auto">
            <a:xfrm>
              <a:off x="6267" y="3459"/>
              <a:ext cx="1844" cy="1256"/>
            </a:xfrm>
            <a:custGeom>
              <a:avLst/>
              <a:gdLst>
                <a:gd name="T0" fmla="*/ 880 w 1200"/>
                <a:gd name="T1" fmla="*/ 0 h 800"/>
                <a:gd name="T2" fmla="*/ 24 w 1200"/>
                <a:gd name="T3" fmla="*/ 0 h 800"/>
                <a:gd name="T4" fmla="*/ 0 w 1200"/>
                <a:gd name="T5" fmla="*/ 23 h 800"/>
                <a:gd name="T6" fmla="*/ 0 w 1200"/>
                <a:gd name="T7" fmla="*/ 479 h 800"/>
                <a:gd name="T8" fmla="*/ 320 w 1200"/>
                <a:gd name="T9" fmla="*/ 800 h 800"/>
                <a:gd name="T10" fmla="*/ 1176 w 1200"/>
                <a:gd name="T11" fmla="*/ 800 h 800"/>
                <a:gd name="T12" fmla="*/ 1200 w 1200"/>
                <a:gd name="T13" fmla="*/ 775 h 800"/>
                <a:gd name="T14" fmla="*/ 1200 w 1200"/>
                <a:gd name="T15" fmla="*/ 319 h 800"/>
                <a:gd name="T16" fmla="*/ 880 w 1200"/>
                <a:gd name="T17" fmla="*/ 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0" h="800">
                  <a:moveTo>
                    <a:pt x="88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479"/>
                    <a:pt x="0" y="479"/>
                    <a:pt x="0" y="479"/>
                  </a:cubicBezTo>
                  <a:cubicBezTo>
                    <a:pt x="0" y="656"/>
                    <a:pt x="144" y="800"/>
                    <a:pt x="320" y="800"/>
                  </a:cubicBezTo>
                  <a:cubicBezTo>
                    <a:pt x="1176" y="800"/>
                    <a:pt x="1176" y="800"/>
                    <a:pt x="1176" y="800"/>
                  </a:cubicBezTo>
                  <a:cubicBezTo>
                    <a:pt x="1190" y="800"/>
                    <a:pt x="1200" y="788"/>
                    <a:pt x="1200" y="775"/>
                  </a:cubicBezTo>
                  <a:cubicBezTo>
                    <a:pt x="1200" y="319"/>
                    <a:pt x="1200" y="319"/>
                    <a:pt x="1200" y="319"/>
                  </a:cubicBezTo>
                  <a:cubicBezTo>
                    <a:pt x="1200" y="142"/>
                    <a:pt x="1057" y="0"/>
                    <a:pt x="880" y="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080" b="1" noProof="1">
                <a:ln w="6350">
                  <a:noFill/>
                </a:ln>
                <a:gradFill flip="none" rotWithShape="1">
                  <a:gsLst>
                    <a:gs pos="73000">
                      <a:srgbClr val="00C373"/>
                    </a:gs>
                    <a:gs pos="88000">
                      <a:srgbClr val="08ECDB"/>
                    </a:gs>
                    <a:gs pos="29000">
                      <a:srgbClr val="00C373"/>
                    </a:gs>
                    <a:gs pos="72000">
                      <a:srgbClr val="08ECDB"/>
                    </a:gs>
                  </a:gsLst>
                  <a:lin ang="1200000" scaled="0"/>
                  <a:tileRect/>
                </a:gra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Microsoft YaHei" charset="-122"/>
              </a:endParaRPr>
            </a:p>
          </p:txBody>
        </p:sp>
        <p:sp>
          <p:nvSpPr>
            <p:cNvPr id="85" name="Freeform 21"/>
            <p:cNvSpPr/>
            <p:nvPr/>
          </p:nvSpPr>
          <p:spPr bwMode="auto">
            <a:xfrm>
              <a:off x="10574" y="3459"/>
              <a:ext cx="1792" cy="1254"/>
            </a:xfrm>
            <a:custGeom>
              <a:avLst/>
              <a:gdLst>
                <a:gd name="T0" fmla="*/ 1174 w 1200"/>
                <a:gd name="T1" fmla="*/ 0 h 800"/>
                <a:gd name="T2" fmla="*/ 318 w 1200"/>
                <a:gd name="T3" fmla="*/ 0 h 800"/>
                <a:gd name="T4" fmla="*/ 0 w 1200"/>
                <a:gd name="T5" fmla="*/ 319 h 800"/>
                <a:gd name="T6" fmla="*/ 0 w 1200"/>
                <a:gd name="T7" fmla="*/ 775 h 800"/>
                <a:gd name="T8" fmla="*/ 22 w 1200"/>
                <a:gd name="T9" fmla="*/ 800 h 800"/>
                <a:gd name="T10" fmla="*/ 878 w 1200"/>
                <a:gd name="T11" fmla="*/ 800 h 800"/>
                <a:gd name="T12" fmla="*/ 1200 w 1200"/>
                <a:gd name="T13" fmla="*/ 479 h 800"/>
                <a:gd name="T14" fmla="*/ 1200 w 1200"/>
                <a:gd name="T15" fmla="*/ 23 h 800"/>
                <a:gd name="T16" fmla="*/ 1174 w 1200"/>
                <a:gd name="T17" fmla="*/ 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0" h="800">
                  <a:moveTo>
                    <a:pt x="1174" y="0"/>
                  </a:moveTo>
                  <a:cubicBezTo>
                    <a:pt x="318" y="0"/>
                    <a:pt x="318" y="0"/>
                    <a:pt x="318" y="0"/>
                  </a:cubicBezTo>
                  <a:cubicBezTo>
                    <a:pt x="141" y="0"/>
                    <a:pt x="0" y="142"/>
                    <a:pt x="0" y="319"/>
                  </a:cubicBezTo>
                  <a:cubicBezTo>
                    <a:pt x="0" y="775"/>
                    <a:pt x="0" y="775"/>
                    <a:pt x="0" y="775"/>
                  </a:cubicBezTo>
                  <a:cubicBezTo>
                    <a:pt x="0" y="788"/>
                    <a:pt x="9" y="800"/>
                    <a:pt x="22" y="800"/>
                  </a:cubicBezTo>
                  <a:cubicBezTo>
                    <a:pt x="878" y="800"/>
                    <a:pt x="878" y="800"/>
                    <a:pt x="878" y="800"/>
                  </a:cubicBezTo>
                  <a:cubicBezTo>
                    <a:pt x="1055" y="800"/>
                    <a:pt x="1200" y="656"/>
                    <a:pt x="1200" y="479"/>
                  </a:cubicBezTo>
                  <a:cubicBezTo>
                    <a:pt x="1200" y="23"/>
                    <a:pt x="1200" y="23"/>
                    <a:pt x="1200" y="23"/>
                  </a:cubicBezTo>
                  <a:cubicBezTo>
                    <a:pt x="1200" y="10"/>
                    <a:pt x="1187" y="0"/>
                    <a:pt x="1174" y="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080" b="1" noProof="1">
                <a:ln w="6350">
                  <a:noFill/>
                </a:ln>
                <a:gradFill flip="none" rotWithShape="1">
                  <a:gsLst>
                    <a:gs pos="73000">
                      <a:srgbClr val="00C373"/>
                    </a:gs>
                    <a:gs pos="88000">
                      <a:srgbClr val="08ECDB"/>
                    </a:gs>
                    <a:gs pos="29000">
                      <a:srgbClr val="00C373"/>
                    </a:gs>
                    <a:gs pos="72000">
                      <a:srgbClr val="08ECDB"/>
                    </a:gs>
                  </a:gsLst>
                  <a:lin ang="1200000" scaled="0"/>
                  <a:tileRect/>
                </a:gra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Microsoft YaHei" charset="-122"/>
              </a:endParaRPr>
            </a:p>
          </p:txBody>
        </p:sp>
        <p:sp>
          <p:nvSpPr>
            <p:cNvPr id="86" name="Freeform 22"/>
            <p:cNvSpPr/>
            <p:nvPr/>
          </p:nvSpPr>
          <p:spPr bwMode="auto">
            <a:xfrm>
              <a:off x="6269" y="6304"/>
              <a:ext cx="1842" cy="1203"/>
            </a:xfrm>
            <a:custGeom>
              <a:avLst/>
              <a:gdLst>
                <a:gd name="T0" fmla="*/ 1176 w 1200"/>
                <a:gd name="T1" fmla="*/ 0 h 800"/>
                <a:gd name="T2" fmla="*/ 320 w 1200"/>
                <a:gd name="T3" fmla="*/ 0 h 800"/>
                <a:gd name="T4" fmla="*/ 0 w 1200"/>
                <a:gd name="T5" fmla="*/ 321 h 800"/>
                <a:gd name="T6" fmla="*/ 0 w 1200"/>
                <a:gd name="T7" fmla="*/ 777 h 800"/>
                <a:gd name="T8" fmla="*/ 24 w 1200"/>
                <a:gd name="T9" fmla="*/ 800 h 800"/>
                <a:gd name="T10" fmla="*/ 880 w 1200"/>
                <a:gd name="T11" fmla="*/ 800 h 800"/>
                <a:gd name="T12" fmla="*/ 1200 w 1200"/>
                <a:gd name="T13" fmla="*/ 481 h 800"/>
                <a:gd name="T14" fmla="*/ 1200 w 1200"/>
                <a:gd name="T15" fmla="*/ 25 h 800"/>
                <a:gd name="T16" fmla="*/ 1176 w 1200"/>
                <a:gd name="T17" fmla="*/ 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0" h="800">
                  <a:moveTo>
                    <a:pt x="1176" y="0"/>
                  </a:moveTo>
                  <a:cubicBezTo>
                    <a:pt x="320" y="0"/>
                    <a:pt x="320" y="0"/>
                    <a:pt x="320" y="0"/>
                  </a:cubicBezTo>
                  <a:cubicBezTo>
                    <a:pt x="144" y="0"/>
                    <a:pt x="0" y="144"/>
                    <a:pt x="0" y="321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0" y="790"/>
                    <a:pt x="11" y="800"/>
                    <a:pt x="24" y="800"/>
                  </a:cubicBezTo>
                  <a:cubicBezTo>
                    <a:pt x="880" y="800"/>
                    <a:pt x="880" y="800"/>
                    <a:pt x="880" y="800"/>
                  </a:cubicBezTo>
                  <a:cubicBezTo>
                    <a:pt x="1057" y="800"/>
                    <a:pt x="1200" y="658"/>
                    <a:pt x="1200" y="481"/>
                  </a:cubicBezTo>
                  <a:cubicBezTo>
                    <a:pt x="1200" y="25"/>
                    <a:pt x="1200" y="25"/>
                    <a:pt x="1200" y="25"/>
                  </a:cubicBezTo>
                  <a:cubicBezTo>
                    <a:pt x="1200" y="12"/>
                    <a:pt x="1190" y="0"/>
                    <a:pt x="1176" y="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080" b="1" noProof="1">
                <a:ln w="6350">
                  <a:noFill/>
                </a:ln>
                <a:gradFill flip="none" rotWithShape="1">
                  <a:gsLst>
                    <a:gs pos="73000">
                      <a:srgbClr val="00C373"/>
                    </a:gs>
                    <a:gs pos="88000">
                      <a:srgbClr val="08ECDB"/>
                    </a:gs>
                    <a:gs pos="29000">
                      <a:srgbClr val="00C373"/>
                    </a:gs>
                    <a:gs pos="72000">
                      <a:srgbClr val="08ECDB"/>
                    </a:gs>
                  </a:gsLst>
                  <a:lin ang="1200000" scaled="0"/>
                  <a:tileRect/>
                </a:gra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Microsoft YaHei" charset="-122"/>
              </a:endParaRPr>
            </a:p>
          </p:txBody>
        </p:sp>
        <p:sp>
          <p:nvSpPr>
            <p:cNvPr id="87" name="Freeform 23"/>
            <p:cNvSpPr/>
            <p:nvPr/>
          </p:nvSpPr>
          <p:spPr bwMode="auto">
            <a:xfrm>
              <a:off x="10574" y="6304"/>
              <a:ext cx="1843" cy="1237"/>
            </a:xfrm>
            <a:custGeom>
              <a:avLst/>
              <a:gdLst>
                <a:gd name="T0" fmla="*/ 878 w 1200"/>
                <a:gd name="T1" fmla="*/ 0 h 800"/>
                <a:gd name="T2" fmla="*/ 22 w 1200"/>
                <a:gd name="T3" fmla="*/ 0 h 800"/>
                <a:gd name="T4" fmla="*/ 0 w 1200"/>
                <a:gd name="T5" fmla="*/ 25 h 800"/>
                <a:gd name="T6" fmla="*/ 0 w 1200"/>
                <a:gd name="T7" fmla="*/ 481 h 800"/>
                <a:gd name="T8" fmla="*/ 318 w 1200"/>
                <a:gd name="T9" fmla="*/ 800 h 800"/>
                <a:gd name="T10" fmla="*/ 1174 w 1200"/>
                <a:gd name="T11" fmla="*/ 800 h 800"/>
                <a:gd name="T12" fmla="*/ 1200 w 1200"/>
                <a:gd name="T13" fmla="*/ 777 h 800"/>
                <a:gd name="T14" fmla="*/ 1200 w 1200"/>
                <a:gd name="T15" fmla="*/ 321 h 800"/>
                <a:gd name="T16" fmla="*/ 878 w 1200"/>
                <a:gd name="T17" fmla="*/ 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0" h="800">
                  <a:moveTo>
                    <a:pt x="87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12"/>
                    <a:pt x="0" y="25"/>
                  </a:cubicBezTo>
                  <a:cubicBezTo>
                    <a:pt x="0" y="481"/>
                    <a:pt x="0" y="481"/>
                    <a:pt x="0" y="481"/>
                  </a:cubicBezTo>
                  <a:cubicBezTo>
                    <a:pt x="0" y="658"/>
                    <a:pt x="141" y="800"/>
                    <a:pt x="318" y="800"/>
                  </a:cubicBezTo>
                  <a:cubicBezTo>
                    <a:pt x="1174" y="800"/>
                    <a:pt x="1174" y="800"/>
                    <a:pt x="1174" y="800"/>
                  </a:cubicBezTo>
                  <a:cubicBezTo>
                    <a:pt x="1187" y="800"/>
                    <a:pt x="1200" y="790"/>
                    <a:pt x="1200" y="777"/>
                  </a:cubicBezTo>
                  <a:cubicBezTo>
                    <a:pt x="1200" y="321"/>
                    <a:pt x="1200" y="321"/>
                    <a:pt x="1200" y="321"/>
                  </a:cubicBezTo>
                  <a:cubicBezTo>
                    <a:pt x="1200" y="144"/>
                    <a:pt x="1055" y="0"/>
                    <a:pt x="878" y="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080" b="1" noProof="1">
                <a:ln w="6350">
                  <a:noFill/>
                </a:ln>
                <a:gradFill flip="none" rotWithShape="1">
                  <a:gsLst>
                    <a:gs pos="73000">
                      <a:srgbClr val="00C373"/>
                    </a:gs>
                    <a:gs pos="88000">
                      <a:srgbClr val="08ECDB"/>
                    </a:gs>
                    <a:gs pos="29000">
                      <a:srgbClr val="00C373"/>
                    </a:gs>
                    <a:gs pos="72000">
                      <a:srgbClr val="08ECDB"/>
                    </a:gs>
                  </a:gsLst>
                  <a:lin ang="1200000" scaled="0"/>
                  <a:tileRect/>
                </a:gra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Microsoft YaHei" charset="-122"/>
              </a:endParaRP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7549" y="3721"/>
              <a:ext cx="3582" cy="5983"/>
              <a:chOff x="3695819" y="1490836"/>
              <a:chExt cx="1751052" cy="2924532"/>
            </a:xfrm>
            <a:solidFill>
              <a:srgbClr val="37B0E8"/>
            </a:solidFill>
            <a:effectLst/>
          </p:grpSpPr>
          <p:sp>
            <p:nvSpPr>
              <p:cNvPr id="89" name="Freeform 24"/>
              <p:cNvSpPr/>
              <p:nvPr/>
            </p:nvSpPr>
            <p:spPr bwMode="auto">
              <a:xfrm>
                <a:off x="3949898" y="1746880"/>
                <a:ext cx="1241584" cy="1721584"/>
              </a:xfrm>
              <a:custGeom>
                <a:avLst/>
                <a:gdLst>
                  <a:gd name="T0" fmla="*/ 811 w 948"/>
                  <a:gd name="T1" fmla="*/ 852 h 1311"/>
                  <a:gd name="T2" fmla="*/ 718 w 948"/>
                  <a:gd name="T3" fmla="*/ 1002 h 1311"/>
                  <a:gd name="T4" fmla="*/ 626 w 948"/>
                  <a:gd name="T5" fmla="*/ 1247 h 1311"/>
                  <a:gd name="T6" fmla="*/ 544 w 948"/>
                  <a:gd name="T7" fmla="*/ 1311 h 1311"/>
                  <a:gd name="T8" fmla="*/ 405 w 948"/>
                  <a:gd name="T9" fmla="*/ 1311 h 1311"/>
                  <a:gd name="T10" fmla="*/ 322 w 948"/>
                  <a:gd name="T11" fmla="*/ 1247 h 1311"/>
                  <a:gd name="T12" fmla="*/ 230 w 948"/>
                  <a:gd name="T13" fmla="*/ 1002 h 1311"/>
                  <a:gd name="T14" fmla="*/ 138 w 948"/>
                  <a:gd name="T15" fmla="*/ 852 h 1311"/>
                  <a:gd name="T16" fmla="*/ 0 w 948"/>
                  <a:gd name="T17" fmla="*/ 442 h 1311"/>
                  <a:gd name="T18" fmla="*/ 136 w 948"/>
                  <a:gd name="T19" fmla="*/ 135 h 1311"/>
                  <a:gd name="T20" fmla="*/ 474 w 948"/>
                  <a:gd name="T21" fmla="*/ 0 h 1311"/>
                  <a:gd name="T22" fmla="*/ 812 w 948"/>
                  <a:gd name="T23" fmla="*/ 135 h 1311"/>
                  <a:gd name="T24" fmla="*/ 948 w 948"/>
                  <a:gd name="T25" fmla="*/ 442 h 1311"/>
                  <a:gd name="T26" fmla="*/ 811 w 948"/>
                  <a:gd name="T27" fmla="*/ 852 h 1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8" h="1311">
                    <a:moveTo>
                      <a:pt x="811" y="852"/>
                    </a:moveTo>
                    <a:cubicBezTo>
                      <a:pt x="782" y="896"/>
                      <a:pt x="749" y="946"/>
                      <a:pt x="718" y="1002"/>
                    </a:cubicBezTo>
                    <a:cubicBezTo>
                      <a:pt x="672" y="1087"/>
                      <a:pt x="644" y="1171"/>
                      <a:pt x="626" y="1247"/>
                    </a:cubicBezTo>
                    <a:cubicBezTo>
                      <a:pt x="617" y="1285"/>
                      <a:pt x="583" y="1311"/>
                      <a:pt x="544" y="1311"/>
                    </a:cubicBezTo>
                    <a:cubicBezTo>
                      <a:pt x="405" y="1311"/>
                      <a:pt x="405" y="1311"/>
                      <a:pt x="405" y="1311"/>
                    </a:cubicBezTo>
                    <a:cubicBezTo>
                      <a:pt x="365" y="1311"/>
                      <a:pt x="332" y="1285"/>
                      <a:pt x="322" y="1247"/>
                    </a:cubicBezTo>
                    <a:cubicBezTo>
                      <a:pt x="305" y="1171"/>
                      <a:pt x="276" y="1087"/>
                      <a:pt x="230" y="1002"/>
                    </a:cubicBezTo>
                    <a:cubicBezTo>
                      <a:pt x="199" y="946"/>
                      <a:pt x="166" y="896"/>
                      <a:pt x="138" y="852"/>
                    </a:cubicBezTo>
                    <a:cubicBezTo>
                      <a:pt x="55" y="727"/>
                      <a:pt x="0" y="644"/>
                      <a:pt x="0" y="442"/>
                    </a:cubicBezTo>
                    <a:cubicBezTo>
                      <a:pt x="0" y="328"/>
                      <a:pt x="49" y="219"/>
                      <a:pt x="136" y="135"/>
                    </a:cubicBezTo>
                    <a:cubicBezTo>
                      <a:pt x="227" y="48"/>
                      <a:pt x="347" y="0"/>
                      <a:pt x="474" y="0"/>
                    </a:cubicBezTo>
                    <a:cubicBezTo>
                      <a:pt x="601" y="0"/>
                      <a:pt x="721" y="48"/>
                      <a:pt x="812" y="135"/>
                    </a:cubicBezTo>
                    <a:cubicBezTo>
                      <a:pt x="900" y="219"/>
                      <a:pt x="948" y="328"/>
                      <a:pt x="948" y="442"/>
                    </a:cubicBezTo>
                    <a:cubicBezTo>
                      <a:pt x="948" y="644"/>
                      <a:pt x="893" y="727"/>
                      <a:pt x="811" y="852"/>
                    </a:cubicBezTo>
                    <a:close/>
                  </a:path>
                </a:pathLst>
              </a:custGeom>
              <a:solidFill>
                <a:srgbClr val="F0F1F3"/>
              </a:solidFill>
              <a:ln>
                <a:noFill/>
              </a:ln>
              <a:effectLst/>
            </p:spPr>
            <p:txBody>
              <a:bodyPr/>
              <a:lstStyle/>
              <a:p>
                <a:pPr fontAlgn="auto"/>
                <a:endParaRPr lang="zh-CN" altLang="en-US" noProof="1"/>
              </a:p>
            </p:txBody>
          </p:sp>
          <p:grpSp>
            <p:nvGrpSpPr>
              <p:cNvPr id="90" name="组合 89"/>
              <p:cNvGrpSpPr/>
              <p:nvPr/>
            </p:nvGrpSpPr>
            <p:grpSpPr>
              <a:xfrm>
                <a:off x="3695819" y="1490836"/>
                <a:ext cx="1751052" cy="2924532"/>
                <a:chOff x="3695819" y="1490836"/>
                <a:chExt cx="1751052" cy="2924532"/>
              </a:xfrm>
              <a:grpFill/>
            </p:grpSpPr>
            <p:sp>
              <p:nvSpPr>
                <p:cNvPr id="91" name="Freeform 25"/>
                <p:cNvSpPr>
                  <a:spLocks noEditPoints="1"/>
                </p:cNvSpPr>
                <p:nvPr/>
              </p:nvSpPr>
              <p:spPr bwMode="auto">
                <a:xfrm>
                  <a:off x="3695819" y="1490836"/>
                  <a:ext cx="1751052" cy="2233672"/>
                </a:xfrm>
                <a:custGeom>
                  <a:avLst/>
                  <a:gdLst>
                    <a:gd name="T0" fmla="*/ 668 w 1337"/>
                    <a:gd name="T1" fmla="*/ 0 h 1701"/>
                    <a:gd name="T2" fmla="*/ 0 w 1337"/>
                    <a:gd name="T3" fmla="*/ 637 h 1701"/>
                    <a:gd name="T4" fmla="*/ 253 w 1337"/>
                    <a:gd name="T5" fmla="*/ 1290 h 1701"/>
                    <a:gd name="T6" fmla="*/ 348 w 1337"/>
                    <a:gd name="T7" fmla="*/ 1623 h 1701"/>
                    <a:gd name="T8" fmla="*/ 432 w 1337"/>
                    <a:gd name="T9" fmla="*/ 1701 h 1701"/>
                    <a:gd name="T10" fmla="*/ 668 w 1337"/>
                    <a:gd name="T11" fmla="*/ 1701 h 1701"/>
                    <a:gd name="T12" fmla="*/ 904 w 1337"/>
                    <a:gd name="T13" fmla="*/ 1701 h 1701"/>
                    <a:gd name="T14" fmla="*/ 988 w 1337"/>
                    <a:gd name="T15" fmla="*/ 1623 h 1701"/>
                    <a:gd name="T16" fmla="*/ 1084 w 1337"/>
                    <a:gd name="T17" fmla="*/ 1290 h 1701"/>
                    <a:gd name="T18" fmla="*/ 1337 w 1337"/>
                    <a:gd name="T19" fmla="*/ 637 h 1701"/>
                    <a:gd name="T20" fmla="*/ 668 w 1337"/>
                    <a:gd name="T21" fmla="*/ 0 h 1701"/>
                    <a:gd name="T22" fmla="*/ 1005 w 1337"/>
                    <a:gd name="T23" fmla="*/ 1047 h 1701"/>
                    <a:gd name="T24" fmla="*/ 912 w 1337"/>
                    <a:gd name="T25" fmla="*/ 1197 h 1701"/>
                    <a:gd name="T26" fmla="*/ 820 w 1337"/>
                    <a:gd name="T27" fmla="*/ 1442 h 1701"/>
                    <a:gd name="T28" fmla="*/ 738 w 1337"/>
                    <a:gd name="T29" fmla="*/ 1506 h 1701"/>
                    <a:gd name="T30" fmla="*/ 599 w 1337"/>
                    <a:gd name="T31" fmla="*/ 1506 h 1701"/>
                    <a:gd name="T32" fmla="*/ 516 w 1337"/>
                    <a:gd name="T33" fmla="*/ 1442 h 1701"/>
                    <a:gd name="T34" fmla="*/ 424 w 1337"/>
                    <a:gd name="T35" fmla="*/ 1197 h 1701"/>
                    <a:gd name="T36" fmla="*/ 332 w 1337"/>
                    <a:gd name="T37" fmla="*/ 1047 h 1701"/>
                    <a:gd name="T38" fmla="*/ 194 w 1337"/>
                    <a:gd name="T39" fmla="*/ 637 h 1701"/>
                    <a:gd name="T40" fmla="*/ 330 w 1337"/>
                    <a:gd name="T41" fmla="*/ 330 h 1701"/>
                    <a:gd name="T42" fmla="*/ 668 w 1337"/>
                    <a:gd name="T43" fmla="*/ 195 h 1701"/>
                    <a:gd name="T44" fmla="*/ 1006 w 1337"/>
                    <a:gd name="T45" fmla="*/ 330 h 1701"/>
                    <a:gd name="T46" fmla="*/ 1142 w 1337"/>
                    <a:gd name="T47" fmla="*/ 637 h 1701"/>
                    <a:gd name="T48" fmla="*/ 1005 w 1337"/>
                    <a:gd name="T49" fmla="*/ 1047 h 17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37" h="1701">
                      <a:moveTo>
                        <a:pt x="668" y="0"/>
                      </a:moveTo>
                      <a:cubicBezTo>
                        <a:pt x="299" y="0"/>
                        <a:pt x="0" y="293"/>
                        <a:pt x="0" y="637"/>
                      </a:cubicBezTo>
                      <a:cubicBezTo>
                        <a:pt x="0" y="981"/>
                        <a:pt x="142" y="1087"/>
                        <a:pt x="253" y="1290"/>
                      </a:cubicBezTo>
                      <a:cubicBezTo>
                        <a:pt x="321" y="1417"/>
                        <a:pt x="342" y="1545"/>
                        <a:pt x="348" y="1623"/>
                      </a:cubicBezTo>
                      <a:cubicBezTo>
                        <a:pt x="352" y="1667"/>
                        <a:pt x="388" y="1701"/>
                        <a:pt x="432" y="1701"/>
                      </a:cubicBezTo>
                      <a:cubicBezTo>
                        <a:pt x="668" y="1701"/>
                        <a:pt x="668" y="1701"/>
                        <a:pt x="668" y="1701"/>
                      </a:cubicBezTo>
                      <a:cubicBezTo>
                        <a:pt x="904" y="1701"/>
                        <a:pt x="904" y="1701"/>
                        <a:pt x="904" y="1701"/>
                      </a:cubicBezTo>
                      <a:cubicBezTo>
                        <a:pt x="948" y="1701"/>
                        <a:pt x="985" y="1667"/>
                        <a:pt x="988" y="1623"/>
                      </a:cubicBezTo>
                      <a:cubicBezTo>
                        <a:pt x="994" y="1545"/>
                        <a:pt x="1015" y="1417"/>
                        <a:pt x="1084" y="1290"/>
                      </a:cubicBezTo>
                      <a:cubicBezTo>
                        <a:pt x="1194" y="1087"/>
                        <a:pt x="1337" y="981"/>
                        <a:pt x="1337" y="637"/>
                      </a:cubicBezTo>
                      <a:cubicBezTo>
                        <a:pt x="1337" y="293"/>
                        <a:pt x="1037" y="0"/>
                        <a:pt x="668" y="0"/>
                      </a:cubicBezTo>
                      <a:close/>
                      <a:moveTo>
                        <a:pt x="1005" y="1047"/>
                      </a:moveTo>
                      <a:cubicBezTo>
                        <a:pt x="976" y="1091"/>
                        <a:pt x="943" y="1141"/>
                        <a:pt x="912" y="1197"/>
                      </a:cubicBezTo>
                      <a:cubicBezTo>
                        <a:pt x="866" y="1282"/>
                        <a:pt x="838" y="1366"/>
                        <a:pt x="820" y="1442"/>
                      </a:cubicBezTo>
                      <a:cubicBezTo>
                        <a:pt x="811" y="1480"/>
                        <a:pt x="777" y="1506"/>
                        <a:pt x="738" y="1506"/>
                      </a:cubicBezTo>
                      <a:cubicBezTo>
                        <a:pt x="599" y="1506"/>
                        <a:pt x="599" y="1506"/>
                        <a:pt x="599" y="1506"/>
                      </a:cubicBezTo>
                      <a:cubicBezTo>
                        <a:pt x="559" y="1506"/>
                        <a:pt x="526" y="1480"/>
                        <a:pt x="516" y="1442"/>
                      </a:cubicBezTo>
                      <a:cubicBezTo>
                        <a:pt x="499" y="1366"/>
                        <a:pt x="470" y="1282"/>
                        <a:pt x="424" y="1197"/>
                      </a:cubicBezTo>
                      <a:cubicBezTo>
                        <a:pt x="393" y="1141"/>
                        <a:pt x="360" y="1091"/>
                        <a:pt x="332" y="1047"/>
                      </a:cubicBezTo>
                      <a:cubicBezTo>
                        <a:pt x="249" y="922"/>
                        <a:pt x="194" y="839"/>
                        <a:pt x="194" y="637"/>
                      </a:cubicBezTo>
                      <a:cubicBezTo>
                        <a:pt x="194" y="523"/>
                        <a:pt x="243" y="414"/>
                        <a:pt x="330" y="330"/>
                      </a:cubicBezTo>
                      <a:cubicBezTo>
                        <a:pt x="421" y="243"/>
                        <a:pt x="541" y="195"/>
                        <a:pt x="668" y="195"/>
                      </a:cubicBezTo>
                      <a:cubicBezTo>
                        <a:pt x="795" y="195"/>
                        <a:pt x="915" y="243"/>
                        <a:pt x="1006" y="330"/>
                      </a:cubicBezTo>
                      <a:cubicBezTo>
                        <a:pt x="1094" y="414"/>
                        <a:pt x="1142" y="523"/>
                        <a:pt x="1142" y="637"/>
                      </a:cubicBezTo>
                      <a:cubicBezTo>
                        <a:pt x="1142" y="839"/>
                        <a:pt x="1087" y="922"/>
                        <a:pt x="1005" y="1047"/>
                      </a:cubicBezTo>
                      <a:close/>
                    </a:path>
                  </a:pathLst>
                </a:custGeom>
                <a:solidFill>
                  <a:srgbClr val="003879"/>
                </a:solidFill>
                <a:ln w="63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/>
                  <a:endParaRPr lang="zh-CN" altLang="en-US" sz="1300" noProof="1">
                    <a:ln w="6350">
                      <a:noFill/>
                    </a:ln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endParaRPr>
                </a:p>
              </p:txBody>
            </p:sp>
            <p:sp>
              <p:nvSpPr>
                <p:cNvPr id="92" name="Freeform 26"/>
                <p:cNvSpPr/>
                <p:nvPr/>
              </p:nvSpPr>
              <p:spPr bwMode="auto">
                <a:xfrm>
                  <a:off x="4154210" y="3767727"/>
                  <a:ext cx="832961" cy="186631"/>
                </a:xfrm>
                <a:custGeom>
                  <a:avLst/>
                  <a:gdLst>
                    <a:gd name="T0" fmla="*/ 565 w 636"/>
                    <a:gd name="T1" fmla="*/ 0 h 142"/>
                    <a:gd name="T2" fmla="*/ 71 w 636"/>
                    <a:gd name="T3" fmla="*/ 0 h 142"/>
                    <a:gd name="T4" fmla="*/ 0 w 636"/>
                    <a:gd name="T5" fmla="*/ 71 h 142"/>
                    <a:gd name="T6" fmla="*/ 71 w 636"/>
                    <a:gd name="T7" fmla="*/ 142 h 142"/>
                    <a:gd name="T8" fmla="*/ 565 w 636"/>
                    <a:gd name="T9" fmla="*/ 142 h 142"/>
                    <a:gd name="T10" fmla="*/ 636 w 636"/>
                    <a:gd name="T11" fmla="*/ 71 h 142"/>
                    <a:gd name="T12" fmla="*/ 565 w 636"/>
                    <a:gd name="T13" fmla="*/ 0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36" h="142">
                      <a:moveTo>
                        <a:pt x="565" y="0"/>
                      </a:moveTo>
                      <a:cubicBezTo>
                        <a:pt x="71" y="0"/>
                        <a:pt x="71" y="0"/>
                        <a:pt x="71" y="0"/>
                      </a:cubicBezTo>
                      <a:cubicBezTo>
                        <a:pt x="32" y="0"/>
                        <a:pt x="0" y="32"/>
                        <a:pt x="0" y="71"/>
                      </a:cubicBezTo>
                      <a:cubicBezTo>
                        <a:pt x="0" y="110"/>
                        <a:pt x="32" y="142"/>
                        <a:pt x="71" y="142"/>
                      </a:cubicBezTo>
                      <a:cubicBezTo>
                        <a:pt x="565" y="142"/>
                        <a:pt x="565" y="142"/>
                        <a:pt x="565" y="142"/>
                      </a:cubicBezTo>
                      <a:cubicBezTo>
                        <a:pt x="604" y="142"/>
                        <a:pt x="636" y="110"/>
                        <a:pt x="636" y="71"/>
                      </a:cubicBezTo>
                      <a:cubicBezTo>
                        <a:pt x="636" y="32"/>
                        <a:pt x="604" y="0"/>
                        <a:pt x="565" y="0"/>
                      </a:cubicBezTo>
                      <a:close/>
                    </a:path>
                  </a:pathLst>
                </a:custGeom>
                <a:solidFill>
                  <a:srgbClr val="003879"/>
                </a:solidFill>
                <a:ln w="63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/>
                  <a:endParaRPr lang="zh-CN" altLang="en-US" sz="1300" noProof="1">
                    <a:ln w="6350">
                      <a:noFill/>
                    </a:ln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endParaRPr>
                </a:p>
              </p:txBody>
            </p:sp>
            <p:sp>
              <p:nvSpPr>
                <p:cNvPr id="93" name="Freeform 27"/>
                <p:cNvSpPr/>
                <p:nvPr/>
              </p:nvSpPr>
              <p:spPr bwMode="auto">
                <a:xfrm>
                  <a:off x="4154210" y="3997577"/>
                  <a:ext cx="832961" cy="187940"/>
                </a:xfrm>
                <a:custGeom>
                  <a:avLst/>
                  <a:gdLst>
                    <a:gd name="T0" fmla="*/ 565 w 636"/>
                    <a:gd name="T1" fmla="*/ 0 h 143"/>
                    <a:gd name="T2" fmla="*/ 71 w 636"/>
                    <a:gd name="T3" fmla="*/ 0 h 143"/>
                    <a:gd name="T4" fmla="*/ 0 w 636"/>
                    <a:gd name="T5" fmla="*/ 71 h 143"/>
                    <a:gd name="T6" fmla="*/ 71 w 636"/>
                    <a:gd name="T7" fmla="*/ 143 h 143"/>
                    <a:gd name="T8" fmla="*/ 565 w 636"/>
                    <a:gd name="T9" fmla="*/ 143 h 143"/>
                    <a:gd name="T10" fmla="*/ 636 w 636"/>
                    <a:gd name="T11" fmla="*/ 71 h 143"/>
                    <a:gd name="T12" fmla="*/ 565 w 636"/>
                    <a:gd name="T13" fmla="*/ 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36" h="143">
                      <a:moveTo>
                        <a:pt x="565" y="0"/>
                      </a:moveTo>
                      <a:cubicBezTo>
                        <a:pt x="71" y="0"/>
                        <a:pt x="71" y="0"/>
                        <a:pt x="71" y="0"/>
                      </a:cubicBezTo>
                      <a:cubicBezTo>
                        <a:pt x="32" y="0"/>
                        <a:pt x="0" y="32"/>
                        <a:pt x="0" y="71"/>
                      </a:cubicBezTo>
                      <a:cubicBezTo>
                        <a:pt x="0" y="111"/>
                        <a:pt x="32" y="143"/>
                        <a:pt x="71" y="143"/>
                      </a:cubicBezTo>
                      <a:cubicBezTo>
                        <a:pt x="565" y="143"/>
                        <a:pt x="565" y="143"/>
                        <a:pt x="565" y="143"/>
                      </a:cubicBezTo>
                      <a:cubicBezTo>
                        <a:pt x="604" y="143"/>
                        <a:pt x="636" y="111"/>
                        <a:pt x="636" y="71"/>
                      </a:cubicBezTo>
                      <a:cubicBezTo>
                        <a:pt x="636" y="32"/>
                        <a:pt x="604" y="0"/>
                        <a:pt x="565" y="0"/>
                      </a:cubicBezTo>
                      <a:close/>
                    </a:path>
                  </a:pathLst>
                </a:custGeom>
                <a:solidFill>
                  <a:srgbClr val="003879"/>
                </a:solidFill>
                <a:ln w="63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/>
                  <a:endParaRPr lang="zh-CN" altLang="en-US" sz="1300" noProof="1">
                    <a:ln w="6350">
                      <a:noFill/>
                    </a:ln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endParaRPr>
                </a:p>
              </p:txBody>
            </p:sp>
            <p:sp>
              <p:nvSpPr>
                <p:cNvPr id="94" name="Freeform 28"/>
                <p:cNvSpPr/>
                <p:nvPr/>
              </p:nvSpPr>
              <p:spPr bwMode="auto">
                <a:xfrm>
                  <a:off x="4286488" y="4227428"/>
                  <a:ext cx="569714" cy="187940"/>
                </a:xfrm>
                <a:custGeom>
                  <a:avLst/>
                  <a:gdLst>
                    <a:gd name="T0" fmla="*/ 363 w 435"/>
                    <a:gd name="T1" fmla="*/ 0 h 143"/>
                    <a:gd name="T2" fmla="*/ 71 w 435"/>
                    <a:gd name="T3" fmla="*/ 0 h 143"/>
                    <a:gd name="T4" fmla="*/ 0 w 435"/>
                    <a:gd name="T5" fmla="*/ 71 h 143"/>
                    <a:gd name="T6" fmla="*/ 71 w 435"/>
                    <a:gd name="T7" fmla="*/ 143 h 143"/>
                    <a:gd name="T8" fmla="*/ 363 w 435"/>
                    <a:gd name="T9" fmla="*/ 143 h 143"/>
                    <a:gd name="T10" fmla="*/ 435 w 435"/>
                    <a:gd name="T11" fmla="*/ 71 h 143"/>
                    <a:gd name="T12" fmla="*/ 363 w 435"/>
                    <a:gd name="T13" fmla="*/ 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5" h="143">
                      <a:moveTo>
                        <a:pt x="363" y="0"/>
                      </a:moveTo>
                      <a:cubicBezTo>
                        <a:pt x="71" y="0"/>
                        <a:pt x="71" y="0"/>
                        <a:pt x="71" y="0"/>
                      </a:cubicBezTo>
                      <a:cubicBezTo>
                        <a:pt x="32" y="0"/>
                        <a:pt x="0" y="32"/>
                        <a:pt x="0" y="71"/>
                      </a:cubicBezTo>
                      <a:cubicBezTo>
                        <a:pt x="0" y="111"/>
                        <a:pt x="32" y="143"/>
                        <a:pt x="71" y="143"/>
                      </a:cubicBezTo>
                      <a:cubicBezTo>
                        <a:pt x="363" y="143"/>
                        <a:pt x="363" y="143"/>
                        <a:pt x="363" y="143"/>
                      </a:cubicBezTo>
                      <a:cubicBezTo>
                        <a:pt x="403" y="143"/>
                        <a:pt x="435" y="111"/>
                        <a:pt x="435" y="71"/>
                      </a:cubicBezTo>
                      <a:cubicBezTo>
                        <a:pt x="435" y="32"/>
                        <a:pt x="403" y="0"/>
                        <a:pt x="363" y="0"/>
                      </a:cubicBezTo>
                      <a:close/>
                    </a:path>
                  </a:pathLst>
                </a:custGeom>
                <a:solidFill>
                  <a:srgbClr val="003879"/>
                </a:solidFill>
                <a:ln w="635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/>
                  <a:endParaRPr lang="zh-CN" altLang="en-US" sz="1300" noProof="1">
                    <a:ln w="6350">
                      <a:noFill/>
                    </a:ln>
                    <a:solidFill>
                      <a:schemeClr val="bg1"/>
                    </a:solidFill>
                    <a:latin typeface="Impact" panose="020B0806030902050204" pitchFamily="34" charset="0"/>
                    <a:ea typeface="Microsoft YaHei" charset="-122"/>
                  </a:endParaRPr>
                </a:p>
              </p:txBody>
            </p:sp>
          </p:grpSp>
        </p:grpSp>
        <p:sp>
          <p:nvSpPr>
            <p:cNvPr id="95" name="Freeform 29"/>
            <p:cNvSpPr>
              <a:spLocks noEditPoints="1" noChangeArrowheads="1"/>
            </p:cNvSpPr>
            <p:nvPr/>
          </p:nvSpPr>
          <p:spPr bwMode="auto">
            <a:xfrm>
              <a:off x="9008" y="5992"/>
              <a:ext cx="663" cy="685"/>
            </a:xfrm>
            <a:custGeom>
              <a:avLst/>
              <a:gdLst>
                <a:gd name="T0" fmla="*/ 132 w 278"/>
                <a:gd name="T1" fmla="*/ 287 h 288"/>
                <a:gd name="T2" fmla="*/ 146 w 278"/>
                <a:gd name="T3" fmla="*/ 287 h 288"/>
                <a:gd name="T4" fmla="*/ 159 w 278"/>
                <a:gd name="T5" fmla="*/ 242 h 288"/>
                <a:gd name="T6" fmla="*/ 177 w 278"/>
                <a:gd name="T7" fmla="*/ 234 h 288"/>
                <a:gd name="T8" fmla="*/ 213 w 278"/>
                <a:gd name="T9" fmla="*/ 264 h 288"/>
                <a:gd name="T10" fmla="*/ 229 w 278"/>
                <a:gd name="T11" fmla="*/ 256 h 288"/>
                <a:gd name="T12" fmla="*/ 213 w 278"/>
                <a:gd name="T13" fmla="*/ 211 h 288"/>
                <a:gd name="T14" fmla="*/ 222 w 278"/>
                <a:gd name="T15" fmla="*/ 195 h 288"/>
                <a:gd name="T16" fmla="*/ 269 w 278"/>
                <a:gd name="T17" fmla="*/ 198 h 288"/>
                <a:gd name="T18" fmla="*/ 278 w 278"/>
                <a:gd name="T19" fmla="*/ 181 h 288"/>
                <a:gd name="T20" fmla="*/ 239 w 278"/>
                <a:gd name="T21" fmla="*/ 155 h 288"/>
                <a:gd name="T22" fmla="*/ 237 w 278"/>
                <a:gd name="T23" fmla="*/ 136 h 288"/>
                <a:gd name="T24" fmla="*/ 276 w 278"/>
                <a:gd name="T25" fmla="*/ 111 h 288"/>
                <a:gd name="T26" fmla="*/ 274 w 278"/>
                <a:gd name="T27" fmla="*/ 93 h 288"/>
                <a:gd name="T28" fmla="*/ 226 w 278"/>
                <a:gd name="T29" fmla="*/ 95 h 288"/>
                <a:gd name="T30" fmla="*/ 213 w 278"/>
                <a:gd name="T31" fmla="*/ 80 h 288"/>
                <a:gd name="T32" fmla="*/ 231 w 278"/>
                <a:gd name="T33" fmla="*/ 37 h 288"/>
                <a:gd name="T34" fmla="*/ 218 w 278"/>
                <a:gd name="T35" fmla="*/ 24 h 288"/>
                <a:gd name="T36" fmla="*/ 181 w 278"/>
                <a:gd name="T37" fmla="*/ 53 h 288"/>
                <a:gd name="T38" fmla="*/ 162 w 278"/>
                <a:gd name="T39" fmla="*/ 49 h 288"/>
                <a:gd name="T40" fmla="*/ 150 w 278"/>
                <a:gd name="T41" fmla="*/ 3 h 288"/>
                <a:gd name="T42" fmla="*/ 132 w 278"/>
                <a:gd name="T43" fmla="*/ 0 h 288"/>
                <a:gd name="T44" fmla="*/ 119 w 278"/>
                <a:gd name="T45" fmla="*/ 46 h 288"/>
                <a:gd name="T46" fmla="*/ 102 w 278"/>
                <a:gd name="T47" fmla="*/ 53 h 288"/>
                <a:gd name="T48" fmla="*/ 65 w 278"/>
                <a:gd name="T49" fmla="*/ 24 h 288"/>
                <a:gd name="T50" fmla="*/ 49 w 278"/>
                <a:gd name="T51" fmla="*/ 32 h 288"/>
                <a:gd name="T52" fmla="*/ 65 w 278"/>
                <a:gd name="T53" fmla="*/ 76 h 288"/>
                <a:gd name="T54" fmla="*/ 56 w 278"/>
                <a:gd name="T55" fmla="*/ 93 h 288"/>
                <a:gd name="T56" fmla="*/ 9 w 278"/>
                <a:gd name="T57" fmla="*/ 90 h 288"/>
                <a:gd name="T58" fmla="*/ 0 w 278"/>
                <a:gd name="T59" fmla="*/ 106 h 288"/>
                <a:gd name="T60" fmla="*/ 40 w 278"/>
                <a:gd name="T61" fmla="*/ 132 h 288"/>
                <a:gd name="T62" fmla="*/ 42 w 278"/>
                <a:gd name="T63" fmla="*/ 151 h 288"/>
                <a:gd name="T64" fmla="*/ 2 w 278"/>
                <a:gd name="T65" fmla="*/ 177 h 288"/>
                <a:gd name="T66" fmla="*/ 5 w 278"/>
                <a:gd name="T67" fmla="*/ 195 h 288"/>
                <a:gd name="T68" fmla="*/ 52 w 278"/>
                <a:gd name="T69" fmla="*/ 193 h 288"/>
                <a:gd name="T70" fmla="*/ 65 w 278"/>
                <a:gd name="T71" fmla="*/ 207 h 288"/>
                <a:gd name="T72" fmla="*/ 48 w 278"/>
                <a:gd name="T73" fmla="*/ 251 h 288"/>
                <a:gd name="T74" fmla="*/ 60 w 278"/>
                <a:gd name="T75" fmla="*/ 264 h 288"/>
                <a:gd name="T76" fmla="*/ 98 w 278"/>
                <a:gd name="T77" fmla="*/ 235 h 288"/>
                <a:gd name="T78" fmla="*/ 116 w 278"/>
                <a:gd name="T79" fmla="*/ 239 h 288"/>
                <a:gd name="T80" fmla="*/ 128 w 278"/>
                <a:gd name="T81" fmla="*/ 284 h 288"/>
                <a:gd name="T82" fmla="*/ 139 w 278"/>
                <a:gd name="T83" fmla="*/ 75 h 288"/>
                <a:gd name="T84" fmla="*/ 139 w 278"/>
                <a:gd name="T85" fmla="*/ 213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8" h="288">
                  <a:moveTo>
                    <a:pt x="128" y="284"/>
                  </a:moveTo>
                  <a:cubicBezTo>
                    <a:pt x="129" y="286"/>
                    <a:pt x="130" y="287"/>
                    <a:pt x="132" y="287"/>
                  </a:cubicBezTo>
                  <a:cubicBezTo>
                    <a:pt x="134" y="288"/>
                    <a:pt x="137" y="288"/>
                    <a:pt x="139" y="288"/>
                  </a:cubicBezTo>
                  <a:cubicBezTo>
                    <a:pt x="142" y="288"/>
                    <a:pt x="144" y="288"/>
                    <a:pt x="146" y="287"/>
                  </a:cubicBezTo>
                  <a:cubicBezTo>
                    <a:pt x="148" y="287"/>
                    <a:pt x="150" y="286"/>
                    <a:pt x="150" y="284"/>
                  </a:cubicBezTo>
                  <a:cubicBezTo>
                    <a:pt x="159" y="242"/>
                    <a:pt x="159" y="242"/>
                    <a:pt x="159" y="242"/>
                  </a:cubicBezTo>
                  <a:cubicBezTo>
                    <a:pt x="159" y="240"/>
                    <a:pt x="160" y="239"/>
                    <a:pt x="162" y="239"/>
                  </a:cubicBezTo>
                  <a:cubicBezTo>
                    <a:pt x="167" y="238"/>
                    <a:pt x="172" y="236"/>
                    <a:pt x="177" y="234"/>
                  </a:cubicBezTo>
                  <a:cubicBezTo>
                    <a:pt x="178" y="234"/>
                    <a:pt x="180" y="234"/>
                    <a:pt x="181" y="235"/>
                  </a:cubicBezTo>
                  <a:cubicBezTo>
                    <a:pt x="213" y="264"/>
                    <a:pt x="213" y="264"/>
                    <a:pt x="213" y="264"/>
                  </a:cubicBezTo>
                  <a:cubicBezTo>
                    <a:pt x="214" y="265"/>
                    <a:pt x="216" y="265"/>
                    <a:pt x="218" y="264"/>
                  </a:cubicBezTo>
                  <a:cubicBezTo>
                    <a:pt x="222" y="262"/>
                    <a:pt x="226" y="259"/>
                    <a:pt x="229" y="256"/>
                  </a:cubicBezTo>
                  <a:cubicBezTo>
                    <a:pt x="231" y="255"/>
                    <a:pt x="231" y="253"/>
                    <a:pt x="231" y="251"/>
                  </a:cubicBezTo>
                  <a:cubicBezTo>
                    <a:pt x="213" y="211"/>
                    <a:pt x="213" y="211"/>
                    <a:pt x="213" y="211"/>
                  </a:cubicBezTo>
                  <a:cubicBezTo>
                    <a:pt x="212" y="210"/>
                    <a:pt x="212" y="208"/>
                    <a:pt x="213" y="207"/>
                  </a:cubicBezTo>
                  <a:cubicBezTo>
                    <a:pt x="217" y="203"/>
                    <a:pt x="220" y="199"/>
                    <a:pt x="222" y="195"/>
                  </a:cubicBezTo>
                  <a:cubicBezTo>
                    <a:pt x="223" y="194"/>
                    <a:pt x="225" y="193"/>
                    <a:pt x="226" y="193"/>
                  </a:cubicBezTo>
                  <a:cubicBezTo>
                    <a:pt x="269" y="198"/>
                    <a:pt x="269" y="198"/>
                    <a:pt x="269" y="198"/>
                  </a:cubicBezTo>
                  <a:cubicBezTo>
                    <a:pt x="271" y="198"/>
                    <a:pt x="273" y="197"/>
                    <a:pt x="273" y="195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0"/>
                    <a:pt x="278" y="178"/>
                    <a:pt x="276" y="177"/>
                  </a:cubicBezTo>
                  <a:cubicBezTo>
                    <a:pt x="239" y="155"/>
                    <a:pt x="239" y="155"/>
                    <a:pt x="239" y="155"/>
                  </a:cubicBezTo>
                  <a:cubicBezTo>
                    <a:pt x="237" y="154"/>
                    <a:pt x="236" y="153"/>
                    <a:pt x="237" y="151"/>
                  </a:cubicBezTo>
                  <a:cubicBezTo>
                    <a:pt x="237" y="146"/>
                    <a:pt x="237" y="141"/>
                    <a:pt x="237" y="136"/>
                  </a:cubicBezTo>
                  <a:cubicBezTo>
                    <a:pt x="236" y="135"/>
                    <a:pt x="237" y="133"/>
                    <a:pt x="239" y="132"/>
                  </a:cubicBezTo>
                  <a:cubicBezTo>
                    <a:pt x="276" y="111"/>
                    <a:pt x="276" y="111"/>
                    <a:pt x="276" y="111"/>
                  </a:cubicBezTo>
                  <a:cubicBezTo>
                    <a:pt x="278" y="110"/>
                    <a:pt x="278" y="108"/>
                    <a:pt x="278" y="106"/>
                  </a:cubicBezTo>
                  <a:cubicBezTo>
                    <a:pt x="277" y="102"/>
                    <a:pt x="275" y="97"/>
                    <a:pt x="274" y="93"/>
                  </a:cubicBezTo>
                  <a:cubicBezTo>
                    <a:pt x="273" y="91"/>
                    <a:pt x="271" y="90"/>
                    <a:pt x="269" y="90"/>
                  </a:cubicBezTo>
                  <a:cubicBezTo>
                    <a:pt x="226" y="95"/>
                    <a:pt x="226" y="95"/>
                    <a:pt x="226" y="95"/>
                  </a:cubicBezTo>
                  <a:cubicBezTo>
                    <a:pt x="225" y="95"/>
                    <a:pt x="223" y="94"/>
                    <a:pt x="223" y="93"/>
                  </a:cubicBezTo>
                  <a:cubicBezTo>
                    <a:pt x="220" y="88"/>
                    <a:pt x="217" y="84"/>
                    <a:pt x="213" y="80"/>
                  </a:cubicBezTo>
                  <a:cubicBezTo>
                    <a:pt x="213" y="79"/>
                    <a:pt x="212" y="78"/>
                    <a:pt x="213" y="76"/>
                  </a:cubicBezTo>
                  <a:cubicBezTo>
                    <a:pt x="231" y="37"/>
                    <a:pt x="231" y="37"/>
                    <a:pt x="231" y="37"/>
                  </a:cubicBezTo>
                  <a:cubicBezTo>
                    <a:pt x="231" y="35"/>
                    <a:pt x="231" y="33"/>
                    <a:pt x="229" y="32"/>
                  </a:cubicBezTo>
                  <a:cubicBezTo>
                    <a:pt x="218" y="24"/>
                    <a:pt x="218" y="24"/>
                    <a:pt x="218" y="24"/>
                  </a:cubicBezTo>
                  <a:cubicBezTo>
                    <a:pt x="216" y="22"/>
                    <a:pt x="214" y="23"/>
                    <a:pt x="213" y="24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0" y="54"/>
                    <a:pt x="178" y="54"/>
                    <a:pt x="177" y="53"/>
                  </a:cubicBezTo>
                  <a:cubicBezTo>
                    <a:pt x="172" y="52"/>
                    <a:pt x="167" y="50"/>
                    <a:pt x="162" y="49"/>
                  </a:cubicBezTo>
                  <a:cubicBezTo>
                    <a:pt x="160" y="48"/>
                    <a:pt x="159" y="47"/>
                    <a:pt x="159" y="46"/>
                  </a:cubicBezTo>
                  <a:cubicBezTo>
                    <a:pt x="150" y="3"/>
                    <a:pt x="150" y="3"/>
                    <a:pt x="150" y="3"/>
                  </a:cubicBezTo>
                  <a:cubicBezTo>
                    <a:pt x="150" y="2"/>
                    <a:pt x="148" y="0"/>
                    <a:pt x="146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30" y="0"/>
                    <a:pt x="129" y="2"/>
                    <a:pt x="128" y="3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7"/>
                    <a:pt x="118" y="48"/>
                    <a:pt x="116" y="49"/>
                  </a:cubicBezTo>
                  <a:cubicBezTo>
                    <a:pt x="111" y="50"/>
                    <a:pt x="106" y="52"/>
                    <a:pt x="102" y="53"/>
                  </a:cubicBezTo>
                  <a:cubicBezTo>
                    <a:pt x="100" y="54"/>
                    <a:pt x="99" y="54"/>
                    <a:pt x="98" y="53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4" y="23"/>
                    <a:pt x="62" y="22"/>
                    <a:pt x="60" y="23"/>
                  </a:cubicBezTo>
                  <a:cubicBezTo>
                    <a:pt x="56" y="26"/>
                    <a:pt x="53" y="29"/>
                    <a:pt x="49" y="32"/>
                  </a:cubicBezTo>
                  <a:cubicBezTo>
                    <a:pt x="47" y="33"/>
                    <a:pt x="47" y="35"/>
                    <a:pt x="48" y="37"/>
                  </a:cubicBezTo>
                  <a:cubicBezTo>
                    <a:pt x="65" y="76"/>
                    <a:pt x="65" y="76"/>
                    <a:pt x="65" y="76"/>
                  </a:cubicBezTo>
                  <a:cubicBezTo>
                    <a:pt x="66" y="78"/>
                    <a:pt x="66" y="79"/>
                    <a:pt x="65" y="80"/>
                  </a:cubicBezTo>
                  <a:cubicBezTo>
                    <a:pt x="61" y="84"/>
                    <a:pt x="58" y="88"/>
                    <a:pt x="56" y="93"/>
                  </a:cubicBezTo>
                  <a:cubicBezTo>
                    <a:pt x="55" y="94"/>
                    <a:pt x="53" y="95"/>
                    <a:pt x="52" y="95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7" y="90"/>
                    <a:pt x="5" y="91"/>
                    <a:pt x="5" y="93"/>
                  </a:cubicBezTo>
                  <a:cubicBezTo>
                    <a:pt x="3" y="97"/>
                    <a:pt x="1" y="102"/>
                    <a:pt x="0" y="106"/>
                  </a:cubicBezTo>
                  <a:cubicBezTo>
                    <a:pt x="0" y="108"/>
                    <a:pt x="1" y="110"/>
                    <a:pt x="2" y="111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1" y="133"/>
                    <a:pt x="42" y="135"/>
                    <a:pt x="42" y="136"/>
                  </a:cubicBezTo>
                  <a:cubicBezTo>
                    <a:pt x="41" y="141"/>
                    <a:pt x="41" y="146"/>
                    <a:pt x="42" y="151"/>
                  </a:cubicBezTo>
                  <a:cubicBezTo>
                    <a:pt x="42" y="153"/>
                    <a:pt x="41" y="154"/>
                    <a:pt x="40" y="155"/>
                  </a:cubicBezTo>
                  <a:cubicBezTo>
                    <a:pt x="2" y="177"/>
                    <a:pt x="2" y="177"/>
                    <a:pt x="2" y="177"/>
                  </a:cubicBezTo>
                  <a:cubicBezTo>
                    <a:pt x="1" y="178"/>
                    <a:pt x="0" y="180"/>
                    <a:pt x="0" y="181"/>
                  </a:cubicBezTo>
                  <a:cubicBezTo>
                    <a:pt x="1" y="186"/>
                    <a:pt x="3" y="191"/>
                    <a:pt x="5" y="195"/>
                  </a:cubicBezTo>
                  <a:cubicBezTo>
                    <a:pt x="5" y="197"/>
                    <a:pt x="7" y="198"/>
                    <a:pt x="9" y="198"/>
                  </a:cubicBezTo>
                  <a:cubicBezTo>
                    <a:pt x="52" y="193"/>
                    <a:pt x="52" y="193"/>
                    <a:pt x="52" y="193"/>
                  </a:cubicBezTo>
                  <a:cubicBezTo>
                    <a:pt x="53" y="193"/>
                    <a:pt x="55" y="194"/>
                    <a:pt x="56" y="195"/>
                  </a:cubicBezTo>
                  <a:cubicBezTo>
                    <a:pt x="58" y="199"/>
                    <a:pt x="61" y="203"/>
                    <a:pt x="65" y="207"/>
                  </a:cubicBezTo>
                  <a:cubicBezTo>
                    <a:pt x="66" y="208"/>
                    <a:pt x="66" y="210"/>
                    <a:pt x="65" y="211"/>
                  </a:cubicBezTo>
                  <a:cubicBezTo>
                    <a:pt x="48" y="251"/>
                    <a:pt x="48" y="251"/>
                    <a:pt x="48" y="251"/>
                  </a:cubicBezTo>
                  <a:cubicBezTo>
                    <a:pt x="47" y="253"/>
                    <a:pt x="47" y="255"/>
                    <a:pt x="49" y="256"/>
                  </a:cubicBezTo>
                  <a:cubicBezTo>
                    <a:pt x="53" y="259"/>
                    <a:pt x="56" y="262"/>
                    <a:pt x="60" y="264"/>
                  </a:cubicBezTo>
                  <a:cubicBezTo>
                    <a:pt x="62" y="265"/>
                    <a:pt x="64" y="265"/>
                    <a:pt x="65" y="264"/>
                  </a:cubicBezTo>
                  <a:cubicBezTo>
                    <a:pt x="98" y="235"/>
                    <a:pt x="98" y="235"/>
                    <a:pt x="98" y="235"/>
                  </a:cubicBezTo>
                  <a:cubicBezTo>
                    <a:pt x="99" y="234"/>
                    <a:pt x="100" y="234"/>
                    <a:pt x="102" y="234"/>
                  </a:cubicBezTo>
                  <a:cubicBezTo>
                    <a:pt x="106" y="236"/>
                    <a:pt x="111" y="238"/>
                    <a:pt x="116" y="239"/>
                  </a:cubicBezTo>
                  <a:cubicBezTo>
                    <a:pt x="118" y="239"/>
                    <a:pt x="119" y="240"/>
                    <a:pt x="119" y="242"/>
                  </a:cubicBezTo>
                  <a:lnTo>
                    <a:pt x="128" y="284"/>
                  </a:lnTo>
                  <a:close/>
                  <a:moveTo>
                    <a:pt x="70" y="144"/>
                  </a:moveTo>
                  <a:cubicBezTo>
                    <a:pt x="70" y="106"/>
                    <a:pt x="101" y="75"/>
                    <a:pt x="139" y="75"/>
                  </a:cubicBezTo>
                  <a:cubicBezTo>
                    <a:pt x="177" y="75"/>
                    <a:pt x="208" y="106"/>
                    <a:pt x="208" y="144"/>
                  </a:cubicBezTo>
                  <a:cubicBezTo>
                    <a:pt x="208" y="182"/>
                    <a:pt x="177" y="213"/>
                    <a:pt x="139" y="213"/>
                  </a:cubicBezTo>
                  <a:cubicBezTo>
                    <a:pt x="101" y="213"/>
                    <a:pt x="70" y="182"/>
                    <a:pt x="70" y="144"/>
                  </a:cubicBezTo>
                  <a:close/>
                </a:path>
              </a:pathLst>
            </a:custGeom>
            <a:solidFill>
              <a:srgbClr val="00387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 Box 38"/>
            <p:cNvSpPr txBox="1">
              <a:spLocks noChangeArrowheads="1"/>
            </p:cNvSpPr>
            <p:nvPr/>
          </p:nvSpPr>
          <p:spPr bwMode="auto">
            <a:xfrm>
              <a:off x="10961" y="3585"/>
              <a:ext cx="984" cy="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3600">
                  <a:solidFill>
                    <a:srgbClr val="595959"/>
                  </a:solidFill>
                  <a:latin typeface="Impact" panose="020B0806030902050204" pitchFamily="34" charset="0"/>
                  <a:ea typeface="Microsoft YaHei" charset="-122"/>
                </a:rPr>
                <a:t>03</a:t>
              </a:r>
              <a:endParaRPr lang="zh-CN" altLang="zh-CN" sz="3600">
                <a:solidFill>
                  <a:srgbClr val="595959"/>
                </a:solidFill>
                <a:latin typeface="Impact" panose="020B0806030902050204" pitchFamily="34" charset="0"/>
                <a:ea typeface="Microsoft YaHei" charset="-122"/>
              </a:endParaRPr>
            </a:p>
          </p:txBody>
        </p:sp>
        <p:sp>
          <p:nvSpPr>
            <p:cNvPr id="98" name="Text Box 38"/>
            <p:cNvSpPr txBox="1">
              <a:spLocks noChangeArrowheads="1"/>
            </p:cNvSpPr>
            <p:nvPr/>
          </p:nvSpPr>
          <p:spPr bwMode="auto">
            <a:xfrm>
              <a:off x="11073" y="6458"/>
              <a:ext cx="1159" cy="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3600">
                  <a:solidFill>
                    <a:srgbClr val="595959"/>
                  </a:solidFill>
                  <a:latin typeface="Impact" panose="020B0806030902050204" pitchFamily="34" charset="0"/>
                  <a:ea typeface="Microsoft YaHei" charset="-122"/>
                </a:rPr>
                <a:t>04</a:t>
              </a:r>
            </a:p>
          </p:txBody>
        </p:sp>
        <p:sp>
          <p:nvSpPr>
            <p:cNvPr id="100" name="Text Box 38"/>
            <p:cNvSpPr txBox="1">
              <a:spLocks noChangeArrowheads="1"/>
            </p:cNvSpPr>
            <p:nvPr/>
          </p:nvSpPr>
          <p:spPr bwMode="auto">
            <a:xfrm>
              <a:off x="6575" y="3585"/>
              <a:ext cx="1061" cy="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zh-CN" sz="3600">
                  <a:solidFill>
                    <a:srgbClr val="595959"/>
                  </a:solidFill>
                  <a:latin typeface="Impact" panose="020B0806030902050204" pitchFamily="34" charset="0"/>
                  <a:ea typeface="Microsoft YaHei" charset="-122"/>
                </a:rPr>
                <a:t>01</a:t>
              </a:r>
            </a:p>
          </p:txBody>
        </p:sp>
        <p:sp>
          <p:nvSpPr>
            <p:cNvPr id="101" name="Text Box 38"/>
            <p:cNvSpPr txBox="1">
              <a:spLocks noChangeArrowheads="1"/>
            </p:cNvSpPr>
            <p:nvPr/>
          </p:nvSpPr>
          <p:spPr bwMode="auto">
            <a:xfrm>
              <a:off x="6575" y="6440"/>
              <a:ext cx="1162" cy="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3600">
                  <a:solidFill>
                    <a:srgbClr val="595959"/>
                  </a:solidFill>
                  <a:latin typeface="Impact" panose="020B0806030902050204" pitchFamily="34" charset="0"/>
                  <a:ea typeface="Microsoft YaHei" charset="-122"/>
                </a:rPr>
                <a:t>02</a:t>
              </a:r>
            </a:p>
          </p:txBody>
        </p:sp>
        <p:sp>
          <p:nvSpPr>
            <p:cNvPr id="104" name="矩形 103"/>
            <p:cNvSpPr>
              <a:spLocks noChangeArrowheads="1"/>
            </p:cNvSpPr>
            <p:nvPr/>
          </p:nvSpPr>
          <p:spPr bwMode="auto">
            <a:xfrm>
              <a:off x="8358" y="4782"/>
              <a:ext cx="1967" cy="1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387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rgbClr val="042A58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8584565" y="1543685"/>
            <a:ext cx="2811145" cy="768350"/>
            <a:chOff x="9739" y="3037"/>
            <a:chExt cx="8133" cy="1210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8584565" y="3662680"/>
            <a:ext cx="2811145" cy="768350"/>
            <a:chOff x="9739" y="3037"/>
            <a:chExt cx="8133" cy="1210"/>
          </a:xfrm>
        </p:grpSpPr>
        <p:sp>
          <p:nvSpPr>
            <p:cNvPr id="8" name="矩形 7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144905" y="3662680"/>
            <a:ext cx="2811145" cy="768350"/>
            <a:chOff x="9739" y="3037"/>
            <a:chExt cx="8133" cy="1210"/>
          </a:xfrm>
        </p:grpSpPr>
        <p:sp>
          <p:nvSpPr>
            <p:cNvPr id="15" name="矩形 14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1144905" y="1543685"/>
            <a:ext cx="2811145" cy="768350"/>
            <a:chOff x="9739" y="3037"/>
            <a:chExt cx="8133" cy="1210"/>
          </a:xfrm>
        </p:grpSpPr>
        <p:sp>
          <p:nvSpPr>
            <p:cNvPr id="19" name="矩形 18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pic>
        <p:nvPicPr>
          <p:cNvPr id="21" name="圖片 20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群組 32"/>
          <p:cNvGrpSpPr/>
          <p:nvPr/>
        </p:nvGrpSpPr>
        <p:grpSpPr>
          <a:xfrm>
            <a:off x="8924925" y="1519555"/>
            <a:ext cx="2811145" cy="768350"/>
            <a:chOff x="9739" y="3037"/>
            <a:chExt cx="8133" cy="1210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8899525" y="4244975"/>
            <a:ext cx="2811145" cy="768350"/>
            <a:chOff x="9739" y="3037"/>
            <a:chExt cx="8133" cy="1210"/>
          </a:xfrm>
        </p:grpSpPr>
        <p:sp>
          <p:nvSpPr>
            <p:cNvPr id="8" name="矩形 7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339090" y="4589145"/>
            <a:ext cx="2811145" cy="768350"/>
            <a:chOff x="9739" y="3037"/>
            <a:chExt cx="8133" cy="1210"/>
          </a:xfrm>
        </p:grpSpPr>
        <p:sp>
          <p:nvSpPr>
            <p:cNvPr id="15" name="矩形 14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339090" y="1765300"/>
            <a:ext cx="2811145" cy="768350"/>
            <a:chOff x="9739" y="3037"/>
            <a:chExt cx="8133" cy="1210"/>
          </a:xfrm>
        </p:grpSpPr>
        <p:sp>
          <p:nvSpPr>
            <p:cNvPr id="19" name="矩形 18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cxnSp>
        <p:nvCxnSpPr>
          <p:cNvPr id="31" name="MH_Other_1"/>
          <p:cNvCxnSpPr/>
          <p:nvPr>
            <p:custDataLst>
              <p:tags r:id="rId1"/>
            </p:custDataLst>
          </p:nvPr>
        </p:nvCxnSpPr>
        <p:spPr>
          <a:xfrm>
            <a:off x="2907030" y="2830830"/>
            <a:ext cx="2006600" cy="0"/>
          </a:xfrm>
          <a:prstGeom prst="line">
            <a:avLst/>
          </a:prstGeom>
          <a:ln w="9525">
            <a:solidFill>
              <a:srgbClr val="414042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MH_Other_2"/>
          <p:cNvCxnSpPr/>
          <p:nvPr>
            <p:custDataLst>
              <p:tags r:id="rId2"/>
            </p:custDataLst>
          </p:nvPr>
        </p:nvCxnSpPr>
        <p:spPr>
          <a:xfrm>
            <a:off x="7429500" y="3117850"/>
            <a:ext cx="1482090" cy="0"/>
          </a:xfrm>
          <a:prstGeom prst="line">
            <a:avLst/>
          </a:prstGeom>
          <a:ln w="9525">
            <a:solidFill>
              <a:srgbClr val="414042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MH_Other_3"/>
          <p:cNvCxnSpPr/>
          <p:nvPr>
            <p:custDataLst>
              <p:tags r:id="rId3"/>
            </p:custDataLst>
          </p:nvPr>
        </p:nvCxnSpPr>
        <p:spPr>
          <a:xfrm>
            <a:off x="2821305" y="4674235"/>
            <a:ext cx="1925320" cy="0"/>
          </a:xfrm>
          <a:prstGeom prst="line">
            <a:avLst/>
          </a:prstGeom>
          <a:ln w="9525">
            <a:solidFill>
              <a:srgbClr val="414042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MH_Other_4"/>
          <p:cNvCxnSpPr/>
          <p:nvPr>
            <p:custDataLst>
              <p:tags r:id="rId4"/>
            </p:custDataLst>
          </p:nvPr>
        </p:nvCxnSpPr>
        <p:spPr>
          <a:xfrm>
            <a:off x="6877050" y="5285740"/>
            <a:ext cx="2046605" cy="0"/>
          </a:xfrm>
          <a:prstGeom prst="line">
            <a:avLst/>
          </a:prstGeom>
          <a:ln w="9525">
            <a:solidFill>
              <a:srgbClr val="414042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3"/>
          <p:cNvGrpSpPr/>
          <p:nvPr/>
        </p:nvGrpSpPr>
        <p:grpSpPr>
          <a:xfrm>
            <a:off x="4068592" y="2246115"/>
            <a:ext cx="3570790" cy="3411542"/>
            <a:chOff x="3131215" y="1347614"/>
            <a:chExt cx="2749670" cy="2627042"/>
          </a:xfrm>
          <a:solidFill>
            <a:srgbClr val="003879"/>
          </a:solidFill>
        </p:grpSpPr>
        <p:sp>
          <p:nvSpPr>
            <p:cNvPr id="22" name="MH_SubTitle_1"/>
            <p:cNvSpPr/>
            <p:nvPr>
              <p:custDataLst>
                <p:tags r:id="rId6"/>
              </p:custDataLst>
            </p:nvPr>
          </p:nvSpPr>
          <p:spPr>
            <a:xfrm rot="18218127">
              <a:off x="3865819" y="1162291"/>
              <a:ext cx="1053707" cy="1424354"/>
            </a:xfrm>
            <a:custGeom>
              <a:avLst/>
              <a:gdLst>
                <a:gd name="connsiteX0" fmla="*/ 495300 w 1250950"/>
                <a:gd name="connsiteY0" fmla="*/ 0 h 1511300"/>
                <a:gd name="connsiteX1" fmla="*/ 1250950 w 1250950"/>
                <a:gd name="connsiteY1" fmla="*/ 755650 h 1511300"/>
                <a:gd name="connsiteX2" fmla="*/ 495300 w 1250950"/>
                <a:gd name="connsiteY2" fmla="*/ 1511300 h 1511300"/>
                <a:gd name="connsiteX3" fmla="*/ 72809 w 1250950"/>
                <a:gd name="connsiteY3" fmla="*/ 1382247 h 1511300"/>
                <a:gd name="connsiteX4" fmla="*/ 0 w 1250950"/>
                <a:gd name="connsiteY4" fmla="*/ 1322174 h 1511300"/>
                <a:gd name="connsiteX5" fmla="*/ 39025 w 1250950"/>
                <a:gd name="connsiteY5" fmla="*/ 1289975 h 1511300"/>
                <a:gd name="connsiteX6" fmla="*/ 260350 w 1250950"/>
                <a:gd name="connsiteY6" fmla="*/ 755650 h 1511300"/>
                <a:gd name="connsiteX7" fmla="*/ 39025 w 1250950"/>
                <a:gd name="connsiteY7" fmla="*/ 221325 h 1511300"/>
                <a:gd name="connsiteX8" fmla="*/ 0 w 1250950"/>
                <a:gd name="connsiteY8" fmla="*/ 189126 h 1511300"/>
                <a:gd name="connsiteX9" fmla="*/ 72809 w 1250950"/>
                <a:gd name="connsiteY9" fmla="*/ 129053 h 1511300"/>
                <a:gd name="connsiteX10" fmla="*/ 495300 w 1250950"/>
                <a:gd name="connsiteY10" fmla="*/ 0 h 151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950" h="1511300">
                  <a:moveTo>
                    <a:pt x="495300" y="0"/>
                  </a:moveTo>
                  <a:cubicBezTo>
                    <a:pt x="912634" y="0"/>
                    <a:pt x="1250950" y="338316"/>
                    <a:pt x="1250950" y="755650"/>
                  </a:cubicBezTo>
                  <a:cubicBezTo>
                    <a:pt x="1250950" y="1172984"/>
                    <a:pt x="912634" y="1511300"/>
                    <a:pt x="495300" y="1511300"/>
                  </a:cubicBezTo>
                  <a:cubicBezTo>
                    <a:pt x="338800" y="1511300"/>
                    <a:pt x="193412" y="1463724"/>
                    <a:pt x="72809" y="1382247"/>
                  </a:cubicBezTo>
                  <a:lnTo>
                    <a:pt x="0" y="1322174"/>
                  </a:lnTo>
                  <a:lnTo>
                    <a:pt x="39025" y="1289975"/>
                  </a:lnTo>
                  <a:cubicBezTo>
                    <a:pt x="175771" y="1153230"/>
                    <a:pt x="260350" y="964317"/>
                    <a:pt x="260350" y="755650"/>
                  </a:cubicBezTo>
                  <a:cubicBezTo>
                    <a:pt x="260350" y="546983"/>
                    <a:pt x="175771" y="358071"/>
                    <a:pt x="39025" y="221325"/>
                  </a:cubicBezTo>
                  <a:lnTo>
                    <a:pt x="0" y="189126"/>
                  </a:lnTo>
                  <a:lnTo>
                    <a:pt x="72809" y="129053"/>
                  </a:lnTo>
                  <a:cubicBezTo>
                    <a:pt x="193412" y="47576"/>
                    <a:pt x="338800" y="0"/>
                    <a:pt x="4953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square" lIns="233752" tIns="0" rIns="0" bIns="0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Microsoft YaHei" charset="-122"/>
                  <a:ea typeface="Microsoft YaHei" charset="-122"/>
                </a:rPr>
                <a:t>TITLE</a:t>
              </a:r>
            </a:p>
          </p:txBody>
        </p:sp>
        <p:sp>
          <p:nvSpPr>
            <p:cNvPr id="23" name="MH_SubTitle_2"/>
            <p:cNvSpPr/>
            <p:nvPr>
              <p:custDataLst>
                <p:tags r:id="rId7"/>
              </p:custDataLst>
            </p:nvPr>
          </p:nvSpPr>
          <p:spPr>
            <a:xfrm rot="1955786">
              <a:off x="4767402" y="1863098"/>
              <a:ext cx="1113483" cy="1347889"/>
            </a:xfrm>
            <a:custGeom>
              <a:avLst/>
              <a:gdLst>
                <a:gd name="connsiteX0" fmla="*/ 495300 w 1250950"/>
                <a:gd name="connsiteY0" fmla="*/ 0 h 1511300"/>
                <a:gd name="connsiteX1" fmla="*/ 1250950 w 1250950"/>
                <a:gd name="connsiteY1" fmla="*/ 755650 h 1511300"/>
                <a:gd name="connsiteX2" fmla="*/ 495300 w 1250950"/>
                <a:gd name="connsiteY2" fmla="*/ 1511300 h 1511300"/>
                <a:gd name="connsiteX3" fmla="*/ 72809 w 1250950"/>
                <a:gd name="connsiteY3" fmla="*/ 1382247 h 1511300"/>
                <a:gd name="connsiteX4" fmla="*/ 0 w 1250950"/>
                <a:gd name="connsiteY4" fmla="*/ 1322174 h 1511300"/>
                <a:gd name="connsiteX5" fmla="*/ 39025 w 1250950"/>
                <a:gd name="connsiteY5" fmla="*/ 1289975 h 1511300"/>
                <a:gd name="connsiteX6" fmla="*/ 260350 w 1250950"/>
                <a:gd name="connsiteY6" fmla="*/ 755650 h 1511300"/>
                <a:gd name="connsiteX7" fmla="*/ 39025 w 1250950"/>
                <a:gd name="connsiteY7" fmla="*/ 221325 h 1511300"/>
                <a:gd name="connsiteX8" fmla="*/ 0 w 1250950"/>
                <a:gd name="connsiteY8" fmla="*/ 189126 h 1511300"/>
                <a:gd name="connsiteX9" fmla="*/ 72809 w 1250950"/>
                <a:gd name="connsiteY9" fmla="*/ 129053 h 1511300"/>
                <a:gd name="connsiteX10" fmla="*/ 495300 w 1250950"/>
                <a:gd name="connsiteY10" fmla="*/ 0 h 151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950" h="1511300">
                  <a:moveTo>
                    <a:pt x="495300" y="0"/>
                  </a:moveTo>
                  <a:cubicBezTo>
                    <a:pt x="912634" y="0"/>
                    <a:pt x="1250950" y="338316"/>
                    <a:pt x="1250950" y="755650"/>
                  </a:cubicBezTo>
                  <a:cubicBezTo>
                    <a:pt x="1250950" y="1172984"/>
                    <a:pt x="912634" y="1511300"/>
                    <a:pt x="495300" y="1511300"/>
                  </a:cubicBezTo>
                  <a:cubicBezTo>
                    <a:pt x="338800" y="1511300"/>
                    <a:pt x="193412" y="1463724"/>
                    <a:pt x="72809" y="1382247"/>
                  </a:cubicBezTo>
                  <a:lnTo>
                    <a:pt x="0" y="1322174"/>
                  </a:lnTo>
                  <a:lnTo>
                    <a:pt x="39025" y="1289975"/>
                  </a:lnTo>
                  <a:cubicBezTo>
                    <a:pt x="175771" y="1153230"/>
                    <a:pt x="260350" y="964317"/>
                    <a:pt x="260350" y="755650"/>
                  </a:cubicBezTo>
                  <a:cubicBezTo>
                    <a:pt x="260350" y="546983"/>
                    <a:pt x="175771" y="358071"/>
                    <a:pt x="39025" y="221325"/>
                  </a:cubicBezTo>
                  <a:lnTo>
                    <a:pt x="0" y="189126"/>
                  </a:lnTo>
                  <a:lnTo>
                    <a:pt x="72809" y="129053"/>
                  </a:lnTo>
                  <a:cubicBezTo>
                    <a:pt x="193412" y="47576"/>
                    <a:pt x="338800" y="0"/>
                    <a:pt x="4953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233752" tIns="0" rIns="0" bIns="0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Microsoft YaHei" charset="-122"/>
                  <a:ea typeface="Microsoft YaHei" charset="-122"/>
                </a:rPr>
                <a:t>TITLE</a:t>
              </a:r>
            </a:p>
          </p:txBody>
        </p:sp>
        <p:sp>
          <p:nvSpPr>
            <p:cNvPr id="24" name="MH_SubTitle_3"/>
            <p:cNvSpPr/>
            <p:nvPr>
              <p:custDataLst>
                <p:tags r:id="rId8"/>
              </p:custDataLst>
            </p:nvPr>
          </p:nvSpPr>
          <p:spPr>
            <a:xfrm rot="7109777">
              <a:off x="4148318" y="2735626"/>
              <a:ext cx="1053707" cy="1424354"/>
            </a:xfrm>
            <a:custGeom>
              <a:avLst/>
              <a:gdLst>
                <a:gd name="connsiteX0" fmla="*/ 495300 w 1250950"/>
                <a:gd name="connsiteY0" fmla="*/ 0 h 1511300"/>
                <a:gd name="connsiteX1" fmla="*/ 1250950 w 1250950"/>
                <a:gd name="connsiteY1" fmla="*/ 755650 h 1511300"/>
                <a:gd name="connsiteX2" fmla="*/ 495300 w 1250950"/>
                <a:gd name="connsiteY2" fmla="*/ 1511300 h 1511300"/>
                <a:gd name="connsiteX3" fmla="*/ 72809 w 1250950"/>
                <a:gd name="connsiteY3" fmla="*/ 1382247 h 1511300"/>
                <a:gd name="connsiteX4" fmla="*/ 0 w 1250950"/>
                <a:gd name="connsiteY4" fmla="*/ 1322174 h 1511300"/>
                <a:gd name="connsiteX5" fmla="*/ 39025 w 1250950"/>
                <a:gd name="connsiteY5" fmla="*/ 1289975 h 1511300"/>
                <a:gd name="connsiteX6" fmla="*/ 260350 w 1250950"/>
                <a:gd name="connsiteY6" fmla="*/ 755650 h 1511300"/>
                <a:gd name="connsiteX7" fmla="*/ 39025 w 1250950"/>
                <a:gd name="connsiteY7" fmla="*/ 221325 h 1511300"/>
                <a:gd name="connsiteX8" fmla="*/ 0 w 1250950"/>
                <a:gd name="connsiteY8" fmla="*/ 189126 h 1511300"/>
                <a:gd name="connsiteX9" fmla="*/ 72809 w 1250950"/>
                <a:gd name="connsiteY9" fmla="*/ 129053 h 1511300"/>
                <a:gd name="connsiteX10" fmla="*/ 495300 w 1250950"/>
                <a:gd name="connsiteY10" fmla="*/ 0 h 151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950" h="1511300">
                  <a:moveTo>
                    <a:pt x="495300" y="0"/>
                  </a:moveTo>
                  <a:cubicBezTo>
                    <a:pt x="912634" y="0"/>
                    <a:pt x="1250950" y="338316"/>
                    <a:pt x="1250950" y="755650"/>
                  </a:cubicBezTo>
                  <a:cubicBezTo>
                    <a:pt x="1250950" y="1172984"/>
                    <a:pt x="912634" y="1511300"/>
                    <a:pt x="495300" y="1511300"/>
                  </a:cubicBezTo>
                  <a:cubicBezTo>
                    <a:pt x="338800" y="1511300"/>
                    <a:pt x="193412" y="1463724"/>
                    <a:pt x="72809" y="1382247"/>
                  </a:cubicBezTo>
                  <a:lnTo>
                    <a:pt x="0" y="1322174"/>
                  </a:lnTo>
                  <a:lnTo>
                    <a:pt x="39025" y="1289975"/>
                  </a:lnTo>
                  <a:cubicBezTo>
                    <a:pt x="175771" y="1153230"/>
                    <a:pt x="260350" y="964317"/>
                    <a:pt x="260350" y="755650"/>
                  </a:cubicBezTo>
                  <a:cubicBezTo>
                    <a:pt x="260350" y="546983"/>
                    <a:pt x="175771" y="358071"/>
                    <a:pt x="39025" y="221325"/>
                  </a:cubicBezTo>
                  <a:lnTo>
                    <a:pt x="0" y="189126"/>
                  </a:lnTo>
                  <a:lnTo>
                    <a:pt x="72809" y="129053"/>
                  </a:lnTo>
                  <a:cubicBezTo>
                    <a:pt x="193412" y="47576"/>
                    <a:pt x="338800" y="0"/>
                    <a:pt x="4953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233752" tIns="0" rIns="0" bIns="0" rtlCol="0" anchor="ctr">
              <a:normAutofit/>
            </a:bodyPr>
            <a:lstStyle/>
            <a:p>
              <a:pPr algn="ctr"/>
              <a:r>
                <a:rPr lang="en-US" altLang="zh-CN">
                  <a:solidFill>
                    <a:srgbClr val="FFFFFF"/>
                  </a:solidFill>
                  <a:latin typeface="Microsoft YaHei" charset="-122"/>
                  <a:ea typeface="Microsoft YaHei" charset="-122"/>
                </a:rPr>
                <a:t>TITLE</a:t>
              </a:r>
              <a:endParaRPr lang="zh-CN" altLang="en-US" dirty="0">
                <a:solidFill>
                  <a:srgbClr val="FFFFFF"/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5" name="MH_SubTitle_4"/>
            <p:cNvSpPr/>
            <p:nvPr>
              <p:custDataLst>
                <p:tags r:id="rId9"/>
              </p:custDataLst>
            </p:nvPr>
          </p:nvSpPr>
          <p:spPr>
            <a:xfrm rot="12790540">
              <a:off x="3131215" y="2123513"/>
              <a:ext cx="1113483" cy="1347889"/>
            </a:xfrm>
            <a:custGeom>
              <a:avLst/>
              <a:gdLst>
                <a:gd name="connsiteX0" fmla="*/ 495300 w 1250950"/>
                <a:gd name="connsiteY0" fmla="*/ 0 h 1511300"/>
                <a:gd name="connsiteX1" fmla="*/ 1250950 w 1250950"/>
                <a:gd name="connsiteY1" fmla="*/ 755650 h 1511300"/>
                <a:gd name="connsiteX2" fmla="*/ 495300 w 1250950"/>
                <a:gd name="connsiteY2" fmla="*/ 1511300 h 1511300"/>
                <a:gd name="connsiteX3" fmla="*/ 72809 w 1250950"/>
                <a:gd name="connsiteY3" fmla="*/ 1382247 h 1511300"/>
                <a:gd name="connsiteX4" fmla="*/ 0 w 1250950"/>
                <a:gd name="connsiteY4" fmla="*/ 1322174 h 1511300"/>
                <a:gd name="connsiteX5" fmla="*/ 39025 w 1250950"/>
                <a:gd name="connsiteY5" fmla="*/ 1289975 h 1511300"/>
                <a:gd name="connsiteX6" fmla="*/ 260350 w 1250950"/>
                <a:gd name="connsiteY6" fmla="*/ 755650 h 1511300"/>
                <a:gd name="connsiteX7" fmla="*/ 39025 w 1250950"/>
                <a:gd name="connsiteY7" fmla="*/ 221325 h 1511300"/>
                <a:gd name="connsiteX8" fmla="*/ 0 w 1250950"/>
                <a:gd name="connsiteY8" fmla="*/ 189126 h 1511300"/>
                <a:gd name="connsiteX9" fmla="*/ 72809 w 1250950"/>
                <a:gd name="connsiteY9" fmla="*/ 129053 h 1511300"/>
                <a:gd name="connsiteX10" fmla="*/ 495300 w 1250950"/>
                <a:gd name="connsiteY10" fmla="*/ 0 h 151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0950" h="1511300">
                  <a:moveTo>
                    <a:pt x="495300" y="0"/>
                  </a:moveTo>
                  <a:cubicBezTo>
                    <a:pt x="912634" y="0"/>
                    <a:pt x="1250950" y="338316"/>
                    <a:pt x="1250950" y="755650"/>
                  </a:cubicBezTo>
                  <a:cubicBezTo>
                    <a:pt x="1250950" y="1172984"/>
                    <a:pt x="912634" y="1511300"/>
                    <a:pt x="495300" y="1511300"/>
                  </a:cubicBezTo>
                  <a:cubicBezTo>
                    <a:pt x="338800" y="1511300"/>
                    <a:pt x="193412" y="1463724"/>
                    <a:pt x="72809" y="1382247"/>
                  </a:cubicBezTo>
                  <a:lnTo>
                    <a:pt x="0" y="1322174"/>
                  </a:lnTo>
                  <a:lnTo>
                    <a:pt x="39025" y="1289975"/>
                  </a:lnTo>
                  <a:cubicBezTo>
                    <a:pt x="175771" y="1153230"/>
                    <a:pt x="260350" y="964317"/>
                    <a:pt x="260350" y="755650"/>
                  </a:cubicBezTo>
                  <a:cubicBezTo>
                    <a:pt x="260350" y="546983"/>
                    <a:pt x="175771" y="358071"/>
                    <a:pt x="39025" y="221325"/>
                  </a:cubicBezTo>
                  <a:lnTo>
                    <a:pt x="0" y="189126"/>
                  </a:lnTo>
                  <a:lnTo>
                    <a:pt x="72809" y="129053"/>
                  </a:lnTo>
                  <a:cubicBezTo>
                    <a:pt x="193412" y="47576"/>
                    <a:pt x="338800" y="0"/>
                    <a:pt x="4953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square" lIns="140251" tIns="0" rIns="0" bIns="0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Microsoft YaHei" charset="-122"/>
                  <a:ea typeface="Microsoft YaHei" charset="-122"/>
                </a:rPr>
                <a:t>TITLE</a:t>
              </a:r>
            </a:p>
          </p:txBody>
        </p:sp>
      </p:grpSp>
      <p:pic>
        <p:nvPicPr>
          <p:cNvPr id="2" name="圖片 1" descr="WechatIMG1494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群組 19"/>
          <p:cNvGrpSpPr/>
          <p:nvPr/>
        </p:nvGrpSpPr>
        <p:grpSpPr>
          <a:xfrm>
            <a:off x="455930" y="1849755"/>
            <a:ext cx="5838825" cy="4881880"/>
            <a:chOff x="759" y="2913"/>
            <a:chExt cx="9195" cy="7688"/>
          </a:xfrm>
        </p:grpSpPr>
        <p:grpSp>
          <p:nvGrpSpPr>
            <p:cNvPr id="2" name="组合 3"/>
            <p:cNvGrpSpPr/>
            <p:nvPr/>
          </p:nvGrpSpPr>
          <p:grpSpPr>
            <a:xfrm>
              <a:off x="759" y="2913"/>
              <a:ext cx="7689" cy="7689"/>
              <a:chOff x="370849" y="1049620"/>
              <a:chExt cx="3758456" cy="3758456"/>
            </a:xfrm>
          </p:grpSpPr>
          <p:sp>
            <p:nvSpPr>
              <p:cNvPr id="7" name="椭圆 4"/>
              <p:cNvSpPr>
                <a:spLocks noChangeAspect="1"/>
              </p:cNvSpPr>
              <p:nvPr/>
            </p:nvSpPr>
            <p:spPr>
              <a:xfrm>
                <a:off x="934617" y="1613388"/>
                <a:ext cx="2630919" cy="2630919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  <p:sp>
            <p:nvSpPr>
              <p:cNvPr id="8" name="椭圆 5"/>
              <p:cNvSpPr>
                <a:spLocks noChangeAspect="1"/>
              </p:cNvSpPr>
              <p:nvPr/>
            </p:nvSpPr>
            <p:spPr>
              <a:xfrm>
                <a:off x="1226942" y="1905713"/>
                <a:ext cx="2046270" cy="2046270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  <p:sp>
            <p:nvSpPr>
              <p:cNvPr id="9" name="椭圆 6"/>
              <p:cNvSpPr>
                <a:spLocks noChangeAspect="1"/>
              </p:cNvSpPr>
              <p:nvPr/>
            </p:nvSpPr>
            <p:spPr>
              <a:xfrm>
                <a:off x="1519267" y="2198038"/>
                <a:ext cx="1461622" cy="1461622"/>
              </a:xfrm>
              <a:prstGeom prst="ellipse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  <p:sp>
            <p:nvSpPr>
              <p:cNvPr id="11" name="椭圆 7"/>
              <p:cNvSpPr>
                <a:spLocks noChangeAspect="1"/>
              </p:cNvSpPr>
              <p:nvPr/>
            </p:nvSpPr>
            <p:spPr>
              <a:xfrm>
                <a:off x="1811590" y="2490361"/>
                <a:ext cx="876973" cy="876973"/>
              </a:xfrm>
              <a:prstGeom prst="ellipse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  <p:sp>
            <p:nvSpPr>
              <p:cNvPr id="15" name="饼形 7"/>
              <p:cNvSpPr>
                <a:spLocks noChangeAspect="1"/>
              </p:cNvSpPr>
              <p:nvPr/>
            </p:nvSpPr>
            <p:spPr>
              <a:xfrm>
                <a:off x="370849" y="1049620"/>
                <a:ext cx="3758456" cy="3758456"/>
              </a:xfrm>
              <a:prstGeom prst="pie">
                <a:avLst>
                  <a:gd name="adj1" fmla="val 16891099"/>
                  <a:gd name="adj2" fmla="val 18389175"/>
                </a:avLst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  <p:sp>
            <p:nvSpPr>
              <p:cNvPr id="17" name="饼形 8"/>
              <p:cNvSpPr>
                <a:spLocks noChangeAspect="1"/>
              </p:cNvSpPr>
              <p:nvPr/>
            </p:nvSpPr>
            <p:spPr>
              <a:xfrm>
                <a:off x="746695" y="1353166"/>
                <a:ext cx="3006765" cy="3006765"/>
              </a:xfrm>
              <a:prstGeom prst="pie">
                <a:avLst>
                  <a:gd name="adj1" fmla="val 18800821"/>
                  <a:gd name="adj2" fmla="val 20487076"/>
                </a:avLst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  <p:sp>
            <p:nvSpPr>
              <p:cNvPr id="18" name="饼形 9"/>
              <p:cNvSpPr>
                <a:spLocks noChangeAspect="1"/>
              </p:cNvSpPr>
              <p:nvPr/>
            </p:nvSpPr>
            <p:spPr>
              <a:xfrm>
                <a:off x="1122540" y="1801311"/>
                <a:ext cx="2255074" cy="2255074"/>
              </a:xfrm>
              <a:prstGeom prst="pie">
                <a:avLst>
                  <a:gd name="adj1" fmla="val 21086868"/>
                  <a:gd name="adj2" fmla="val 1772864"/>
                </a:avLst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  <p:sp>
            <p:nvSpPr>
              <p:cNvPr id="19" name="饼形 10"/>
              <p:cNvSpPr>
                <a:spLocks noChangeAspect="1"/>
              </p:cNvSpPr>
              <p:nvPr/>
            </p:nvSpPr>
            <p:spPr>
              <a:xfrm>
                <a:off x="1310463" y="1989234"/>
                <a:ext cx="1879228" cy="1879228"/>
              </a:xfrm>
              <a:prstGeom prst="pie">
                <a:avLst>
                  <a:gd name="adj1" fmla="val 2573177"/>
                  <a:gd name="adj2" fmla="val 6304209"/>
                </a:avLst>
              </a:prstGeom>
              <a:solidFill>
                <a:srgbClr val="0038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F1F1F"/>
                  </a:solidFill>
                </a:endParaRPr>
              </a:p>
            </p:txBody>
          </p:sp>
        </p:grpSp>
        <p:cxnSp>
          <p:nvCxnSpPr>
            <p:cNvPr id="28" name="直线连接符 27"/>
            <p:cNvCxnSpPr/>
            <p:nvPr/>
          </p:nvCxnSpPr>
          <p:spPr>
            <a:xfrm>
              <a:off x="6330" y="3333"/>
              <a:ext cx="3624" cy="0"/>
            </a:xfrm>
            <a:prstGeom prst="line">
              <a:avLst/>
            </a:prstGeom>
            <a:ln w="19050" cmpd="sng">
              <a:solidFill>
                <a:srgbClr val="003879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/>
            <p:cNvCxnSpPr/>
            <p:nvPr/>
          </p:nvCxnSpPr>
          <p:spPr>
            <a:xfrm>
              <a:off x="6910" y="4835"/>
              <a:ext cx="3044" cy="0"/>
            </a:xfrm>
            <a:prstGeom prst="line">
              <a:avLst/>
            </a:prstGeom>
            <a:ln w="19050" cmpd="sng">
              <a:solidFill>
                <a:srgbClr val="003879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/>
            <p:cNvCxnSpPr/>
            <p:nvPr/>
          </p:nvCxnSpPr>
          <p:spPr>
            <a:xfrm>
              <a:off x="6330" y="6520"/>
              <a:ext cx="3624" cy="0"/>
            </a:xfrm>
            <a:prstGeom prst="line">
              <a:avLst/>
            </a:prstGeom>
            <a:ln w="19050" cmpd="sng">
              <a:solidFill>
                <a:srgbClr val="003879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/>
            <p:cNvCxnSpPr/>
            <p:nvPr/>
          </p:nvCxnSpPr>
          <p:spPr>
            <a:xfrm>
              <a:off x="5884" y="8015"/>
              <a:ext cx="4071" cy="0"/>
            </a:xfrm>
            <a:prstGeom prst="line">
              <a:avLst/>
            </a:prstGeom>
            <a:ln w="19050" cmpd="sng">
              <a:solidFill>
                <a:srgbClr val="003879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6534785" y="1551305"/>
            <a:ext cx="5139055" cy="768350"/>
            <a:chOff x="9739" y="3037"/>
            <a:chExt cx="8133" cy="1210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528435" y="2686050"/>
            <a:ext cx="5139055" cy="768350"/>
            <a:chOff x="9739" y="3037"/>
            <a:chExt cx="8133" cy="1210"/>
          </a:xfrm>
        </p:grpSpPr>
        <p:sp>
          <p:nvSpPr>
            <p:cNvPr id="23" name="矩形 22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6534785" y="3846195"/>
            <a:ext cx="5139055" cy="768350"/>
            <a:chOff x="9739" y="3037"/>
            <a:chExt cx="8133" cy="1210"/>
          </a:xfrm>
        </p:grpSpPr>
        <p:sp>
          <p:nvSpPr>
            <p:cNvPr id="26" name="矩形 25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6534785" y="4904105"/>
            <a:ext cx="5139055" cy="768350"/>
            <a:chOff x="9739" y="3037"/>
            <a:chExt cx="8133" cy="1210"/>
          </a:xfrm>
        </p:grpSpPr>
        <p:sp>
          <p:nvSpPr>
            <p:cNvPr id="36" name="矩形 35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pic>
        <p:nvPicPr>
          <p:cNvPr id="21" name="圖片 20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群組 17"/>
          <p:cNvGrpSpPr/>
          <p:nvPr/>
        </p:nvGrpSpPr>
        <p:grpSpPr>
          <a:xfrm>
            <a:off x="2795536" y="4091940"/>
            <a:ext cx="2800084" cy="782955"/>
            <a:chOff x="9771" y="3014"/>
            <a:chExt cx="8101" cy="1233"/>
          </a:xfrm>
        </p:grpSpPr>
        <p:sp>
          <p:nvSpPr>
            <p:cNvPr id="19" name="矩形 18"/>
            <p:cNvSpPr/>
            <p:nvPr/>
          </p:nvSpPr>
          <p:spPr>
            <a:xfrm>
              <a:off x="12495" y="3014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1938655" y="2025650"/>
            <a:ext cx="8314690" cy="2066925"/>
            <a:chOff x="3394" y="3074"/>
            <a:chExt cx="12412" cy="3140"/>
          </a:xfrm>
        </p:grpSpPr>
        <p:grpSp>
          <p:nvGrpSpPr>
            <p:cNvPr id="21" name="组合 14"/>
            <p:cNvGrpSpPr/>
            <p:nvPr/>
          </p:nvGrpSpPr>
          <p:grpSpPr>
            <a:xfrm>
              <a:off x="3394" y="3587"/>
              <a:ext cx="2102" cy="2100"/>
              <a:chOff x="1546365" y="1505689"/>
              <a:chExt cx="1024812" cy="1023621"/>
            </a:xfrm>
          </p:grpSpPr>
          <p:sp>
            <p:nvSpPr>
              <p:cNvPr id="22" name="菱形 21"/>
              <p:cNvSpPr/>
              <p:nvPr/>
            </p:nvSpPr>
            <p:spPr>
              <a:xfrm>
                <a:off x="1546365" y="1505689"/>
                <a:ext cx="1024812" cy="1023621"/>
              </a:xfrm>
              <a:prstGeom prst="diamond">
                <a:avLst/>
              </a:prstGeom>
              <a:solidFill>
                <a:srgbClr val="00387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805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45" name="KSO_Shape"/>
              <p:cNvSpPr/>
              <p:nvPr/>
            </p:nvSpPr>
            <p:spPr bwMode="auto">
              <a:xfrm>
                <a:off x="1868925" y="1793731"/>
                <a:ext cx="442776" cy="401117"/>
              </a:xfrm>
              <a:custGeom>
                <a:avLst/>
                <a:gdLst>
                  <a:gd name="T0" fmla="*/ 726341 w 2395538"/>
                  <a:gd name="T1" fmla="*/ 2170112 h 2170112"/>
                  <a:gd name="T2" fmla="*/ 1441768 w 2395538"/>
                  <a:gd name="T3" fmla="*/ 728510 h 2170112"/>
                  <a:gd name="T4" fmla="*/ 1885633 w 2395538"/>
                  <a:gd name="T5" fmla="*/ 1143658 h 2170112"/>
                  <a:gd name="T6" fmla="*/ 1870393 w 2395538"/>
                  <a:gd name="T7" fmla="*/ 1187775 h 2170112"/>
                  <a:gd name="T8" fmla="*/ 1824038 w 2395538"/>
                  <a:gd name="T9" fmla="*/ 1209358 h 2170112"/>
                  <a:gd name="T10" fmla="*/ 1774825 w 2395538"/>
                  <a:gd name="T11" fmla="*/ 1196345 h 2170112"/>
                  <a:gd name="T12" fmla="*/ 87630 w 2395538"/>
                  <a:gd name="T13" fmla="*/ 1207136 h 2170112"/>
                  <a:gd name="T14" fmla="*/ 36195 w 2395538"/>
                  <a:gd name="T15" fmla="*/ 1203010 h 2170112"/>
                  <a:gd name="T16" fmla="*/ 2540 w 2395538"/>
                  <a:gd name="T17" fmla="*/ 1166510 h 2170112"/>
                  <a:gd name="T18" fmla="*/ 7937 w 2395538"/>
                  <a:gd name="T19" fmla="*/ 1121123 h 2170112"/>
                  <a:gd name="T20" fmla="*/ 1968140 w 2395538"/>
                  <a:gd name="T21" fmla="*/ 219388 h 2170112"/>
                  <a:gd name="T22" fmla="*/ 2114413 w 2395538"/>
                  <a:gd name="T23" fmla="*/ 243789 h 2170112"/>
                  <a:gd name="T24" fmla="*/ 2240697 w 2395538"/>
                  <a:gd name="T25" fmla="*/ 284667 h 2170112"/>
                  <a:gd name="T26" fmla="*/ 2388557 w 2395538"/>
                  <a:gd name="T27" fmla="*/ 355016 h 2170112"/>
                  <a:gd name="T28" fmla="*/ 2336521 w 2395538"/>
                  <a:gd name="T29" fmla="*/ 373079 h 2170112"/>
                  <a:gd name="T30" fmla="*/ 2250533 w 2395538"/>
                  <a:gd name="T31" fmla="*/ 415225 h 2170112"/>
                  <a:gd name="T32" fmla="*/ 2138845 w 2395538"/>
                  <a:gd name="T33" fmla="*/ 508390 h 2170112"/>
                  <a:gd name="T34" fmla="*/ 2044926 w 2395538"/>
                  <a:gd name="T35" fmla="*/ 621519 h 2170112"/>
                  <a:gd name="T36" fmla="*/ 1960525 w 2395538"/>
                  <a:gd name="T37" fmla="*/ 747006 h 2170112"/>
                  <a:gd name="T38" fmla="*/ 1902777 w 2395538"/>
                  <a:gd name="T39" fmla="*/ 803412 h 2170112"/>
                  <a:gd name="T40" fmla="*/ 1832020 w 2395538"/>
                  <a:gd name="T41" fmla="*/ 843974 h 2170112"/>
                  <a:gd name="T42" fmla="*/ 1753013 w 2395538"/>
                  <a:gd name="T43" fmla="*/ 868374 h 2170112"/>
                  <a:gd name="T44" fmla="*/ 1568664 w 2395538"/>
                  <a:gd name="T45" fmla="*/ 707079 h 2170112"/>
                  <a:gd name="T46" fmla="*/ 1657507 w 2395538"/>
                  <a:gd name="T47" fmla="*/ 590147 h 2170112"/>
                  <a:gd name="T48" fmla="*/ 1736514 w 2395538"/>
                  <a:gd name="T49" fmla="*/ 513143 h 2170112"/>
                  <a:gd name="T50" fmla="*/ 1825674 w 2395538"/>
                  <a:gd name="T51" fmla="*/ 448498 h 2170112"/>
                  <a:gd name="T52" fmla="*/ 1925622 w 2395538"/>
                  <a:gd name="T53" fmla="*/ 399381 h 2170112"/>
                  <a:gd name="T54" fmla="*/ 2033820 w 2395538"/>
                  <a:gd name="T55" fmla="*/ 369910 h 2170112"/>
                  <a:gd name="T56" fmla="*/ 2147095 w 2395538"/>
                  <a:gd name="T57" fmla="*/ 361671 h 2170112"/>
                  <a:gd name="T58" fmla="*/ 2032234 w 2395538"/>
                  <a:gd name="T59" fmla="*/ 356601 h 2170112"/>
                  <a:gd name="T60" fmla="*/ 1917373 w 2395538"/>
                  <a:gd name="T61" fmla="*/ 373713 h 2170112"/>
                  <a:gd name="T62" fmla="*/ 1806953 w 2395538"/>
                  <a:gd name="T63" fmla="*/ 412690 h 2170112"/>
                  <a:gd name="T64" fmla="*/ 1703832 w 2395538"/>
                  <a:gd name="T65" fmla="*/ 469730 h 2170112"/>
                  <a:gd name="T66" fmla="*/ 1610230 w 2395538"/>
                  <a:gd name="T67" fmla="*/ 542297 h 2170112"/>
                  <a:gd name="T68" fmla="*/ 1526146 w 2395538"/>
                  <a:gd name="T69" fmla="*/ 625638 h 2170112"/>
                  <a:gd name="T70" fmla="*/ 1409381 w 2395538"/>
                  <a:gd name="T71" fmla="*/ 589196 h 2170112"/>
                  <a:gd name="T72" fmla="*/ 1430322 w 2395538"/>
                  <a:gd name="T73" fmla="*/ 523601 h 2170112"/>
                  <a:gd name="T74" fmla="*/ 1476648 w 2395538"/>
                  <a:gd name="T75" fmla="*/ 444696 h 2170112"/>
                  <a:gd name="T76" fmla="*/ 1541376 w 2395538"/>
                  <a:gd name="T77" fmla="*/ 367375 h 2170112"/>
                  <a:gd name="T78" fmla="*/ 1611816 w 2395538"/>
                  <a:gd name="T79" fmla="*/ 308117 h 2170112"/>
                  <a:gd name="T80" fmla="*/ 1686381 w 2395538"/>
                  <a:gd name="T81" fmla="*/ 265337 h 2170112"/>
                  <a:gd name="T82" fmla="*/ 1763166 w 2395538"/>
                  <a:gd name="T83" fmla="*/ 237134 h 2170112"/>
                  <a:gd name="T84" fmla="*/ 1910075 w 2395538"/>
                  <a:gd name="T85" fmla="*/ 217487 h 2170112"/>
                  <a:gd name="T86" fmla="*/ 1198124 w 2395538"/>
                  <a:gd name="T87" fmla="*/ 20298 h 2170112"/>
                  <a:gd name="T88" fmla="*/ 1336237 w 2395538"/>
                  <a:gd name="T89" fmla="*/ 78653 h 2170112"/>
                  <a:gd name="T90" fmla="*/ 1406886 w 2395538"/>
                  <a:gd name="T91" fmla="*/ 127177 h 2170112"/>
                  <a:gd name="T92" fmla="*/ 1468305 w 2395538"/>
                  <a:gd name="T93" fmla="*/ 191241 h 2170112"/>
                  <a:gd name="T94" fmla="*/ 1512540 w 2395538"/>
                  <a:gd name="T95" fmla="*/ 273066 h 2170112"/>
                  <a:gd name="T96" fmla="*/ 1474351 w 2395538"/>
                  <a:gd name="T97" fmla="*/ 374554 h 2170112"/>
                  <a:gd name="T98" fmla="*/ 1420252 w 2395538"/>
                  <a:gd name="T99" fmla="*/ 385654 h 2170112"/>
                  <a:gd name="T100" fmla="*/ 1384927 w 2395538"/>
                  <a:gd name="T101" fmla="*/ 273700 h 2170112"/>
                  <a:gd name="T102" fmla="*/ 1348012 w 2395538"/>
                  <a:gd name="T103" fmla="*/ 208050 h 2170112"/>
                  <a:gd name="T104" fmla="*/ 1299640 w 2395538"/>
                  <a:gd name="T105" fmla="*/ 150963 h 2170112"/>
                  <a:gd name="T106" fmla="*/ 1242040 w 2395538"/>
                  <a:gd name="T107" fmla="*/ 104659 h 2170112"/>
                  <a:gd name="T108" fmla="*/ 1280546 w 2395538"/>
                  <a:gd name="T109" fmla="*/ 143986 h 2170112"/>
                  <a:gd name="T110" fmla="*/ 1323508 w 2395538"/>
                  <a:gd name="T111" fmla="*/ 202024 h 2170112"/>
                  <a:gd name="T112" fmla="*/ 1356923 w 2395538"/>
                  <a:gd name="T113" fmla="*/ 274969 h 2170112"/>
                  <a:gd name="T114" fmla="*/ 1381108 w 2395538"/>
                  <a:gd name="T115" fmla="*/ 413880 h 2170112"/>
                  <a:gd name="T116" fmla="*/ 1369652 w 2395538"/>
                  <a:gd name="T117" fmla="*/ 554378 h 2170112"/>
                  <a:gd name="T118" fmla="*/ 1166937 w 2395538"/>
                  <a:gd name="T119" fmla="*/ 363136 h 2170112"/>
                  <a:gd name="T120" fmla="*/ 1178711 w 2395538"/>
                  <a:gd name="T121" fmla="*/ 227079 h 2170112"/>
                  <a:gd name="T122" fmla="*/ 1172028 w 2395538"/>
                  <a:gd name="T123" fmla="*/ 132568 h 2170112"/>
                  <a:gd name="T124" fmla="*/ 1144342 w 2395538"/>
                  <a:gd name="T125" fmla="*/ 45670 h 2170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95538" h="2170112">
                    <a:moveTo>
                      <a:pt x="940433" y="595312"/>
                    </a:moveTo>
                    <a:lnTo>
                      <a:pt x="1643062" y="1217102"/>
                    </a:lnTo>
                    <a:lnTo>
                      <a:pt x="1643062" y="2170112"/>
                    </a:lnTo>
                    <a:lnTo>
                      <a:pt x="1433735" y="2170112"/>
                    </a:lnTo>
                    <a:lnTo>
                      <a:pt x="1159290" y="2170112"/>
                    </a:lnTo>
                    <a:lnTo>
                      <a:pt x="1159290" y="1557214"/>
                    </a:lnTo>
                    <a:lnTo>
                      <a:pt x="726341" y="1557214"/>
                    </a:lnTo>
                    <a:lnTo>
                      <a:pt x="726341" y="2170112"/>
                    </a:lnTo>
                    <a:lnTo>
                      <a:pt x="612307" y="2170112"/>
                    </a:lnTo>
                    <a:lnTo>
                      <a:pt x="242887" y="2170112"/>
                    </a:lnTo>
                    <a:lnTo>
                      <a:pt x="242887" y="1655658"/>
                    </a:lnTo>
                    <a:lnTo>
                      <a:pt x="242887" y="1217102"/>
                    </a:lnTo>
                    <a:lnTo>
                      <a:pt x="940433" y="595312"/>
                    </a:lnTo>
                    <a:close/>
                    <a:moveTo>
                      <a:pt x="942657" y="284162"/>
                    </a:moveTo>
                    <a:lnTo>
                      <a:pt x="1252855" y="559975"/>
                    </a:lnTo>
                    <a:lnTo>
                      <a:pt x="1441768" y="728510"/>
                    </a:lnTo>
                    <a:lnTo>
                      <a:pt x="1865630" y="1106523"/>
                    </a:lnTo>
                    <a:lnTo>
                      <a:pt x="1870393" y="1110966"/>
                    </a:lnTo>
                    <a:lnTo>
                      <a:pt x="1874520" y="1115727"/>
                    </a:lnTo>
                    <a:lnTo>
                      <a:pt x="1878013" y="1121123"/>
                    </a:lnTo>
                    <a:lnTo>
                      <a:pt x="1880553" y="1126519"/>
                    </a:lnTo>
                    <a:lnTo>
                      <a:pt x="1882775" y="1132232"/>
                    </a:lnTo>
                    <a:lnTo>
                      <a:pt x="1884680" y="1137627"/>
                    </a:lnTo>
                    <a:lnTo>
                      <a:pt x="1885633" y="1143658"/>
                    </a:lnTo>
                    <a:lnTo>
                      <a:pt x="1885950" y="1149053"/>
                    </a:lnTo>
                    <a:lnTo>
                      <a:pt x="1885633" y="1155084"/>
                    </a:lnTo>
                    <a:lnTo>
                      <a:pt x="1884680" y="1160797"/>
                    </a:lnTo>
                    <a:lnTo>
                      <a:pt x="1882775" y="1166510"/>
                    </a:lnTo>
                    <a:lnTo>
                      <a:pt x="1880553" y="1171906"/>
                    </a:lnTo>
                    <a:lnTo>
                      <a:pt x="1878013" y="1177619"/>
                    </a:lnTo>
                    <a:lnTo>
                      <a:pt x="1874520" y="1182697"/>
                    </a:lnTo>
                    <a:lnTo>
                      <a:pt x="1870393" y="1187775"/>
                    </a:lnTo>
                    <a:lnTo>
                      <a:pt x="1865630" y="1192219"/>
                    </a:lnTo>
                    <a:lnTo>
                      <a:pt x="1860550" y="1196345"/>
                    </a:lnTo>
                    <a:lnTo>
                      <a:pt x="1855153" y="1200153"/>
                    </a:lnTo>
                    <a:lnTo>
                      <a:pt x="1849438" y="1203010"/>
                    </a:lnTo>
                    <a:lnTo>
                      <a:pt x="1843405" y="1205549"/>
                    </a:lnTo>
                    <a:lnTo>
                      <a:pt x="1836738" y="1207453"/>
                    </a:lnTo>
                    <a:lnTo>
                      <a:pt x="1830705" y="1208723"/>
                    </a:lnTo>
                    <a:lnTo>
                      <a:pt x="1824038" y="1209358"/>
                    </a:lnTo>
                    <a:lnTo>
                      <a:pt x="1817688" y="1209675"/>
                    </a:lnTo>
                    <a:lnTo>
                      <a:pt x="1811020" y="1209358"/>
                    </a:lnTo>
                    <a:lnTo>
                      <a:pt x="1804670" y="1208723"/>
                    </a:lnTo>
                    <a:lnTo>
                      <a:pt x="1798320" y="1207453"/>
                    </a:lnTo>
                    <a:lnTo>
                      <a:pt x="1792288" y="1205549"/>
                    </a:lnTo>
                    <a:lnTo>
                      <a:pt x="1785938" y="1203010"/>
                    </a:lnTo>
                    <a:lnTo>
                      <a:pt x="1780223" y="1200153"/>
                    </a:lnTo>
                    <a:lnTo>
                      <a:pt x="1774825" y="1196345"/>
                    </a:lnTo>
                    <a:lnTo>
                      <a:pt x="1769745" y="1192219"/>
                    </a:lnTo>
                    <a:lnTo>
                      <a:pt x="942657" y="455553"/>
                    </a:lnTo>
                    <a:lnTo>
                      <a:pt x="116205" y="1192219"/>
                    </a:lnTo>
                    <a:lnTo>
                      <a:pt x="111125" y="1196345"/>
                    </a:lnTo>
                    <a:lnTo>
                      <a:pt x="105410" y="1200153"/>
                    </a:lnTo>
                    <a:lnTo>
                      <a:pt x="99695" y="1203010"/>
                    </a:lnTo>
                    <a:lnTo>
                      <a:pt x="93662" y="1205549"/>
                    </a:lnTo>
                    <a:lnTo>
                      <a:pt x="87630" y="1207136"/>
                    </a:lnTo>
                    <a:lnTo>
                      <a:pt x="80962" y="1208723"/>
                    </a:lnTo>
                    <a:lnTo>
                      <a:pt x="74930" y="1209358"/>
                    </a:lnTo>
                    <a:lnTo>
                      <a:pt x="68262" y="1209675"/>
                    </a:lnTo>
                    <a:lnTo>
                      <a:pt x="61277" y="1209358"/>
                    </a:lnTo>
                    <a:lnTo>
                      <a:pt x="55245" y="1208723"/>
                    </a:lnTo>
                    <a:lnTo>
                      <a:pt x="48577" y="1207136"/>
                    </a:lnTo>
                    <a:lnTo>
                      <a:pt x="42545" y="1205549"/>
                    </a:lnTo>
                    <a:lnTo>
                      <a:pt x="36195" y="1203010"/>
                    </a:lnTo>
                    <a:lnTo>
                      <a:pt x="30797" y="1200153"/>
                    </a:lnTo>
                    <a:lnTo>
                      <a:pt x="25082" y="1196345"/>
                    </a:lnTo>
                    <a:lnTo>
                      <a:pt x="20002" y="1192219"/>
                    </a:lnTo>
                    <a:lnTo>
                      <a:pt x="15240" y="1187775"/>
                    </a:lnTo>
                    <a:lnTo>
                      <a:pt x="11112" y="1182697"/>
                    </a:lnTo>
                    <a:lnTo>
                      <a:pt x="7937" y="1177619"/>
                    </a:lnTo>
                    <a:lnTo>
                      <a:pt x="5080" y="1171906"/>
                    </a:lnTo>
                    <a:lnTo>
                      <a:pt x="2540" y="1166510"/>
                    </a:lnTo>
                    <a:lnTo>
                      <a:pt x="1270" y="1160797"/>
                    </a:lnTo>
                    <a:lnTo>
                      <a:pt x="317" y="1155084"/>
                    </a:lnTo>
                    <a:lnTo>
                      <a:pt x="0" y="1149053"/>
                    </a:lnTo>
                    <a:lnTo>
                      <a:pt x="317" y="1143658"/>
                    </a:lnTo>
                    <a:lnTo>
                      <a:pt x="1270" y="1137627"/>
                    </a:lnTo>
                    <a:lnTo>
                      <a:pt x="2540" y="1131914"/>
                    </a:lnTo>
                    <a:lnTo>
                      <a:pt x="5080" y="1126201"/>
                    </a:lnTo>
                    <a:lnTo>
                      <a:pt x="7937" y="1121123"/>
                    </a:lnTo>
                    <a:lnTo>
                      <a:pt x="11112" y="1115727"/>
                    </a:lnTo>
                    <a:lnTo>
                      <a:pt x="15240" y="1110966"/>
                    </a:lnTo>
                    <a:lnTo>
                      <a:pt x="20002" y="1106523"/>
                    </a:lnTo>
                    <a:lnTo>
                      <a:pt x="942657" y="284162"/>
                    </a:lnTo>
                    <a:close/>
                    <a:moveTo>
                      <a:pt x="1910075" y="217487"/>
                    </a:moveTo>
                    <a:lnTo>
                      <a:pt x="1929430" y="217487"/>
                    </a:lnTo>
                    <a:lnTo>
                      <a:pt x="1948785" y="218121"/>
                    </a:lnTo>
                    <a:lnTo>
                      <a:pt x="1968140" y="219388"/>
                    </a:lnTo>
                    <a:lnTo>
                      <a:pt x="1986860" y="220973"/>
                    </a:lnTo>
                    <a:lnTo>
                      <a:pt x="2005898" y="222874"/>
                    </a:lnTo>
                    <a:lnTo>
                      <a:pt x="2024301" y="225726"/>
                    </a:lnTo>
                    <a:lnTo>
                      <a:pt x="2043022" y="228578"/>
                    </a:lnTo>
                    <a:lnTo>
                      <a:pt x="2061425" y="231747"/>
                    </a:lnTo>
                    <a:lnTo>
                      <a:pt x="2079193" y="235550"/>
                    </a:lnTo>
                    <a:lnTo>
                      <a:pt x="2097279" y="239669"/>
                    </a:lnTo>
                    <a:lnTo>
                      <a:pt x="2114413" y="243789"/>
                    </a:lnTo>
                    <a:lnTo>
                      <a:pt x="2131865" y="248542"/>
                    </a:lnTo>
                    <a:lnTo>
                      <a:pt x="2148364" y="252979"/>
                    </a:lnTo>
                    <a:lnTo>
                      <a:pt x="2164546" y="258049"/>
                    </a:lnTo>
                    <a:lnTo>
                      <a:pt x="2181046" y="263119"/>
                    </a:lnTo>
                    <a:lnTo>
                      <a:pt x="2196593" y="268189"/>
                    </a:lnTo>
                    <a:lnTo>
                      <a:pt x="2211506" y="273893"/>
                    </a:lnTo>
                    <a:lnTo>
                      <a:pt x="2226419" y="278963"/>
                    </a:lnTo>
                    <a:lnTo>
                      <a:pt x="2240697" y="284667"/>
                    </a:lnTo>
                    <a:lnTo>
                      <a:pt x="2267668" y="295758"/>
                    </a:lnTo>
                    <a:lnTo>
                      <a:pt x="2292734" y="306216"/>
                    </a:lnTo>
                    <a:lnTo>
                      <a:pt x="2315579" y="316673"/>
                    </a:lnTo>
                    <a:lnTo>
                      <a:pt x="2335886" y="326496"/>
                    </a:lnTo>
                    <a:lnTo>
                      <a:pt x="2353338" y="335686"/>
                    </a:lnTo>
                    <a:lnTo>
                      <a:pt x="2368251" y="343608"/>
                    </a:lnTo>
                    <a:lnTo>
                      <a:pt x="2379991" y="349946"/>
                    </a:lnTo>
                    <a:lnTo>
                      <a:pt x="2388557" y="355016"/>
                    </a:lnTo>
                    <a:lnTo>
                      <a:pt x="2395538" y="359136"/>
                    </a:lnTo>
                    <a:lnTo>
                      <a:pt x="2386971" y="360403"/>
                    </a:lnTo>
                    <a:lnTo>
                      <a:pt x="2378721" y="361988"/>
                    </a:lnTo>
                    <a:lnTo>
                      <a:pt x="2370154" y="363572"/>
                    </a:lnTo>
                    <a:lnTo>
                      <a:pt x="2361587" y="365791"/>
                    </a:lnTo>
                    <a:lnTo>
                      <a:pt x="2353020" y="368009"/>
                    </a:lnTo>
                    <a:lnTo>
                      <a:pt x="2345088" y="370544"/>
                    </a:lnTo>
                    <a:lnTo>
                      <a:pt x="2336521" y="373079"/>
                    </a:lnTo>
                    <a:lnTo>
                      <a:pt x="2328271" y="375614"/>
                    </a:lnTo>
                    <a:lnTo>
                      <a:pt x="2320656" y="379100"/>
                    </a:lnTo>
                    <a:lnTo>
                      <a:pt x="2312406" y="382269"/>
                    </a:lnTo>
                    <a:lnTo>
                      <a:pt x="2304157" y="385755"/>
                    </a:lnTo>
                    <a:lnTo>
                      <a:pt x="2296541" y="389557"/>
                    </a:lnTo>
                    <a:lnTo>
                      <a:pt x="2280677" y="397162"/>
                    </a:lnTo>
                    <a:lnTo>
                      <a:pt x="2265446" y="405718"/>
                    </a:lnTo>
                    <a:lnTo>
                      <a:pt x="2250533" y="415225"/>
                    </a:lnTo>
                    <a:lnTo>
                      <a:pt x="2235303" y="425049"/>
                    </a:lnTo>
                    <a:lnTo>
                      <a:pt x="2220708" y="435189"/>
                    </a:lnTo>
                    <a:lnTo>
                      <a:pt x="2206429" y="446280"/>
                    </a:lnTo>
                    <a:lnTo>
                      <a:pt x="2192468" y="457688"/>
                    </a:lnTo>
                    <a:lnTo>
                      <a:pt x="2178825" y="469730"/>
                    </a:lnTo>
                    <a:lnTo>
                      <a:pt x="2164863" y="482088"/>
                    </a:lnTo>
                    <a:lnTo>
                      <a:pt x="2151854" y="495081"/>
                    </a:lnTo>
                    <a:lnTo>
                      <a:pt x="2138845" y="508390"/>
                    </a:lnTo>
                    <a:lnTo>
                      <a:pt x="2126153" y="521699"/>
                    </a:lnTo>
                    <a:lnTo>
                      <a:pt x="2113779" y="535325"/>
                    </a:lnTo>
                    <a:lnTo>
                      <a:pt x="2101721" y="549268"/>
                    </a:lnTo>
                    <a:lnTo>
                      <a:pt x="2089664" y="563528"/>
                    </a:lnTo>
                    <a:lnTo>
                      <a:pt x="2078242" y="578105"/>
                    </a:lnTo>
                    <a:lnTo>
                      <a:pt x="2066819" y="592682"/>
                    </a:lnTo>
                    <a:lnTo>
                      <a:pt x="2055714" y="607259"/>
                    </a:lnTo>
                    <a:lnTo>
                      <a:pt x="2044926" y="621519"/>
                    </a:lnTo>
                    <a:lnTo>
                      <a:pt x="2034455" y="636413"/>
                    </a:lnTo>
                    <a:lnTo>
                      <a:pt x="2024301" y="650989"/>
                    </a:lnTo>
                    <a:lnTo>
                      <a:pt x="2014782" y="665566"/>
                    </a:lnTo>
                    <a:lnTo>
                      <a:pt x="1995745" y="694403"/>
                    </a:lnTo>
                    <a:lnTo>
                      <a:pt x="1977976" y="722289"/>
                    </a:lnTo>
                    <a:lnTo>
                      <a:pt x="1972582" y="730845"/>
                    </a:lnTo>
                    <a:lnTo>
                      <a:pt x="1966553" y="739084"/>
                    </a:lnTo>
                    <a:lnTo>
                      <a:pt x="1960525" y="747006"/>
                    </a:lnTo>
                    <a:lnTo>
                      <a:pt x="1954179" y="755245"/>
                    </a:lnTo>
                    <a:lnTo>
                      <a:pt x="1947833" y="762534"/>
                    </a:lnTo>
                    <a:lnTo>
                      <a:pt x="1940852" y="770139"/>
                    </a:lnTo>
                    <a:lnTo>
                      <a:pt x="1933872" y="777111"/>
                    </a:lnTo>
                    <a:lnTo>
                      <a:pt x="1926257" y="784082"/>
                    </a:lnTo>
                    <a:lnTo>
                      <a:pt x="1918642" y="790737"/>
                    </a:lnTo>
                    <a:lnTo>
                      <a:pt x="1911027" y="797075"/>
                    </a:lnTo>
                    <a:lnTo>
                      <a:pt x="1902777" y="803412"/>
                    </a:lnTo>
                    <a:lnTo>
                      <a:pt x="1894527" y="809116"/>
                    </a:lnTo>
                    <a:lnTo>
                      <a:pt x="1886277" y="815137"/>
                    </a:lnTo>
                    <a:lnTo>
                      <a:pt x="1877710" y="820524"/>
                    </a:lnTo>
                    <a:lnTo>
                      <a:pt x="1868826" y="825911"/>
                    </a:lnTo>
                    <a:lnTo>
                      <a:pt x="1859625" y="830665"/>
                    </a:lnTo>
                    <a:lnTo>
                      <a:pt x="1850740" y="835735"/>
                    </a:lnTo>
                    <a:lnTo>
                      <a:pt x="1841539" y="839854"/>
                    </a:lnTo>
                    <a:lnTo>
                      <a:pt x="1832020" y="843974"/>
                    </a:lnTo>
                    <a:lnTo>
                      <a:pt x="1822501" y="848410"/>
                    </a:lnTo>
                    <a:lnTo>
                      <a:pt x="1812665" y="851896"/>
                    </a:lnTo>
                    <a:lnTo>
                      <a:pt x="1803146" y="855065"/>
                    </a:lnTo>
                    <a:lnTo>
                      <a:pt x="1793310" y="858551"/>
                    </a:lnTo>
                    <a:lnTo>
                      <a:pt x="1783473" y="861403"/>
                    </a:lnTo>
                    <a:lnTo>
                      <a:pt x="1773320" y="863938"/>
                    </a:lnTo>
                    <a:lnTo>
                      <a:pt x="1763166" y="866156"/>
                    </a:lnTo>
                    <a:lnTo>
                      <a:pt x="1753013" y="868374"/>
                    </a:lnTo>
                    <a:lnTo>
                      <a:pt x="1742542" y="870276"/>
                    </a:lnTo>
                    <a:lnTo>
                      <a:pt x="1732706" y="871860"/>
                    </a:lnTo>
                    <a:lnTo>
                      <a:pt x="1722235" y="873128"/>
                    </a:lnTo>
                    <a:lnTo>
                      <a:pt x="1711764" y="874078"/>
                    </a:lnTo>
                    <a:lnTo>
                      <a:pt x="1701611" y="874712"/>
                    </a:lnTo>
                    <a:lnTo>
                      <a:pt x="1548674" y="738450"/>
                    </a:lnTo>
                    <a:lnTo>
                      <a:pt x="1558510" y="722923"/>
                    </a:lnTo>
                    <a:lnTo>
                      <a:pt x="1568664" y="707079"/>
                    </a:lnTo>
                    <a:lnTo>
                      <a:pt x="1578500" y="691234"/>
                    </a:lnTo>
                    <a:lnTo>
                      <a:pt x="1589288" y="676024"/>
                    </a:lnTo>
                    <a:lnTo>
                      <a:pt x="1605470" y="653841"/>
                    </a:lnTo>
                    <a:lnTo>
                      <a:pt x="1622287" y="631976"/>
                    </a:lnTo>
                    <a:lnTo>
                      <a:pt x="1630854" y="621202"/>
                    </a:lnTo>
                    <a:lnTo>
                      <a:pt x="1639738" y="610745"/>
                    </a:lnTo>
                    <a:lnTo>
                      <a:pt x="1648305" y="600604"/>
                    </a:lnTo>
                    <a:lnTo>
                      <a:pt x="1657507" y="590147"/>
                    </a:lnTo>
                    <a:lnTo>
                      <a:pt x="1667026" y="580007"/>
                    </a:lnTo>
                    <a:lnTo>
                      <a:pt x="1676545" y="569866"/>
                    </a:lnTo>
                    <a:lnTo>
                      <a:pt x="1686063" y="560043"/>
                    </a:lnTo>
                    <a:lnTo>
                      <a:pt x="1695582" y="550219"/>
                    </a:lnTo>
                    <a:lnTo>
                      <a:pt x="1705418" y="540396"/>
                    </a:lnTo>
                    <a:lnTo>
                      <a:pt x="1715572" y="531523"/>
                    </a:lnTo>
                    <a:lnTo>
                      <a:pt x="1726043" y="522017"/>
                    </a:lnTo>
                    <a:lnTo>
                      <a:pt x="1736514" y="513143"/>
                    </a:lnTo>
                    <a:lnTo>
                      <a:pt x="1746984" y="503954"/>
                    </a:lnTo>
                    <a:lnTo>
                      <a:pt x="1757772" y="495714"/>
                    </a:lnTo>
                    <a:lnTo>
                      <a:pt x="1768878" y="487158"/>
                    </a:lnTo>
                    <a:lnTo>
                      <a:pt x="1779983" y="478919"/>
                    </a:lnTo>
                    <a:lnTo>
                      <a:pt x="1791089" y="470680"/>
                    </a:lnTo>
                    <a:lnTo>
                      <a:pt x="1802194" y="463075"/>
                    </a:lnTo>
                    <a:lnTo>
                      <a:pt x="1813934" y="455470"/>
                    </a:lnTo>
                    <a:lnTo>
                      <a:pt x="1825674" y="448498"/>
                    </a:lnTo>
                    <a:lnTo>
                      <a:pt x="1838048" y="441210"/>
                    </a:lnTo>
                    <a:lnTo>
                      <a:pt x="1850106" y="434238"/>
                    </a:lnTo>
                    <a:lnTo>
                      <a:pt x="1862163" y="427901"/>
                    </a:lnTo>
                    <a:lnTo>
                      <a:pt x="1874537" y="421563"/>
                    </a:lnTo>
                    <a:lnTo>
                      <a:pt x="1887229" y="415859"/>
                    </a:lnTo>
                    <a:lnTo>
                      <a:pt x="1899921" y="409838"/>
                    </a:lnTo>
                    <a:lnTo>
                      <a:pt x="1912613" y="404451"/>
                    </a:lnTo>
                    <a:lnTo>
                      <a:pt x="1925622" y="399381"/>
                    </a:lnTo>
                    <a:lnTo>
                      <a:pt x="1938631" y="394627"/>
                    </a:lnTo>
                    <a:lnTo>
                      <a:pt x="1951958" y="390191"/>
                    </a:lnTo>
                    <a:lnTo>
                      <a:pt x="1965284" y="385755"/>
                    </a:lnTo>
                    <a:lnTo>
                      <a:pt x="1978928" y="382269"/>
                    </a:lnTo>
                    <a:lnTo>
                      <a:pt x="1992572" y="378783"/>
                    </a:lnTo>
                    <a:lnTo>
                      <a:pt x="2006215" y="375297"/>
                    </a:lnTo>
                    <a:lnTo>
                      <a:pt x="2019859" y="372445"/>
                    </a:lnTo>
                    <a:lnTo>
                      <a:pt x="2033820" y="369910"/>
                    </a:lnTo>
                    <a:lnTo>
                      <a:pt x="2047781" y="368009"/>
                    </a:lnTo>
                    <a:lnTo>
                      <a:pt x="2062059" y="366107"/>
                    </a:lnTo>
                    <a:lnTo>
                      <a:pt x="2076021" y="364206"/>
                    </a:lnTo>
                    <a:lnTo>
                      <a:pt x="2089981" y="362938"/>
                    </a:lnTo>
                    <a:lnTo>
                      <a:pt x="2104260" y="362305"/>
                    </a:lnTo>
                    <a:lnTo>
                      <a:pt x="2118538" y="361671"/>
                    </a:lnTo>
                    <a:lnTo>
                      <a:pt x="2132817" y="361354"/>
                    </a:lnTo>
                    <a:lnTo>
                      <a:pt x="2147095" y="361671"/>
                    </a:lnTo>
                    <a:lnTo>
                      <a:pt x="2133134" y="359770"/>
                    </a:lnTo>
                    <a:lnTo>
                      <a:pt x="2118538" y="358502"/>
                    </a:lnTo>
                    <a:lnTo>
                      <a:pt x="2104260" y="357235"/>
                    </a:lnTo>
                    <a:lnTo>
                      <a:pt x="2089981" y="356601"/>
                    </a:lnTo>
                    <a:lnTo>
                      <a:pt x="2075703" y="355967"/>
                    </a:lnTo>
                    <a:lnTo>
                      <a:pt x="2061425" y="355967"/>
                    </a:lnTo>
                    <a:lnTo>
                      <a:pt x="2046829" y="355967"/>
                    </a:lnTo>
                    <a:lnTo>
                      <a:pt x="2032234" y="356601"/>
                    </a:lnTo>
                    <a:lnTo>
                      <a:pt x="2017955" y="357552"/>
                    </a:lnTo>
                    <a:lnTo>
                      <a:pt x="2003677" y="358819"/>
                    </a:lnTo>
                    <a:lnTo>
                      <a:pt x="1989081" y="360403"/>
                    </a:lnTo>
                    <a:lnTo>
                      <a:pt x="1974803" y="362305"/>
                    </a:lnTo>
                    <a:lnTo>
                      <a:pt x="1960525" y="364523"/>
                    </a:lnTo>
                    <a:lnTo>
                      <a:pt x="1946246" y="367375"/>
                    </a:lnTo>
                    <a:lnTo>
                      <a:pt x="1931968" y="370227"/>
                    </a:lnTo>
                    <a:lnTo>
                      <a:pt x="1917373" y="373713"/>
                    </a:lnTo>
                    <a:lnTo>
                      <a:pt x="1903411" y="377515"/>
                    </a:lnTo>
                    <a:lnTo>
                      <a:pt x="1889450" y="381318"/>
                    </a:lnTo>
                    <a:lnTo>
                      <a:pt x="1875489" y="385755"/>
                    </a:lnTo>
                    <a:lnTo>
                      <a:pt x="1861528" y="390508"/>
                    </a:lnTo>
                    <a:lnTo>
                      <a:pt x="1847567" y="395578"/>
                    </a:lnTo>
                    <a:lnTo>
                      <a:pt x="1833924" y="400965"/>
                    </a:lnTo>
                    <a:lnTo>
                      <a:pt x="1820280" y="406669"/>
                    </a:lnTo>
                    <a:lnTo>
                      <a:pt x="1806953" y="412690"/>
                    </a:lnTo>
                    <a:lnTo>
                      <a:pt x="1793627" y="418711"/>
                    </a:lnTo>
                    <a:lnTo>
                      <a:pt x="1780618" y="425366"/>
                    </a:lnTo>
                    <a:lnTo>
                      <a:pt x="1766974" y="432020"/>
                    </a:lnTo>
                    <a:lnTo>
                      <a:pt x="1754282" y="438992"/>
                    </a:lnTo>
                    <a:lnTo>
                      <a:pt x="1741273" y="446280"/>
                    </a:lnTo>
                    <a:lnTo>
                      <a:pt x="1728898" y="453885"/>
                    </a:lnTo>
                    <a:lnTo>
                      <a:pt x="1716207" y="461808"/>
                    </a:lnTo>
                    <a:lnTo>
                      <a:pt x="1703832" y="469730"/>
                    </a:lnTo>
                    <a:lnTo>
                      <a:pt x="1691775" y="478286"/>
                    </a:lnTo>
                    <a:lnTo>
                      <a:pt x="1679717" y="486842"/>
                    </a:lnTo>
                    <a:lnTo>
                      <a:pt x="1667660" y="495398"/>
                    </a:lnTo>
                    <a:lnTo>
                      <a:pt x="1655920" y="504270"/>
                    </a:lnTo>
                    <a:lnTo>
                      <a:pt x="1644180" y="513460"/>
                    </a:lnTo>
                    <a:lnTo>
                      <a:pt x="1632758" y="522967"/>
                    </a:lnTo>
                    <a:lnTo>
                      <a:pt x="1621335" y="532473"/>
                    </a:lnTo>
                    <a:lnTo>
                      <a:pt x="1610230" y="542297"/>
                    </a:lnTo>
                    <a:lnTo>
                      <a:pt x="1599124" y="551804"/>
                    </a:lnTo>
                    <a:lnTo>
                      <a:pt x="1588336" y="561944"/>
                    </a:lnTo>
                    <a:lnTo>
                      <a:pt x="1577548" y="572084"/>
                    </a:lnTo>
                    <a:lnTo>
                      <a:pt x="1566760" y="582542"/>
                    </a:lnTo>
                    <a:lnTo>
                      <a:pt x="1556606" y="592999"/>
                    </a:lnTo>
                    <a:lnTo>
                      <a:pt x="1546136" y="603773"/>
                    </a:lnTo>
                    <a:lnTo>
                      <a:pt x="1535982" y="614547"/>
                    </a:lnTo>
                    <a:lnTo>
                      <a:pt x="1526146" y="625638"/>
                    </a:lnTo>
                    <a:lnTo>
                      <a:pt x="1514406" y="638631"/>
                    </a:lnTo>
                    <a:lnTo>
                      <a:pt x="1503301" y="651623"/>
                    </a:lnTo>
                    <a:lnTo>
                      <a:pt x="1492195" y="664932"/>
                    </a:lnTo>
                    <a:lnTo>
                      <a:pt x="1481407" y="678559"/>
                    </a:lnTo>
                    <a:lnTo>
                      <a:pt x="1406525" y="612012"/>
                    </a:lnTo>
                    <a:lnTo>
                      <a:pt x="1407160" y="604407"/>
                    </a:lnTo>
                    <a:lnTo>
                      <a:pt x="1408112" y="596802"/>
                    </a:lnTo>
                    <a:lnTo>
                      <a:pt x="1409381" y="589196"/>
                    </a:lnTo>
                    <a:lnTo>
                      <a:pt x="1410967" y="581274"/>
                    </a:lnTo>
                    <a:lnTo>
                      <a:pt x="1412554" y="573352"/>
                    </a:lnTo>
                    <a:lnTo>
                      <a:pt x="1415092" y="565430"/>
                    </a:lnTo>
                    <a:lnTo>
                      <a:pt x="1417313" y="557191"/>
                    </a:lnTo>
                    <a:lnTo>
                      <a:pt x="1420179" y="548952"/>
                    </a:lnTo>
                    <a:lnTo>
                      <a:pt x="1423025" y="540396"/>
                    </a:lnTo>
                    <a:lnTo>
                      <a:pt x="1426198" y="532157"/>
                    </a:lnTo>
                    <a:lnTo>
                      <a:pt x="1430322" y="523601"/>
                    </a:lnTo>
                    <a:lnTo>
                      <a:pt x="1434130" y="514728"/>
                    </a:lnTo>
                    <a:lnTo>
                      <a:pt x="1438572" y="505855"/>
                    </a:lnTo>
                    <a:lnTo>
                      <a:pt x="1443332" y="497299"/>
                    </a:lnTo>
                    <a:lnTo>
                      <a:pt x="1448408" y="488109"/>
                    </a:lnTo>
                    <a:lnTo>
                      <a:pt x="1453802" y="478919"/>
                    </a:lnTo>
                    <a:lnTo>
                      <a:pt x="1461100" y="467195"/>
                    </a:lnTo>
                    <a:lnTo>
                      <a:pt x="1469033" y="455787"/>
                    </a:lnTo>
                    <a:lnTo>
                      <a:pt x="1476648" y="444696"/>
                    </a:lnTo>
                    <a:lnTo>
                      <a:pt x="1484263" y="433921"/>
                    </a:lnTo>
                    <a:lnTo>
                      <a:pt x="1492195" y="423464"/>
                    </a:lnTo>
                    <a:lnTo>
                      <a:pt x="1500128" y="413641"/>
                    </a:lnTo>
                    <a:lnTo>
                      <a:pt x="1508060" y="403817"/>
                    </a:lnTo>
                    <a:lnTo>
                      <a:pt x="1516310" y="393994"/>
                    </a:lnTo>
                    <a:lnTo>
                      <a:pt x="1524877" y="384804"/>
                    </a:lnTo>
                    <a:lnTo>
                      <a:pt x="1533127" y="375614"/>
                    </a:lnTo>
                    <a:lnTo>
                      <a:pt x="1541376" y="367375"/>
                    </a:lnTo>
                    <a:lnTo>
                      <a:pt x="1549943" y="358819"/>
                    </a:lnTo>
                    <a:lnTo>
                      <a:pt x="1558828" y="350580"/>
                    </a:lnTo>
                    <a:lnTo>
                      <a:pt x="1567077" y="342975"/>
                    </a:lnTo>
                    <a:lnTo>
                      <a:pt x="1575962" y="335369"/>
                    </a:lnTo>
                    <a:lnTo>
                      <a:pt x="1584846" y="328081"/>
                    </a:lnTo>
                    <a:lnTo>
                      <a:pt x="1594047" y="321109"/>
                    </a:lnTo>
                    <a:lnTo>
                      <a:pt x="1602932" y="314455"/>
                    </a:lnTo>
                    <a:lnTo>
                      <a:pt x="1611816" y="308117"/>
                    </a:lnTo>
                    <a:lnTo>
                      <a:pt x="1621018" y="301779"/>
                    </a:lnTo>
                    <a:lnTo>
                      <a:pt x="1630219" y="296075"/>
                    </a:lnTo>
                    <a:lnTo>
                      <a:pt x="1639421" y="290054"/>
                    </a:lnTo>
                    <a:lnTo>
                      <a:pt x="1648622" y="284667"/>
                    </a:lnTo>
                    <a:lnTo>
                      <a:pt x="1657824" y="279280"/>
                    </a:lnTo>
                    <a:lnTo>
                      <a:pt x="1667343" y="274527"/>
                    </a:lnTo>
                    <a:lnTo>
                      <a:pt x="1676862" y="269457"/>
                    </a:lnTo>
                    <a:lnTo>
                      <a:pt x="1686381" y="265337"/>
                    </a:lnTo>
                    <a:lnTo>
                      <a:pt x="1695582" y="261218"/>
                    </a:lnTo>
                    <a:lnTo>
                      <a:pt x="1705101" y="256781"/>
                    </a:lnTo>
                    <a:lnTo>
                      <a:pt x="1714937" y="252979"/>
                    </a:lnTo>
                    <a:lnTo>
                      <a:pt x="1724456" y="249493"/>
                    </a:lnTo>
                    <a:lnTo>
                      <a:pt x="1734292" y="246007"/>
                    </a:lnTo>
                    <a:lnTo>
                      <a:pt x="1743494" y="242838"/>
                    </a:lnTo>
                    <a:lnTo>
                      <a:pt x="1753330" y="239986"/>
                    </a:lnTo>
                    <a:lnTo>
                      <a:pt x="1763166" y="237134"/>
                    </a:lnTo>
                    <a:lnTo>
                      <a:pt x="1773003" y="234599"/>
                    </a:lnTo>
                    <a:lnTo>
                      <a:pt x="1792675" y="230163"/>
                    </a:lnTo>
                    <a:lnTo>
                      <a:pt x="1812030" y="226360"/>
                    </a:lnTo>
                    <a:lnTo>
                      <a:pt x="1831702" y="222874"/>
                    </a:lnTo>
                    <a:lnTo>
                      <a:pt x="1851375" y="220656"/>
                    </a:lnTo>
                    <a:lnTo>
                      <a:pt x="1870730" y="219072"/>
                    </a:lnTo>
                    <a:lnTo>
                      <a:pt x="1890402" y="217804"/>
                    </a:lnTo>
                    <a:lnTo>
                      <a:pt x="1910075" y="217487"/>
                    </a:lnTo>
                    <a:close/>
                    <a:moveTo>
                      <a:pt x="1112837" y="0"/>
                    </a:moveTo>
                    <a:lnTo>
                      <a:pt x="1116656" y="634"/>
                    </a:lnTo>
                    <a:lnTo>
                      <a:pt x="1128112" y="2854"/>
                    </a:lnTo>
                    <a:lnTo>
                      <a:pt x="1146570" y="6660"/>
                    </a:lnTo>
                    <a:lnTo>
                      <a:pt x="1157708" y="9197"/>
                    </a:lnTo>
                    <a:lnTo>
                      <a:pt x="1170119" y="12369"/>
                    </a:lnTo>
                    <a:lnTo>
                      <a:pt x="1183485" y="16175"/>
                    </a:lnTo>
                    <a:lnTo>
                      <a:pt x="1198124" y="20298"/>
                    </a:lnTo>
                    <a:lnTo>
                      <a:pt x="1213399" y="25372"/>
                    </a:lnTo>
                    <a:lnTo>
                      <a:pt x="1229629" y="30763"/>
                    </a:lnTo>
                    <a:lnTo>
                      <a:pt x="1246495" y="37106"/>
                    </a:lnTo>
                    <a:lnTo>
                      <a:pt x="1263998" y="43767"/>
                    </a:lnTo>
                    <a:lnTo>
                      <a:pt x="1281501" y="51378"/>
                    </a:lnTo>
                    <a:lnTo>
                      <a:pt x="1299640" y="59307"/>
                    </a:lnTo>
                    <a:lnTo>
                      <a:pt x="1317780" y="68504"/>
                    </a:lnTo>
                    <a:lnTo>
                      <a:pt x="1336237" y="78653"/>
                    </a:lnTo>
                    <a:lnTo>
                      <a:pt x="1345148" y="84045"/>
                    </a:lnTo>
                    <a:lnTo>
                      <a:pt x="1354058" y="89436"/>
                    </a:lnTo>
                    <a:lnTo>
                      <a:pt x="1363287" y="95462"/>
                    </a:lnTo>
                    <a:lnTo>
                      <a:pt x="1372198" y="101171"/>
                    </a:lnTo>
                    <a:lnTo>
                      <a:pt x="1381108" y="107514"/>
                    </a:lnTo>
                    <a:lnTo>
                      <a:pt x="1389701" y="113540"/>
                    </a:lnTo>
                    <a:lnTo>
                      <a:pt x="1398293" y="120517"/>
                    </a:lnTo>
                    <a:lnTo>
                      <a:pt x="1406886" y="127177"/>
                    </a:lnTo>
                    <a:lnTo>
                      <a:pt x="1415160" y="134471"/>
                    </a:lnTo>
                    <a:lnTo>
                      <a:pt x="1423116" y="141449"/>
                    </a:lnTo>
                    <a:lnTo>
                      <a:pt x="1431390" y="149377"/>
                    </a:lnTo>
                    <a:lnTo>
                      <a:pt x="1439346" y="157306"/>
                    </a:lnTo>
                    <a:lnTo>
                      <a:pt x="1446665" y="165552"/>
                    </a:lnTo>
                    <a:lnTo>
                      <a:pt x="1454303" y="173798"/>
                    </a:lnTo>
                    <a:lnTo>
                      <a:pt x="1461304" y="182361"/>
                    </a:lnTo>
                    <a:lnTo>
                      <a:pt x="1468305" y="191241"/>
                    </a:lnTo>
                    <a:lnTo>
                      <a:pt x="1474988" y="200756"/>
                    </a:lnTo>
                    <a:lnTo>
                      <a:pt x="1481034" y="209953"/>
                    </a:lnTo>
                    <a:lnTo>
                      <a:pt x="1487399" y="219785"/>
                    </a:lnTo>
                    <a:lnTo>
                      <a:pt x="1492809" y="229616"/>
                    </a:lnTo>
                    <a:lnTo>
                      <a:pt x="1498537" y="240082"/>
                    </a:lnTo>
                    <a:lnTo>
                      <a:pt x="1503311" y="250865"/>
                    </a:lnTo>
                    <a:lnTo>
                      <a:pt x="1508084" y="261648"/>
                    </a:lnTo>
                    <a:lnTo>
                      <a:pt x="1512540" y="273066"/>
                    </a:lnTo>
                    <a:lnTo>
                      <a:pt x="1516358" y="284483"/>
                    </a:lnTo>
                    <a:lnTo>
                      <a:pt x="1519859" y="296218"/>
                    </a:lnTo>
                    <a:lnTo>
                      <a:pt x="1523041" y="308269"/>
                    </a:lnTo>
                    <a:lnTo>
                      <a:pt x="1525587" y="320955"/>
                    </a:lnTo>
                    <a:lnTo>
                      <a:pt x="1512540" y="333641"/>
                    </a:lnTo>
                    <a:lnTo>
                      <a:pt x="1499492" y="346645"/>
                    </a:lnTo>
                    <a:lnTo>
                      <a:pt x="1486763" y="360599"/>
                    </a:lnTo>
                    <a:lnTo>
                      <a:pt x="1474351" y="374554"/>
                    </a:lnTo>
                    <a:lnTo>
                      <a:pt x="1462259" y="389777"/>
                    </a:lnTo>
                    <a:lnTo>
                      <a:pt x="1450484" y="405000"/>
                    </a:lnTo>
                    <a:lnTo>
                      <a:pt x="1439027" y="420540"/>
                    </a:lnTo>
                    <a:lnTo>
                      <a:pt x="1427889" y="437032"/>
                    </a:lnTo>
                    <a:lnTo>
                      <a:pt x="1426616" y="424346"/>
                    </a:lnTo>
                    <a:lnTo>
                      <a:pt x="1424389" y="411343"/>
                    </a:lnTo>
                    <a:lnTo>
                      <a:pt x="1422479" y="398340"/>
                    </a:lnTo>
                    <a:lnTo>
                      <a:pt x="1420252" y="385654"/>
                    </a:lnTo>
                    <a:lnTo>
                      <a:pt x="1417706" y="373285"/>
                    </a:lnTo>
                    <a:lnTo>
                      <a:pt x="1414842" y="360599"/>
                    </a:lnTo>
                    <a:lnTo>
                      <a:pt x="1411341" y="348230"/>
                    </a:lnTo>
                    <a:lnTo>
                      <a:pt x="1408159" y="335544"/>
                    </a:lnTo>
                    <a:lnTo>
                      <a:pt x="1402112" y="317467"/>
                    </a:lnTo>
                    <a:lnTo>
                      <a:pt x="1396065" y="299706"/>
                    </a:lnTo>
                    <a:lnTo>
                      <a:pt x="1388746" y="281946"/>
                    </a:lnTo>
                    <a:lnTo>
                      <a:pt x="1384927" y="273700"/>
                    </a:lnTo>
                    <a:lnTo>
                      <a:pt x="1381108" y="265137"/>
                    </a:lnTo>
                    <a:lnTo>
                      <a:pt x="1376653" y="256574"/>
                    </a:lnTo>
                    <a:lnTo>
                      <a:pt x="1372516" y="248328"/>
                    </a:lnTo>
                    <a:lnTo>
                      <a:pt x="1368061" y="240082"/>
                    </a:lnTo>
                    <a:lnTo>
                      <a:pt x="1363287" y="231836"/>
                    </a:lnTo>
                    <a:lnTo>
                      <a:pt x="1358514" y="223591"/>
                    </a:lnTo>
                    <a:lnTo>
                      <a:pt x="1353104" y="215979"/>
                    </a:lnTo>
                    <a:lnTo>
                      <a:pt x="1348012" y="208050"/>
                    </a:lnTo>
                    <a:lnTo>
                      <a:pt x="1342284" y="200121"/>
                    </a:lnTo>
                    <a:lnTo>
                      <a:pt x="1336874" y="192827"/>
                    </a:lnTo>
                    <a:lnTo>
                      <a:pt x="1330827" y="185215"/>
                    </a:lnTo>
                    <a:lnTo>
                      <a:pt x="1325099" y="178238"/>
                    </a:lnTo>
                    <a:lnTo>
                      <a:pt x="1319053" y="171261"/>
                    </a:lnTo>
                    <a:lnTo>
                      <a:pt x="1312688" y="164284"/>
                    </a:lnTo>
                    <a:lnTo>
                      <a:pt x="1306323" y="157623"/>
                    </a:lnTo>
                    <a:lnTo>
                      <a:pt x="1299640" y="150963"/>
                    </a:lnTo>
                    <a:lnTo>
                      <a:pt x="1292957" y="144620"/>
                    </a:lnTo>
                    <a:lnTo>
                      <a:pt x="1286274" y="138277"/>
                    </a:lnTo>
                    <a:lnTo>
                      <a:pt x="1278955" y="132251"/>
                    </a:lnTo>
                    <a:lnTo>
                      <a:pt x="1271636" y="126225"/>
                    </a:lnTo>
                    <a:lnTo>
                      <a:pt x="1264635" y="120834"/>
                    </a:lnTo>
                    <a:lnTo>
                      <a:pt x="1257315" y="115125"/>
                    </a:lnTo>
                    <a:lnTo>
                      <a:pt x="1249996" y="110051"/>
                    </a:lnTo>
                    <a:lnTo>
                      <a:pt x="1242040" y="104659"/>
                    </a:lnTo>
                    <a:lnTo>
                      <a:pt x="1234402" y="99902"/>
                    </a:lnTo>
                    <a:lnTo>
                      <a:pt x="1241403" y="105611"/>
                    </a:lnTo>
                    <a:lnTo>
                      <a:pt x="1248086" y="111637"/>
                    </a:lnTo>
                    <a:lnTo>
                      <a:pt x="1255088" y="117663"/>
                    </a:lnTo>
                    <a:lnTo>
                      <a:pt x="1262089" y="124006"/>
                    </a:lnTo>
                    <a:lnTo>
                      <a:pt x="1268135" y="130666"/>
                    </a:lnTo>
                    <a:lnTo>
                      <a:pt x="1274818" y="137009"/>
                    </a:lnTo>
                    <a:lnTo>
                      <a:pt x="1280546" y="143986"/>
                    </a:lnTo>
                    <a:lnTo>
                      <a:pt x="1286911" y="150646"/>
                    </a:lnTo>
                    <a:lnTo>
                      <a:pt x="1292321" y="157623"/>
                    </a:lnTo>
                    <a:lnTo>
                      <a:pt x="1298367" y="164601"/>
                    </a:lnTo>
                    <a:lnTo>
                      <a:pt x="1303459" y="171895"/>
                    </a:lnTo>
                    <a:lnTo>
                      <a:pt x="1308869" y="179190"/>
                    </a:lnTo>
                    <a:lnTo>
                      <a:pt x="1313961" y="186484"/>
                    </a:lnTo>
                    <a:lnTo>
                      <a:pt x="1318734" y="194095"/>
                    </a:lnTo>
                    <a:lnTo>
                      <a:pt x="1323508" y="202024"/>
                    </a:lnTo>
                    <a:lnTo>
                      <a:pt x="1327963" y="209636"/>
                    </a:lnTo>
                    <a:lnTo>
                      <a:pt x="1332418" y="217565"/>
                    </a:lnTo>
                    <a:lnTo>
                      <a:pt x="1336237" y="225493"/>
                    </a:lnTo>
                    <a:lnTo>
                      <a:pt x="1340056" y="233422"/>
                    </a:lnTo>
                    <a:lnTo>
                      <a:pt x="1344193" y="241668"/>
                    </a:lnTo>
                    <a:lnTo>
                      <a:pt x="1347376" y="249914"/>
                    </a:lnTo>
                    <a:lnTo>
                      <a:pt x="1350558" y="257843"/>
                    </a:lnTo>
                    <a:lnTo>
                      <a:pt x="1356923" y="274969"/>
                    </a:lnTo>
                    <a:lnTo>
                      <a:pt x="1362333" y="291778"/>
                    </a:lnTo>
                    <a:lnTo>
                      <a:pt x="1366788" y="308904"/>
                    </a:lnTo>
                    <a:lnTo>
                      <a:pt x="1370925" y="326030"/>
                    </a:lnTo>
                    <a:lnTo>
                      <a:pt x="1374107" y="343790"/>
                    </a:lnTo>
                    <a:lnTo>
                      <a:pt x="1376653" y="360916"/>
                    </a:lnTo>
                    <a:lnTo>
                      <a:pt x="1378562" y="378677"/>
                    </a:lnTo>
                    <a:lnTo>
                      <a:pt x="1380472" y="396120"/>
                    </a:lnTo>
                    <a:lnTo>
                      <a:pt x="1381108" y="413880"/>
                    </a:lnTo>
                    <a:lnTo>
                      <a:pt x="1381427" y="431641"/>
                    </a:lnTo>
                    <a:lnTo>
                      <a:pt x="1381108" y="449401"/>
                    </a:lnTo>
                    <a:lnTo>
                      <a:pt x="1380472" y="466844"/>
                    </a:lnTo>
                    <a:lnTo>
                      <a:pt x="1378881" y="484605"/>
                    </a:lnTo>
                    <a:lnTo>
                      <a:pt x="1377290" y="502048"/>
                    </a:lnTo>
                    <a:lnTo>
                      <a:pt x="1375380" y="519491"/>
                    </a:lnTo>
                    <a:lnTo>
                      <a:pt x="1372516" y="536934"/>
                    </a:lnTo>
                    <a:lnTo>
                      <a:pt x="1369652" y="554378"/>
                    </a:lnTo>
                    <a:lnTo>
                      <a:pt x="1367106" y="564843"/>
                    </a:lnTo>
                    <a:lnTo>
                      <a:pt x="1364878" y="574675"/>
                    </a:lnTo>
                    <a:lnTo>
                      <a:pt x="1334646" y="547717"/>
                    </a:lnTo>
                    <a:lnTo>
                      <a:pt x="1168210" y="399609"/>
                    </a:lnTo>
                    <a:lnTo>
                      <a:pt x="1166618" y="387557"/>
                    </a:lnTo>
                    <a:lnTo>
                      <a:pt x="1166300" y="375188"/>
                    </a:lnTo>
                    <a:lnTo>
                      <a:pt x="1166618" y="369479"/>
                    </a:lnTo>
                    <a:lnTo>
                      <a:pt x="1166937" y="363136"/>
                    </a:lnTo>
                    <a:lnTo>
                      <a:pt x="1167573" y="357110"/>
                    </a:lnTo>
                    <a:lnTo>
                      <a:pt x="1168528" y="350767"/>
                    </a:lnTo>
                    <a:lnTo>
                      <a:pt x="1171074" y="330153"/>
                    </a:lnTo>
                    <a:lnTo>
                      <a:pt x="1173620" y="308269"/>
                    </a:lnTo>
                    <a:lnTo>
                      <a:pt x="1175847" y="285435"/>
                    </a:lnTo>
                    <a:lnTo>
                      <a:pt x="1177438" y="262283"/>
                    </a:lnTo>
                    <a:lnTo>
                      <a:pt x="1178393" y="238814"/>
                    </a:lnTo>
                    <a:lnTo>
                      <a:pt x="1178711" y="227079"/>
                    </a:lnTo>
                    <a:lnTo>
                      <a:pt x="1178711" y="215027"/>
                    </a:lnTo>
                    <a:lnTo>
                      <a:pt x="1178393" y="203293"/>
                    </a:lnTo>
                    <a:lnTo>
                      <a:pt x="1178075" y="191241"/>
                    </a:lnTo>
                    <a:lnTo>
                      <a:pt x="1177438" y="179507"/>
                    </a:lnTo>
                    <a:lnTo>
                      <a:pt x="1176484" y="167772"/>
                    </a:lnTo>
                    <a:lnTo>
                      <a:pt x="1175211" y="155720"/>
                    </a:lnTo>
                    <a:lnTo>
                      <a:pt x="1173938" y="144303"/>
                    </a:lnTo>
                    <a:lnTo>
                      <a:pt x="1172028" y="132568"/>
                    </a:lnTo>
                    <a:lnTo>
                      <a:pt x="1169801" y="121151"/>
                    </a:lnTo>
                    <a:lnTo>
                      <a:pt x="1167573" y="109734"/>
                    </a:lnTo>
                    <a:lnTo>
                      <a:pt x="1164391" y="98633"/>
                    </a:lnTo>
                    <a:lnTo>
                      <a:pt x="1161208" y="87533"/>
                    </a:lnTo>
                    <a:lnTo>
                      <a:pt x="1157708" y="76750"/>
                    </a:lnTo>
                    <a:lnTo>
                      <a:pt x="1153571" y="66284"/>
                    </a:lnTo>
                    <a:lnTo>
                      <a:pt x="1149115" y="55818"/>
                    </a:lnTo>
                    <a:lnTo>
                      <a:pt x="1144342" y="45670"/>
                    </a:lnTo>
                    <a:lnTo>
                      <a:pt x="1138932" y="35838"/>
                    </a:lnTo>
                    <a:lnTo>
                      <a:pt x="1133204" y="26641"/>
                    </a:lnTo>
                    <a:lnTo>
                      <a:pt x="1126839" y="17443"/>
                    </a:lnTo>
                    <a:lnTo>
                      <a:pt x="1119838" y="8563"/>
                    </a:lnTo>
                    <a:lnTo>
                      <a:pt x="11128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805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23" name="组合 13"/>
            <p:cNvGrpSpPr/>
            <p:nvPr/>
          </p:nvGrpSpPr>
          <p:grpSpPr>
            <a:xfrm>
              <a:off x="5713" y="3594"/>
              <a:ext cx="2100" cy="2100"/>
              <a:chOff x="2677110" y="1505689"/>
              <a:chExt cx="1023621" cy="1023621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24" name="菱形 23"/>
              <p:cNvSpPr/>
              <p:nvPr/>
            </p:nvSpPr>
            <p:spPr>
              <a:xfrm>
                <a:off x="2677110" y="1505689"/>
                <a:ext cx="1023621" cy="1023621"/>
              </a:xfrm>
              <a:prstGeom prst="diamond">
                <a:avLst/>
              </a:prstGeom>
              <a:solidFill>
                <a:srgbClr val="00387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805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46" name="KSO_Shape"/>
              <p:cNvSpPr/>
              <p:nvPr/>
            </p:nvSpPr>
            <p:spPr bwMode="auto">
              <a:xfrm>
                <a:off x="3044901" y="1821108"/>
                <a:ext cx="288042" cy="392785"/>
              </a:xfrm>
              <a:custGeom>
                <a:avLst/>
                <a:gdLst>
                  <a:gd name="T0" fmla="*/ 821150 w 1122363"/>
                  <a:gd name="T1" fmla="*/ 1319439 h 1531938"/>
                  <a:gd name="T2" fmla="*/ 818610 w 1122363"/>
                  <a:gd name="T3" fmla="*/ 1374324 h 1531938"/>
                  <a:gd name="T4" fmla="*/ 763001 w 1122363"/>
                  <a:gd name="T5" fmla="*/ 1407818 h 1531938"/>
                  <a:gd name="T6" fmla="*/ 617712 w 1122363"/>
                  <a:gd name="T7" fmla="*/ 1069756 h 1531938"/>
                  <a:gd name="T8" fmla="*/ 595045 w 1122363"/>
                  <a:gd name="T9" fmla="*/ 1020228 h 1531938"/>
                  <a:gd name="T10" fmla="*/ 616862 w 1122363"/>
                  <a:gd name="T11" fmla="*/ 985788 h 1531938"/>
                  <a:gd name="T12" fmla="*/ 638822 w 1122363"/>
                  <a:gd name="T13" fmla="*/ 861065 h 1531938"/>
                  <a:gd name="T14" fmla="*/ 533011 w 1122363"/>
                  <a:gd name="T15" fmla="*/ 900272 h 1531938"/>
                  <a:gd name="T16" fmla="*/ 472344 w 1122363"/>
                  <a:gd name="T17" fmla="*/ 959225 h 1531938"/>
                  <a:gd name="T18" fmla="*/ 447514 w 1122363"/>
                  <a:gd name="T19" fmla="*/ 1068950 h 1531938"/>
                  <a:gd name="T20" fmla="*/ 483631 w 1122363"/>
                  <a:gd name="T21" fmla="*/ 1155544 h 1531938"/>
                  <a:gd name="T22" fmla="*/ 563202 w 1122363"/>
                  <a:gd name="T23" fmla="*/ 1213369 h 1531938"/>
                  <a:gd name="T24" fmla="*/ 641644 w 1122363"/>
                  <a:gd name="T25" fmla="*/ 1407149 h 1531938"/>
                  <a:gd name="T26" fmla="*/ 522288 w 1122363"/>
                  <a:gd name="T27" fmla="*/ 1360326 h 1531938"/>
                  <a:gd name="T28" fmla="*/ 562920 w 1122363"/>
                  <a:gd name="T29" fmla="*/ 1503052 h 1531938"/>
                  <a:gd name="T30" fmla="*/ 767489 w 1122363"/>
                  <a:gd name="T31" fmla="*/ 1526182 h 1531938"/>
                  <a:gd name="T32" fmla="*/ 873019 w 1122363"/>
                  <a:gd name="T33" fmla="*/ 1493462 h 1531938"/>
                  <a:gd name="T34" fmla="*/ 940739 w 1122363"/>
                  <a:gd name="T35" fmla="*/ 1437049 h 1531938"/>
                  <a:gd name="T36" fmla="*/ 975445 w 1122363"/>
                  <a:gd name="T37" fmla="*/ 1352710 h 1531938"/>
                  <a:gd name="T38" fmla="*/ 957387 w 1122363"/>
                  <a:gd name="T39" fmla="*/ 1244960 h 1531938"/>
                  <a:gd name="T40" fmla="*/ 862579 w 1122363"/>
                  <a:gd name="T41" fmla="*/ 1159211 h 1531938"/>
                  <a:gd name="T42" fmla="*/ 777366 w 1122363"/>
                  <a:gd name="T43" fmla="*/ 984893 h 1531938"/>
                  <a:gd name="T44" fmla="*/ 941021 w 1122363"/>
                  <a:gd name="T45" fmla="*/ 1068103 h 1531938"/>
                  <a:gd name="T46" fmla="*/ 812918 w 1122363"/>
                  <a:gd name="T47" fmla="*/ 868963 h 1531938"/>
                  <a:gd name="T48" fmla="*/ 768618 w 1122363"/>
                  <a:gd name="T49" fmla="*/ 464758 h 1531938"/>
                  <a:gd name="T50" fmla="*/ 956258 w 1122363"/>
                  <a:gd name="T51" fmla="*/ 515531 h 1531938"/>
                  <a:gd name="T52" fmla="*/ 1106652 w 1122363"/>
                  <a:gd name="T53" fmla="*/ 632589 h 1531938"/>
                  <a:gd name="T54" fmla="*/ 1227702 w 1122363"/>
                  <a:gd name="T55" fmla="*/ 820174 h 1531938"/>
                  <a:gd name="T56" fmla="*/ 1327023 w 1122363"/>
                  <a:gd name="T57" fmla="*/ 1081925 h 1531938"/>
                  <a:gd name="T58" fmla="*/ 1396717 w 1122363"/>
                  <a:gd name="T59" fmla="*/ 1393892 h 1531938"/>
                  <a:gd name="T60" fmla="*/ 1355239 w 1122363"/>
                  <a:gd name="T61" fmla="*/ 1597827 h 1531938"/>
                  <a:gd name="T62" fmla="*/ 1228829 w 1122363"/>
                  <a:gd name="T63" fmla="*/ 1750144 h 1531938"/>
                  <a:gd name="T64" fmla="*/ 1040908 w 1122363"/>
                  <a:gd name="T65" fmla="*/ 1850561 h 1531938"/>
                  <a:gd name="T66" fmla="*/ 813764 w 1122363"/>
                  <a:gd name="T67" fmla="*/ 1899358 h 1531938"/>
                  <a:gd name="T68" fmla="*/ 571385 w 1122363"/>
                  <a:gd name="T69" fmla="*/ 1896538 h 1531938"/>
                  <a:gd name="T70" fmla="*/ 341985 w 1122363"/>
                  <a:gd name="T71" fmla="*/ 1837867 h 1531938"/>
                  <a:gd name="T72" fmla="*/ 152933 w 1122363"/>
                  <a:gd name="T73" fmla="*/ 1725604 h 1531938"/>
                  <a:gd name="T74" fmla="*/ 31320 w 1122363"/>
                  <a:gd name="T75" fmla="*/ 1563133 h 1531938"/>
                  <a:gd name="T76" fmla="*/ 3668 w 1122363"/>
                  <a:gd name="T77" fmla="*/ 1352710 h 1531938"/>
                  <a:gd name="T78" fmla="*/ 126691 w 1122363"/>
                  <a:gd name="T79" fmla="*/ 958096 h 1531938"/>
                  <a:gd name="T80" fmla="*/ 230811 w 1122363"/>
                  <a:gd name="T81" fmla="*/ 743160 h 1531938"/>
                  <a:gd name="T82" fmla="*/ 362301 w 1122363"/>
                  <a:gd name="T83" fmla="*/ 582099 h 1531938"/>
                  <a:gd name="T84" fmla="*/ 534421 w 1122363"/>
                  <a:gd name="T85" fmla="*/ 485632 h 1531938"/>
                  <a:gd name="T86" fmla="*/ 596426 w 1122363"/>
                  <a:gd name="T87" fmla="*/ 1978 h 1531938"/>
                  <a:gd name="T88" fmla="*/ 686940 w 1122363"/>
                  <a:gd name="T89" fmla="*/ 37299 h 1531938"/>
                  <a:gd name="T90" fmla="*/ 778299 w 1122363"/>
                  <a:gd name="T91" fmla="*/ 32213 h 1531938"/>
                  <a:gd name="T92" fmla="*/ 882912 w 1122363"/>
                  <a:gd name="T93" fmla="*/ 282 h 1531938"/>
                  <a:gd name="T94" fmla="*/ 944383 w 1122363"/>
                  <a:gd name="T95" fmla="*/ 34192 h 1531938"/>
                  <a:gd name="T96" fmla="*/ 991755 w 1122363"/>
                  <a:gd name="T97" fmla="*/ 157394 h 1531938"/>
                  <a:gd name="T98" fmla="*/ 1048714 w 1122363"/>
                  <a:gd name="T99" fmla="*/ 165023 h 1531938"/>
                  <a:gd name="T100" fmla="*/ 1092702 w 1122363"/>
                  <a:gd name="T101" fmla="*/ 159655 h 1531938"/>
                  <a:gd name="T102" fmla="*/ 1063377 w 1122363"/>
                  <a:gd name="T103" fmla="*/ 261663 h 1531938"/>
                  <a:gd name="T104" fmla="*/ 978784 w 1122363"/>
                  <a:gd name="T105" fmla="*/ 348130 h 1531938"/>
                  <a:gd name="T106" fmla="*/ 836387 w 1122363"/>
                  <a:gd name="T107" fmla="*/ 422166 h 1531938"/>
                  <a:gd name="T108" fmla="*/ 657614 w 1122363"/>
                  <a:gd name="T109" fmla="*/ 404646 h 1531938"/>
                  <a:gd name="T110" fmla="*/ 554694 w 1122363"/>
                  <a:gd name="T111" fmla="*/ 419340 h 1531938"/>
                  <a:gd name="T112" fmla="*/ 313322 w 1122363"/>
                  <a:gd name="T113" fmla="*/ 219560 h 1531938"/>
                  <a:gd name="T114" fmla="*/ 410321 w 1122363"/>
                  <a:gd name="T115" fmla="*/ 170392 h 1531938"/>
                  <a:gd name="T116" fmla="*/ 485327 w 1122363"/>
                  <a:gd name="T117" fmla="*/ 159089 h 1531938"/>
                  <a:gd name="T118" fmla="*/ 519164 w 1122363"/>
                  <a:gd name="T119" fmla="*/ 54537 h 153193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122363" h="1531938">
                    <a:moveTo>
                      <a:pt x="600075" y="1019175"/>
                    </a:moveTo>
                    <a:lnTo>
                      <a:pt x="608240" y="1022344"/>
                    </a:lnTo>
                    <a:lnTo>
                      <a:pt x="615950" y="1025965"/>
                    </a:lnTo>
                    <a:lnTo>
                      <a:pt x="622981" y="1029134"/>
                    </a:lnTo>
                    <a:lnTo>
                      <a:pt x="629331" y="1032303"/>
                    </a:lnTo>
                    <a:lnTo>
                      <a:pt x="635227" y="1035925"/>
                    </a:lnTo>
                    <a:lnTo>
                      <a:pt x="640443" y="1039093"/>
                    </a:lnTo>
                    <a:lnTo>
                      <a:pt x="644979" y="1042488"/>
                    </a:lnTo>
                    <a:lnTo>
                      <a:pt x="649061" y="1045884"/>
                    </a:lnTo>
                    <a:lnTo>
                      <a:pt x="652236" y="1049505"/>
                    </a:lnTo>
                    <a:lnTo>
                      <a:pt x="655411" y="1053127"/>
                    </a:lnTo>
                    <a:lnTo>
                      <a:pt x="657906" y="1056974"/>
                    </a:lnTo>
                    <a:lnTo>
                      <a:pt x="659720" y="1061049"/>
                    </a:lnTo>
                    <a:lnTo>
                      <a:pt x="661534" y="1065576"/>
                    </a:lnTo>
                    <a:lnTo>
                      <a:pt x="662668" y="1070329"/>
                    </a:lnTo>
                    <a:lnTo>
                      <a:pt x="663348" y="1074856"/>
                    </a:lnTo>
                    <a:lnTo>
                      <a:pt x="663575" y="1080062"/>
                    </a:lnTo>
                    <a:lnTo>
                      <a:pt x="663575" y="1083230"/>
                    </a:lnTo>
                    <a:lnTo>
                      <a:pt x="663348" y="1086626"/>
                    </a:lnTo>
                    <a:lnTo>
                      <a:pt x="662895" y="1089568"/>
                    </a:lnTo>
                    <a:lnTo>
                      <a:pt x="662441" y="1092510"/>
                    </a:lnTo>
                    <a:lnTo>
                      <a:pt x="661761" y="1095227"/>
                    </a:lnTo>
                    <a:lnTo>
                      <a:pt x="660854" y="1097716"/>
                    </a:lnTo>
                    <a:lnTo>
                      <a:pt x="659947" y="1100432"/>
                    </a:lnTo>
                    <a:lnTo>
                      <a:pt x="659040" y="1102922"/>
                    </a:lnTo>
                    <a:lnTo>
                      <a:pt x="657679" y="1105186"/>
                    </a:lnTo>
                    <a:lnTo>
                      <a:pt x="656545" y="1107449"/>
                    </a:lnTo>
                    <a:lnTo>
                      <a:pt x="654957" y="1109486"/>
                    </a:lnTo>
                    <a:lnTo>
                      <a:pt x="653143" y="1111523"/>
                    </a:lnTo>
                    <a:lnTo>
                      <a:pt x="651556" y="1113334"/>
                    </a:lnTo>
                    <a:lnTo>
                      <a:pt x="649515" y="1115145"/>
                    </a:lnTo>
                    <a:lnTo>
                      <a:pt x="647473" y="1116729"/>
                    </a:lnTo>
                    <a:lnTo>
                      <a:pt x="645206" y="1118087"/>
                    </a:lnTo>
                    <a:lnTo>
                      <a:pt x="640670" y="1120803"/>
                    </a:lnTo>
                    <a:lnTo>
                      <a:pt x="635681" y="1123520"/>
                    </a:lnTo>
                    <a:lnTo>
                      <a:pt x="630238" y="1126009"/>
                    </a:lnTo>
                    <a:lnTo>
                      <a:pt x="625022" y="1128046"/>
                    </a:lnTo>
                    <a:lnTo>
                      <a:pt x="619125" y="1130310"/>
                    </a:lnTo>
                    <a:lnTo>
                      <a:pt x="613002" y="1132121"/>
                    </a:lnTo>
                    <a:lnTo>
                      <a:pt x="606652" y="1133705"/>
                    </a:lnTo>
                    <a:lnTo>
                      <a:pt x="600075" y="1135063"/>
                    </a:lnTo>
                    <a:lnTo>
                      <a:pt x="600075" y="1019175"/>
                    </a:lnTo>
                    <a:close/>
                    <a:moveTo>
                      <a:pt x="538162" y="779462"/>
                    </a:moveTo>
                    <a:lnTo>
                      <a:pt x="538162" y="877887"/>
                    </a:lnTo>
                    <a:lnTo>
                      <a:pt x="529967" y="875827"/>
                    </a:lnTo>
                    <a:lnTo>
                      <a:pt x="522227" y="873538"/>
                    </a:lnTo>
                    <a:lnTo>
                      <a:pt x="515398" y="870791"/>
                    </a:lnTo>
                    <a:lnTo>
                      <a:pt x="509024" y="868273"/>
                    </a:lnTo>
                    <a:lnTo>
                      <a:pt x="503333" y="865298"/>
                    </a:lnTo>
                    <a:lnTo>
                      <a:pt x="500829" y="863467"/>
                    </a:lnTo>
                    <a:lnTo>
                      <a:pt x="498553" y="861864"/>
                    </a:lnTo>
                    <a:lnTo>
                      <a:pt x="496276" y="860262"/>
                    </a:lnTo>
                    <a:lnTo>
                      <a:pt x="494227" y="858431"/>
                    </a:lnTo>
                    <a:lnTo>
                      <a:pt x="492406" y="856600"/>
                    </a:lnTo>
                    <a:lnTo>
                      <a:pt x="490813" y="854540"/>
                    </a:lnTo>
                    <a:lnTo>
                      <a:pt x="487626" y="850877"/>
                    </a:lnTo>
                    <a:lnTo>
                      <a:pt x="485122" y="846986"/>
                    </a:lnTo>
                    <a:lnTo>
                      <a:pt x="482618" y="843324"/>
                    </a:lnTo>
                    <a:lnTo>
                      <a:pt x="481024" y="839662"/>
                    </a:lnTo>
                    <a:lnTo>
                      <a:pt x="479658" y="835999"/>
                    </a:lnTo>
                    <a:lnTo>
                      <a:pt x="478520" y="832337"/>
                    </a:lnTo>
                    <a:lnTo>
                      <a:pt x="478065" y="828903"/>
                    </a:lnTo>
                    <a:lnTo>
                      <a:pt x="477837" y="825241"/>
                    </a:lnTo>
                    <a:lnTo>
                      <a:pt x="477837" y="822952"/>
                    </a:lnTo>
                    <a:lnTo>
                      <a:pt x="478065" y="820434"/>
                    </a:lnTo>
                    <a:lnTo>
                      <a:pt x="478520" y="817916"/>
                    </a:lnTo>
                    <a:lnTo>
                      <a:pt x="478975" y="815627"/>
                    </a:lnTo>
                    <a:lnTo>
                      <a:pt x="479431" y="813339"/>
                    </a:lnTo>
                    <a:lnTo>
                      <a:pt x="480341" y="810821"/>
                    </a:lnTo>
                    <a:lnTo>
                      <a:pt x="481252" y="808761"/>
                    </a:lnTo>
                    <a:lnTo>
                      <a:pt x="482162" y="806701"/>
                    </a:lnTo>
                    <a:lnTo>
                      <a:pt x="483528" y="804869"/>
                    </a:lnTo>
                    <a:lnTo>
                      <a:pt x="484894" y="802809"/>
                    </a:lnTo>
                    <a:lnTo>
                      <a:pt x="486260" y="800978"/>
                    </a:lnTo>
                    <a:lnTo>
                      <a:pt x="487853" y="799147"/>
                    </a:lnTo>
                    <a:lnTo>
                      <a:pt x="489447" y="797545"/>
                    </a:lnTo>
                    <a:lnTo>
                      <a:pt x="491496" y="795714"/>
                    </a:lnTo>
                    <a:lnTo>
                      <a:pt x="495593" y="792738"/>
                    </a:lnTo>
                    <a:lnTo>
                      <a:pt x="500146" y="789991"/>
                    </a:lnTo>
                    <a:lnTo>
                      <a:pt x="504699" y="787244"/>
                    </a:lnTo>
                    <a:lnTo>
                      <a:pt x="509935" y="785184"/>
                    </a:lnTo>
                    <a:lnTo>
                      <a:pt x="515170" y="783582"/>
                    </a:lnTo>
                    <a:lnTo>
                      <a:pt x="520634" y="781980"/>
                    </a:lnTo>
                    <a:lnTo>
                      <a:pt x="526097" y="780835"/>
                    </a:lnTo>
                    <a:lnTo>
                      <a:pt x="532017" y="779920"/>
                    </a:lnTo>
                    <a:lnTo>
                      <a:pt x="538162" y="779462"/>
                    </a:lnTo>
                    <a:close/>
                    <a:moveTo>
                      <a:pt x="538626" y="654332"/>
                    </a:moveTo>
                    <a:lnTo>
                      <a:pt x="538626" y="688810"/>
                    </a:lnTo>
                    <a:lnTo>
                      <a:pt x="530011" y="689945"/>
                    </a:lnTo>
                    <a:lnTo>
                      <a:pt x="521624" y="691079"/>
                    </a:lnTo>
                    <a:lnTo>
                      <a:pt x="513236" y="692440"/>
                    </a:lnTo>
                    <a:lnTo>
                      <a:pt x="505302" y="694028"/>
                    </a:lnTo>
                    <a:lnTo>
                      <a:pt x="497594" y="695842"/>
                    </a:lnTo>
                    <a:lnTo>
                      <a:pt x="490113" y="697657"/>
                    </a:lnTo>
                    <a:lnTo>
                      <a:pt x="482859" y="699471"/>
                    </a:lnTo>
                    <a:lnTo>
                      <a:pt x="475831" y="701740"/>
                    </a:lnTo>
                    <a:lnTo>
                      <a:pt x="469257" y="704008"/>
                    </a:lnTo>
                    <a:lnTo>
                      <a:pt x="462683" y="706276"/>
                    </a:lnTo>
                    <a:lnTo>
                      <a:pt x="456336" y="708998"/>
                    </a:lnTo>
                    <a:lnTo>
                      <a:pt x="450215" y="711720"/>
                    </a:lnTo>
                    <a:lnTo>
                      <a:pt x="444321" y="714442"/>
                    </a:lnTo>
                    <a:lnTo>
                      <a:pt x="438654" y="717618"/>
                    </a:lnTo>
                    <a:lnTo>
                      <a:pt x="433440" y="720567"/>
                    </a:lnTo>
                    <a:lnTo>
                      <a:pt x="428226" y="723969"/>
                    </a:lnTo>
                    <a:lnTo>
                      <a:pt x="423238" y="727372"/>
                    </a:lnTo>
                    <a:lnTo>
                      <a:pt x="418478" y="731001"/>
                    </a:lnTo>
                    <a:lnTo>
                      <a:pt x="413944" y="734403"/>
                    </a:lnTo>
                    <a:lnTo>
                      <a:pt x="409410" y="738033"/>
                    </a:lnTo>
                    <a:lnTo>
                      <a:pt x="405556" y="741435"/>
                    </a:lnTo>
                    <a:lnTo>
                      <a:pt x="401476" y="744837"/>
                    </a:lnTo>
                    <a:lnTo>
                      <a:pt x="397849" y="748694"/>
                    </a:lnTo>
                    <a:lnTo>
                      <a:pt x="394221" y="752323"/>
                    </a:lnTo>
                    <a:lnTo>
                      <a:pt x="391048" y="755952"/>
                    </a:lnTo>
                    <a:lnTo>
                      <a:pt x="387874" y="760035"/>
                    </a:lnTo>
                    <a:lnTo>
                      <a:pt x="384927" y="763664"/>
                    </a:lnTo>
                    <a:lnTo>
                      <a:pt x="382207" y="767520"/>
                    </a:lnTo>
                    <a:lnTo>
                      <a:pt x="379486" y="771377"/>
                    </a:lnTo>
                    <a:lnTo>
                      <a:pt x="377219" y="775460"/>
                    </a:lnTo>
                    <a:lnTo>
                      <a:pt x="375179" y="779316"/>
                    </a:lnTo>
                    <a:lnTo>
                      <a:pt x="373366" y="783399"/>
                    </a:lnTo>
                    <a:lnTo>
                      <a:pt x="369738" y="791338"/>
                    </a:lnTo>
                    <a:lnTo>
                      <a:pt x="367018" y="799277"/>
                    </a:lnTo>
                    <a:lnTo>
                      <a:pt x="364298" y="806989"/>
                    </a:lnTo>
                    <a:lnTo>
                      <a:pt x="362258" y="814701"/>
                    </a:lnTo>
                    <a:lnTo>
                      <a:pt x="360671" y="822187"/>
                    </a:lnTo>
                    <a:lnTo>
                      <a:pt x="359537" y="829672"/>
                    </a:lnTo>
                    <a:lnTo>
                      <a:pt x="358857" y="836931"/>
                    </a:lnTo>
                    <a:lnTo>
                      <a:pt x="358630" y="844189"/>
                    </a:lnTo>
                    <a:lnTo>
                      <a:pt x="358857" y="851901"/>
                    </a:lnTo>
                    <a:lnTo>
                      <a:pt x="359537" y="859614"/>
                    </a:lnTo>
                    <a:lnTo>
                      <a:pt x="360444" y="867326"/>
                    </a:lnTo>
                    <a:lnTo>
                      <a:pt x="362031" y="874811"/>
                    </a:lnTo>
                    <a:lnTo>
                      <a:pt x="363844" y="882297"/>
                    </a:lnTo>
                    <a:lnTo>
                      <a:pt x="366111" y="889782"/>
                    </a:lnTo>
                    <a:lnTo>
                      <a:pt x="368832" y="897267"/>
                    </a:lnTo>
                    <a:lnTo>
                      <a:pt x="371779" y="904526"/>
                    </a:lnTo>
                    <a:lnTo>
                      <a:pt x="373592" y="907928"/>
                    </a:lnTo>
                    <a:lnTo>
                      <a:pt x="375633" y="911558"/>
                    </a:lnTo>
                    <a:lnTo>
                      <a:pt x="377673" y="915187"/>
                    </a:lnTo>
                    <a:lnTo>
                      <a:pt x="379940" y="918816"/>
                    </a:lnTo>
                    <a:lnTo>
                      <a:pt x="382660" y="922219"/>
                    </a:lnTo>
                    <a:lnTo>
                      <a:pt x="385380" y="925848"/>
                    </a:lnTo>
                    <a:lnTo>
                      <a:pt x="388554" y="929250"/>
                    </a:lnTo>
                    <a:lnTo>
                      <a:pt x="391501" y="932880"/>
                    </a:lnTo>
                    <a:lnTo>
                      <a:pt x="395128" y="936282"/>
                    </a:lnTo>
                    <a:lnTo>
                      <a:pt x="398529" y="939685"/>
                    </a:lnTo>
                    <a:lnTo>
                      <a:pt x="402609" y="943087"/>
                    </a:lnTo>
                    <a:lnTo>
                      <a:pt x="406463" y="946489"/>
                    </a:lnTo>
                    <a:lnTo>
                      <a:pt x="410770" y="949892"/>
                    </a:lnTo>
                    <a:lnTo>
                      <a:pt x="415077" y="953294"/>
                    </a:lnTo>
                    <a:lnTo>
                      <a:pt x="424372" y="959646"/>
                    </a:lnTo>
                    <a:lnTo>
                      <a:pt x="429586" y="963048"/>
                    </a:lnTo>
                    <a:lnTo>
                      <a:pt x="434800" y="966224"/>
                    </a:lnTo>
                    <a:lnTo>
                      <a:pt x="440467" y="969626"/>
                    </a:lnTo>
                    <a:lnTo>
                      <a:pt x="446361" y="972575"/>
                    </a:lnTo>
                    <a:lnTo>
                      <a:pt x="452482" y="975751"/>
                    </a:lnTo>
                    <a:lnTo>
                      <a:pt x="459056" y="978473"/>
                    </a:lnTo>
                    <a:lnTo>
                      <a:pt x="465630" y="981421"/>
                    </a:lnTo>
                    <a:lnTo>
                      <a:pt x="472658" y="984370"/>
                    </a:lnTo>
                    <a:lnTo>
                      <a:pt x="479912" y="987092"/>
                    </a:lnTo>
                    <a:lnTo>
                      <a:pt x="487619" y="989814"/>
                    </a:lnTo>
                    <a:lnTo>
                      <a:pt x="495327" y="992309"/>
                    </a:lnTo>
                    <a:lnTo>
                      <a:pt x="503488" y="994804"/>
                    </a:lnTo>
                    <a:lnTo>
                      <a:pt x="520490" y="1000021"/>
                    </a:lnTo>
                    <a:lnTo>
                      <a:pt x="538626" y="1004785"/>
                    </a:lnTo>
                    <a:lnTo>
                      <a:pt x="538626" y="1135439"/>
                    </a:lnTo>
                    <a:lnTo>
                      <a:pt x="530918" y="1134305"/>
                    </a:lnTo>
                    <a:lnTo>
                      <a:pt x="523210" y="1133171"/>
                    </a:lnTo>
                    <a:lnTo>
                      <a:pt x="515503" y="1131583"/>
                    </a:lnTo>
                    <a:lnTo>
                      <a:pt x="507795" y="1129768"/>
                    </a:lnTo>
                    <a:lnTo>
                      <a:pt x="500088" y="1127727"/>
                    </a:lnTo>
                    <a:lnTo>
                      <a:pt x="492607" y="1125685"/>
                    </a:lnTo>
                    <a:lnTo>
                      <a:pt x="485126" y="1123417"/>
                    </a:lnTo>
                    <a:lnTo>
                      <a:pt x="477645" y="1120695"/>
                    </a:lnTo>
                    <a:lnTo>
                      <a:pt x="470164" y="1117973"/>
                    </a:lnTo>
                    <a:lnTo>
                      <a:pt x="462683" y="1115024"/>
                    </a:lnTo>
                    <a:lnTo>
                      <a:pt x="455429" y="1111849"/>
                    </a:lnTo>
                    <a:lnTo>
                      <a:pt x="448175" y="1108673"/>
                    </a:lnTo>
                    <a:lnTo>
                      <a:pt x="440920" y="1105044"/>
                    </a:lnTo>
                    <a:lnTo>
                      <a:pt x="433893" y="1101641"/>
                    </a:lnTo>
                    <a:lnTo>
                      <a:pt x="426639" y="1097785"/>
                    </a:lnTo>
                    <a:lnTo>
                      <a:pt x="419611" y="1093929"/>
                    </a:lnTo>
                    <a:lnTo>
                      <a:pt x="405783" y="1085310"/>
                    </a:lnTo>
                    <a:lnTo>
                      <a:pt x="392181" y="1076690"/>
                    </a:lnTo>
                    <a:lnTo>
                      <a:pt x="379033" y="1067617"/>
                    </a:lnTo>
                    <a:lnTo>
                      <a:pt x="366338" y="1058317"/>
                    </a:lnTo>
                    <a:lnTo>
                      <a:pt x="366338" y="1169917"/>
                    </a:lnTo>
                    <a:lnTo>
                      <a:pt x="376313" y="1175588"/>
                    </a:lnTo>
                    <a:lnTo>
                      <a:pt x="386287" y="1181032"/>
                    </a:lnTo>
                    <a:lnTo>
                      <a:pt x="396715" y="1186249"/>
                    </a:lnTo>
                    <a:lnTo>
                      <a:pt x="407370" y="1191466"/>
                    </a:lnTo>
                    <a:lnTo>
                      <a:pt x="418251" y="1196003"/>
                    </a:lnTo>
                    <a:lnTo>
                      <a:pt x="429359" y="1200539"/>
                    </a:lnTo>
                    <a:lnTo>
                      <a:pt x="440694" y="1204849"/>
                    </a:lnTo>
                    <a:lnTo>
                      <a:pt x="452255" y="1208705"/>
                    </a:lnTo>
                    <a:lnTo>
                      <a:pt x="464043" y="1212561"/>
                    </a:lnTo>
                    <a:lnTo>
                      <a:pt x="475151" y="1215964"/>
                    </a:lnTo>
                    <a:lnTo>
                      <a:pt x="486486" y="1218686"/>
                    </a:lnTo>
                    <a:lnTo>
                      <a:pt x="497367" y="1221634"/>
                    </a:lnTo>
                    <a:lnTo>
                      <a:pt x="508022" y="1223903"/>
                    </a:lnTo>
                    <a:lnTo>
                      <a:pt x="518450" y="1225944"/>
                    </a:lnTo>
                    <a:lnTo>
                      <a:pt x="528878" y="1227759"/>
                    </a:lnTo>
                    <a:lnTo>
                      <a:pt x="538626" y="1229120"/>
                    </a:lnTo>
                    <a:lnTo>
                      <a:pt x="538626" y="1297396"/>
                    </a:lnTo>
                    <a:lnTo>
                      <a:pt x="600740" y="1297396"/>
                    </a:lnTo>
                    <a:lnTo>
                      <a:pt x="600740" y="1229120"/>
                    </a:lnTo>
                    <a:lnTo>
                      <a:pt x="608674" y="1228213"/>
                    </a:lnTo>
                    <a:lnTo>
                      <a:pt x="616608" y="1227305"/>
                    </a:lnTo>
                    <a:lnTo>
                      <a:pt x="624089" y="1225944"/>
                    </a:lnTo>
                    <a:lnTo>
                      <a:pt x="631570" y="1224810"/>
                    </a:lnTo>
                    <a:lnTo>
                      <a:pt x="638824" y="1223449"/>
                    </a:lnTo>
                    <a:lnTo>
                      <a:pt x="645852" y="1221861"/>
                    </a:lnTo>
                    <a:lnTo>
                      <a:pt x="652880" y="1220273"/>
                    </a:lnTo>
                    <a:lnTo>
                      <a:pt x="659454" y="1218232"/>
                    </a:lnTo>
                    <a:lnTo>
                      <a:pt x="666028" y="1216191"/>
                    </a:lnTo>
                    <a:lnTo>
                      <a:pt x="672375" y="1214149"/>
                    </a:lnTo>
                    <a:lnTo>
                      <a:pt x="678723" y="1211881"/>
                    </a:lnTo>
                    <a:lnTo>
                      <a:pt x="684617" y="1209386"/>
                    </a:lnTo>
                    <a:lnTo>
                      <a:pt x="690284" y="1206890"/>
                    </a:lnTo>
                    <a:lnTo>
                      <a:pt x="695951" y="1203942"/>
                    </a:lnTo>
                    <a:lnTo>
                      <a:pt x="701392" y="1200993"/>
                    </a:lnTo>
                    <a:lnTo>
                      <a:pt x="706833" y="1198044"/>
                    </a:lnTo>
                    <a:lnTo>
                      <a:pt x="711593" y="1194868"/>
                    </a:lnTo>
                    <a:lnTo>
                      <a:pt x="716581" y="1191693"/>
                    </a:lnTo>
                    <a:lnTo>
                      <a:pt x="721341" y="1188290"/>
                    </a:lnTo>
                    <a:lnTo>
                      <a:pt x="725875" y="1184888"/>
                    </a:lnTo>
                    <a:lnTo>
                      <a:pt x="730182" y="1181486"/>
                    </a:lnTo>
                    <a:lnTo>
                      <a:pt x="734263" y="1178083"/>
                    </a:lnTo>
                    <a:lnTo>
                      <a:pt x="738343" y="1174227"/>
                    </a:lnTo>
                    <a:lnTo>
                      <a:pt x="742197" y="1170825"/>
                    </a:lnTo>
                    <a:lnTo>
                      <a:pt x="745824" y="1166968"/>
                    </a:lnTo>
                    <a:lnTo>
                      <a:pt x="749225" y="1163339"/>
                    </a:lnTo>
                    <a:lnTo>
                      <a:pt x="752625" y="1159256"/>
                    </a:lnTo>
                    <a:lnTo>
                      <a:pt x="755799" y="1155627"/>
                    </a:lnTo>
                    <a:lnTo>
                      <a:pt x="758746" y="1151544"/>
                    </a:lnTo>
                    <a:lnTo>
                      <a:pt x="761466" y="1147461"/>
                    </a:lnTo>
                    <a:lnTo>
                      <a:pt x="763960" y="1143378"/>
                    </a:lnTo>
                    <a:lnTo>
                      <a:pt x="766453" y="1139295"/>
                    </a:lnTo>
                    <a:lnTo>
                      <a:pt x="770760" y="1130676"/>
                    </a:lnTo>
                    <a:lnTo>
                      <a:pt x="774614" y="1122056"/>
                    </a:lnTo>
                    <a:lnTo>
                      <a:pt x="777561" y="1113436"/>
                    </a:lnTo>
                    <a:lnTo>
                      <a:pt x="778921" y="1109354"/>
                    </a:lnTo>
                    <a:lnTo>
                      <a:pt x="780055" y="1105044"/>
                    </a:lnTo>
                    <a:lnTo>
                      <a:pt x="781415" y="1100507"/>
                    </a:lnTo>
                    <a:lnTo>
                      <a:pt x="782322" y="1096424"/>
                    </a:lnTo>
                    <a:lnTo>
                      <a:pt x="783002" y="1092114"/>
                    </a:lnTo>
                    <a:lnTo>
                      <a:pt x="783682" y="1087805"/>
                    </a:lnTo>
                    <a:lnTo>
                      <a:pt x="784135" y="1083495"/>
                    </a:lnTo>
                    <a:lnTo>
                      <a:pt x="784589" y="1079185"/>
                    </a:lnTo>
                    <a:lnTo>
                      <a:pt x="784816" y="1074875"/>
                    </a:lnTo>
                    <a:lnTo>
                      <a:pt x="784816" y="1070339"/>
                    </a:lnTo>
                    <a:lnTo>
                      <a:pt x="784589" y="1061719"/>
                    </a:lnTo>
                    <a:lnTo>
                      <a:pt x="784135" y="1053326"/>
                    </a:lnTo>
                    <a:lnTo>
                      <a:pt x="783229" y="1045161"/>
                    </a:lnTo>
                    <a:lnTo>
                      <a:pt x="781869" y="1037222"/>
                    </a:lnTo>
                    <a:lnTo>
                      <a:pt x="779828" y="1029509"/>
                    </a:lnTo>
                    <a:lnTo>
                      <a:pt x="777788" y="1022251"/>
                    </a:lnTo>
                    <a:lnTo>
                      <a:pt x="775294" y="1014992"/>
                    </a:lnTo>
                    <a:lnTo>
                      <a:pt x="772347" y="1007960"/>
                    </a:lnTo>
                    <a:lnTo>
                      <a:pt x="769174" y="1001156"/>
                    </a:lnTo>
                    <a:lnTo>
                      <a:pt x="765320" y="994577"/>
                    </a:lnTo>
                    <a:lnTo>
                      <a:pt x="761466" y="988226"/>
                    </a:lnTo>
                    <a:lnTo>
                      <a:pt x="756705" y="982329"/>
                    </a:lnTo>
                    <a:lnTo>
                      <a:pt x="752172" y="976431"/>
                    </a:lnTo>
                    <a:lnTo>
                      <a:pt x="746731" y="970987"/>
                    </a:lnTo>
                    <a:lnTo>
                      <a:pt x="741064" y="965543"/>
                    </a:lnTo>
                    <a:lnTo>
                      <a:pt x="734943" y="960553"/>
                    </a:lnTo>
                    <a:lnTo>
                      <a:pt x="728822" y="955563"/>
                    </a:lnTo>
                    <a:lnTo>
                      <a:pt x="722248" y="950572"/>
                    </a:lnTo>
                    <a:lnTo>
                      <a:pt x="715220" y="946036"/>
                    </a:lnTo>
                    <a:lnTo>
                      <a:pt x="708193" y="941272"/>
                    </a:lnTo>
                    <a:lnTo>
                      <a:pt x="700712" y="936509"/>
                    </a:lnTo>
                    <a:lnTo>
                      <a:pt x="693004" y="932199"/>
                    </a:lnTo>
                    <a:lnTo>
                      <a:pt x="685070" y="927889"/>
                    </a:lnTo>
                    <a:lnTo>
                      <a:pt x="676456" y="923806"/>
                    </a:lnTo>
                    <a:lnTo>
                      <a:pt x="668068" y="919497"/>
                    </a:lnTo>
                    <a:lnTo>
                      <a:pt x="659227" y="915641"/>
                    </a:lnTo>
                    <a:lnTo>
                      <a:pt x="650159" y="911558"/>
                    </a:lnTo>
                    <a:lnTo>
                      <a:pt x="641091" y="907475"/>
                    </a:lnTo>
                    <a:lnTo>
                      <a:pt x="631117" y="903845"/>
                    </a:lnTo>
                    <a:lnTo>
                      <a:pt x="621369" y="899989"/>
                    </a:lnTo>
                    <a:lnTo>
                      <a:pt x="611394" y="896587"/>
                    </a:lnTo>
                    <a:lnTo>
                      <a:pt x="600740" y="892958"/>
                    </a:lnTo>
                    <a:lnTo>
                      <a:pt x="600740" y="785894"/>
                    </a:lnTo>
                    <a:lnTo>
                      <a:pt x="612755" y="788616"/>
                    </a:lnTo>
                    <a:lnTo>
                      <a:pt x="624543" y="792018"/>
                    </a:lnTo>
                    <a:lnTo>
                      <a:pt x="636331" y="795421"/>
                    </a:lnTo>
                    <a:lnTo>
                      <a:pt x="647892" y="799504"/>
                    </a:lnTo>
                    <a:lnTo>
                      <a:pt x="659227" y="803813"/>
                    </a:lnTo>
                    <a:lnTo>
                      <a:pt x="670562" y="808577"/>
                    </a:lnTo>
                    <a:lnTo>
                      <a:pt x="681443" y="813794"/>
                    </a:lnTo>
                    <a:lnTo>
                      <a:pt x="692324" y="819465"/>
                    </a:lnTo>
                    <a:lnTo>
                      <a:pt x="702752" y="824909"/>
                    </a:lnTo>
                    <a:lnTo>
                      <a:pt x="712727" y="830806"/>
                    </a:lnTo>
                    <a:lnTo>
                      <a:pt x="722475" y="836477"/>
                    </a:lnTo>
                    <a:lnTo>
                      <a:pt x="731542" y="842148"/>
                    </a:lnTo>
                    <a:lnTo>
                      <a:pt x="740157" y="847592"/>
                    </a:lnTo>
                    <a:lnTo>
                      <a:pt x="748318" y="853262"/>
                    </a:lnTo>
                    <a:lnTo>
                      <a:pt x="756025" y="858933"/>
                    </a:lnTo>
                    <a:lnTo>
                      <a:pt x="763280" y="864604"/>
                    </a:lnTo>
                    <a:lnTo>
                      <a:pt x="763280" y="748240"/>
                    </a:lnTo>
                    <a:lnTo>
                      <a:pt x="752625" y="741889"/>
                    </a:lnTo>
                    <a:lnTo>
                      <a:pt x="741744" y="735764"/>
                    </a:lnTo>
                    <a:lnTo>
                      <a:pt x="731316" y="730547"/>
                    </a:lnTo>
                    <a:lnTo>
                      <a:pt x="720888" y="725103"/>
                    </a:lnTo>
                    <a:lnTo>
                      <a:pt x="710913" y="720340"/>
                    </a:lnTo>
                    <a:lnTo>
                      <a:pt x="701165" y="716030"/>
                    </a:lnTo>
                    <a:lnTo>
                      <a:pt x="691644" y="711720"/>
                    </a:lnTo>
                    <a:lnTo>
                      <a:pt x="682123" y="708318"/>
                    </a:lnTo>
                    <a:lnTo>
                      <a:pt x="672602" y="704689"/>
                    </a:lnTo>
                    <a:lnTo>
                      <a:pt x="663081" y="701740"/>
                    </a:lnTo>
                    <a:lnTo>
                      <a:pt x="653106" y="698791"/>
                    </a:lnTo>
                    <a:lnTo>
                      <a:pt x="643132" y="696296"/>
                    </a:lnTo>
                    <a:lnTo>
                      <a:pt x="632930" y="694254"/>
                    </a:lnTo>
                    <a:lnTo>
                      <a:pt x="622276" y="691986"/>
                    </a:lnTo>
                    <a:lnTo>
                      <a:pt x="611848" y="690171"/>
                    </a:lnTo>
                    <a:lnTo>
                      <a:pt x="600740" y="688810"/>
                    </a:lnTo>
                    <a:lnTo>
                      <a:pt x="600740" y="654332"/>
                    </a:lnTo>
                    <a:lnTo>
                      <a:pt x="538626" y="654332"/>
                    </a:lnTo>
                    <a:close/>
                    <a:moveTo>
                      <a:pt x="549280" y="371475"/>
                    </a:moveTo>
                    <a:lnTo>
                      <a:pt x="564015" y="371475"/>
                    </a:lnTo>
                    <a:lnTo>
                      <a:pt x="577844" y="371475"/>
                    </a:lnTo>
                    <a:lnTo>
                      <a:pt x="591219" y="371929"/>
                    </a:lnTo>
                    <a:lnTo>
                      <a:pt x="604594" y="372609"/>
                    </a:lnTo>
                    <a:lnTo>
                      <a:pt x="617515" y="373743"/>
                    </a:lnTo>
                    <a:lnTo>
                      <a:pt x="630210" y="375104"/>
                    </a:lnTo>
                    <a:lnTo>
                      <a:pt x="642905" y="376692"/>
                    </a:lnTo>
                    <a:lnTo>
                      <a:pt x="655373" y="378507"/>
                    </a:lnTo>
                    <a:lnTo>
                      <a:pt x="667388" y="380775"/>
                    </a:lnTo>
                    <a:lnTo>
                      <a:pt x="679403" y="383497"/>
                    </a:lnTo>
                    <a:lnTo>
                      <a:pt x="691191" y="386219"/>
                    </a:lnTo>
                    <a:lnTo>
                      <a:pt x="702752" y="389168"/>
                    </a:lnTo>
                    <a:lnTo>
                      <a:pt x="714314" y="392797"/>
                    </a:lnTo>
                    <a:lnTo>
                      <a:pt x="725422" y="396426"/>
                    </a:lnTo>
                    <a:lnTo>
                      <a:pt x="736530" y="400509"/>
                    </a:lnTo>
                    <a:lnTo>
                      <a:pt x="747184" y="405046"/>
                    </a:lnTo>
                    <a:lnTo>
                      <a:pt x="757839" y="409582"/>
                    </a:lnTo>
                    <a:lnTo>
                      <a:pt x="768267" y="414573"/>
                    </a:lnTo>
                    <a:lnTo>
                      <a:pt x="778468" y="420017"/>
                    </a:lnTo>
                    <a:lnTo>
                      <a:pt x="788669" y="425461"/>
                    </a:lnTo>
                    <a:lnTo>
                      <a:pt x="798644" y="431358"/>
                    </a:lnTo>
                    <a:lnTo>
                      <a:pt x="808392" y="437709"/>
                    </a:lnTo>
                    <a:lnTo>
                      <a:pt x="818140" y="444288"/>
                    </a:lnTo>
                    <a:lnTo>
                      <a:pt x="827434" y="451092"/>
                    </a:lnTo>
                    <a:lnTo>
                      <a:pt x="836729" y="458351"/>
                    </a:lnTo>
                    <a:lnTo>
                      <a:pt x="845796" y="466063"/>
                    </a:lnTo>
                    <a:lnTo>
                      <a:pt x="854864" y="473775"/>
                    </a:lnTo>
                    <a:lnTo>
                      <a:pt x="863705" y="481941"/>
                    </a:lnTo>
                    <a:lnTo>
                      <a:pt x="872319" y="490561"/>
                    </a:lnTo>
                    <a:lnTo>
                      <a:pt x="880934" y="499407"/>
                    </a:lnTo>
                    <a:lnTo>
                      <a:pt x="889095" y="508707"/>
                    </a:lnTo>
                    <a:lnTo>
                      <a:pt x="897483" y="518234"/>
                    </a:lnTo>
                    <a:lnTo>
                      <a:pt x="905417" y="527988"/>
                    </a:lnTo>
                    <a:lnTo>
                      <a:pt x="913351" y="538422"/>
                    </a:lnTo>
                    <a:lnTo>
                      <a:pt x="921512" y="548856"/>
                    </a:lnTo>
                    <a:lnTo>
                      <a:pt x="929220" y="559744"/>
                    </a:lnTo>
                    <a:lnTo>
                      <a:pt x="936701" y="571086"/>
                    </a:lnTo>
                    <a:lnTo>
                      <a:pt x="944182" y="582654"/>
                    </a:lnTo>
                    <a:lnTo>
                      <a:pt x="951436" y="594449"/>
                    </a:lnTo>
                    <a:lnTo>
                      <a:pt x="958690" y="606925"/>
                    </a:lnTo>
                    <a:lnTo>
                      <a:pt x="965944" y="619627"/>
                    </a:lnTo>
                    <a:lnTo>
                      <a:pt x="972745" y="632330"/>
                    </a:lnTo>
                    <a:lnTo>
                      <a:pt x="979546" y="645713"/>
                    </a:lnTo>
                    <a:lnTo>
                      <a:pt x="986347" y="659549"/>
                    </a:lnTo>
                    <a:lnTo>
                      <a:pt x="993148" y="673613"/>
                    </a:lnTo>
                    <a:lnTo>
                      <a:pt x="999722" y="687903"/>
                    </a:lnTo>
                    <a:lnTo>
                      <a:pt x="1006069" y="702647"/>
                    </a:lnTo>
                    <a:lnTo>
                      <a:pt x="1012643" y="717845"/>
                    </a:lnTo>
                    <a:lnTo>
                      <a:pt x="1018991" y="733269"/>
                    </a:lnTo>
                    <a:lnTo>
                      <a:pt x="1025111" y="748920"/>
                    </a:lnTo>
                    <a:lnTo>
                      <a:pt x="1031005" y="765252"/>
                    </a:lnTo>
                    <a:lnTo>
                      <a:pt x="1037126" y="781584"/>
                    </a:lnTo>
                    <a:lnTo>
                      <a:pt x="1043247" y="798823"/>
                    </a:lnTo>
                    <a:lnTo>
                      <a:pt x="1049141" y="816062"/>
                    </a:lnTo>
                    <a:lnTo>
                      <a:pt x="1054808" y="833528"/>
                    </a:lnTo>
                    <a:lnTo>
                      <a:pt x="1060476" y="851674"/>
                    </a:lnTo>
                    <a:lnTo>
                      <a:pt x="1066143" y="870048"/>
                    </a:lnTo>
                    <a:lnTo>
                      <a:pt x="1071810" y="888875"/>
                    </a:lnTo>
                    <a:lnTo>
                      <a:pt x="1077478" y="907928"/>
                    </a:lnTo>
                    <a:lnTo>
                      <a:pt x="1082692" y="927436"/>
                    </a:lnTo>
                    <a:lnTo>
                      <a:pt x="1088132" y="947624"/>
                    </a:lnTo>
                    <a:lnTo>
                      <a:pt x="1093573" y="967812"/>
                    </a:lnTo>
                    <a:lnTo>
                      <a:pt x="1098787" y="988453"/>
                    </a:lnTo>
                    <a:lnTo>
                      <a:pt x="1109215" y="1030870"/>
                    </a:lnTo>
                    <a:lnTo>
                      <a:pt x="1112615" y="1046522"/>
                    </a:lnTo>
                    <a:lnTo>
                      <a:pt x="1115789" y="1061946"/>
                    </a:lnTo>
                    <a:lnTo>
                      <a:pt x="1118056" y="1076917"/>
                    </a:lnTo>
                    <a:lnTo>
                      <a:pt x="1119870" y="1091888"/>
                    </a:lnTo>
                    <a:lnTo>
                      <a:pt x="1121456" y="1106405"/>
                    </a:lnTo>
                    <a:lnTo>
                      <a:pt x="1122136" y="1120922"/>
                    </a:lnTo>
                    <a:lnTo>
                      <a:pt x="1122363" y="1134985"/>
                    </a:lnTo>
                    <a:lnTo>
                      <a:pt x="1122136" y="1148822"/>
                    </a:lnTo>
                    <a:lnTo>
                      <a:pt x="1121456" y="1162659"/>
                    </a:lnTo>
                    <a:lnTo>
                      <a:pt x="1120096" y="1176042"/>
                    </a:lnTo>
                    <a:lnTo>
                      <a:pt x="1118509" y="1188971"/>
                    </a:lnTo>
                    <a:lnTo>
                      <a:pt x="1116469" y="1201900"/>
                    </a:lnTo>
                    <a:lnTo>
                      <a:pt x="1113749" y="1214603"/>
                    </a:lnTo>
                    <a:lnTo>
                      <a:pt x="1110575" y="1227078"/>
                    </a:lnTo>
                    <a:lnTo>
                      <a:pt x="1107175" y="1239100"/>
                    </a:lnTo>
                    <a:lnTo>
                      <a:pt x="1103321" y="1250896"/>
                    </a:lnTo>
                    <a:lnTo>
                      <a:pt x="1098787" y="1262464"/>
                    </a:lnTo>
                    <a:lnTo>
                      <a:pt x="1094026" y="1274032"/>
                    </a:lnTo>
                    <a:lnTo>
                      <a:pt x="1088812" y="1284920"/>
                    </a:lnTo>
                    <a:lnTo>
                      <a:pt x="1083145" y="1296035"/>
                    </a:lnTo>
                    <a:lnTo>
                      <a:pt x="1077251" y="1306469"/>
                    </a:lnTo>
                    <a:lnTo>
                      <a:pt x="1070904" y="1317130"/>
                    </a:lnTo>
                    <a:lnTo>
                      <a:pt x="1064103" y="1327110"/>
                    </a:lnTo>
                    <a:lnTo>
                      <a:pt x="1056849" y="1336864"/>
                    </a:lnTo>
                    <a:lnTo>
                      <a:pt x="1049368" y="1346845"/>
                    </a:lnTo>
                    <a:lnTo>
                      <a:pt x="1041660" y="1356145"/>
                    </a:lnTo>
                    <a:lnTo>
                      <a:pt x="1033499" y="1365218"/>
                    </a:lnTo>
                    <a:lnTo>
                      <a:pt x="1024658" y="1374064"/>
                    </a:lnTo>
                    <a:lnTo>
                      <a:pt x="1015817" y="1382911"/>
                    </a:lnTo>
                    <a:lnTo>
                      <a:pt x="1006749" y="1391303"/>
                    </a:lnTo>
                    <a:lnTo>
                      <a:pt x="997228" y="1399469"/>
                    </a:lnTo>
                    <a:lnTo>
                      <a:pt x="987253" y="1407408"/>
                    </a:lnTo>
                    <a:lnTo>
                      <a:pt x="977279" y="1415121"/>
                    </a:lnTo>
                    <a:lnTo>
                      <a:pt x="967078" y="1422606"/>
                    </a:lnTo>
                    <a:lnTo>
                      <a:pt x="956196" y="1429638"/>
                    </a:lnTo>
                    <a:lnTo>
                      <a:pt x="945315" y="1436669"/>
                    </a:lnTo>
                    <a:lnTo>
                      <a:pt x="934207" y="1443474"/>
                    </a:lnTo>
                    <a:lnTo>
                      <a:pt x="922872" y="1449826"/>
                    </a:lnTo>
                    <a:lnTo>
                      <a:pt x="911084" y="1455950"/>
                    </a:lnTo>
                    <a:lnTo>
                      <a:pt x="899296" y="1461848"/>
                    </a:lnTo>
                    <a:lnTo>
                      <a:pt x="887055" y="1467745"/>
                    </a:lnTo>
                    <a:lnTo>
                      <a:pt x="874586" y="1473189"/>
                    </a:lnTo>
                    <a:lnTo>
                      <a:pt x="862118" y="1478179"/>
                    </a:lnTo>
                    <a:lnTo>
                      <a:pt x="849197" y="1483396"/>
                    </a:lnTo>
                    <a:lnTo>
                      <a:pt x="836275" y="1488160"/>
                    </a:lnTo>
                    <a:lnTo>
                      <a:pt x="823127" y="1492470"/>
                    </a:lnTo>
                    <a:lnTo>
                      <a:pt x="809752" y="1496779"/>
                    </a:lnTo>
                    <a:lnTo>
                      <a:pt x="796377" y="1500862"/>
                    </a:lnTo>
                    <a:lnTo>
                      <a:pt x="782549" y="1504492"/>
                    </a:lnTo>
                    <a:lnTo>
                      <a:pt x="768720" y="1508348"/>
                    </a:lnTo>
                    <a:lnTo>
                      <a:pt x="754892" y="1511523"/>
                    </a:lnTo>
                    <a:lnTo>
                      <a:pt x="740610" y="1514472"/>
                    </a:lnTo>
                    <a:lnTo>
                      <a:pt x="726555" y="1517194"/>
                    </a:lnTo>
                    <a:lnTo>
                      <a:pt x="712047" y="1519689"/>
                    </a:lnTo>
                    <a:lnTo>
                      <a:pt x="697538" y="1521958"/>
                    </a:lnTo>
                    <a:lnTo>
                      <a:pt x="683030" y="1524226"/>
                    </a:lnTo>
                    <a:lnTo>
                      <a:pt x="668521" y="1526040"/>
                    </a:lnTo>
                    <a:lnTo>
                      <a:pt x="653786" y="1527401"/>
                    </a:lnTo>
                    <a:lnTo>
                      <a:pt x="638824" y="1528762"/>
                    </a:lnTo>
                    <a:lnTo>
                      <a:pt x="624089" y="1529897"/>
                    </a:lnTo>
                    <a:lnTo>
                      <a:pt x="609128" y="1530804"/>
                    </a:lnTo>
                    <a:lnTo>
                      <a:pt x="594166" y="1531484"/>
                    </a:lnTo>
                    <a:lnTo>
                      <a:pt x="579204" y="1531938"/>
                    </a:lnTo>
                    <a:lnTo>
                      <a:pt x="564015" y="1531938"/>
                    </a:lnTo>
                    <a:lnTo>
                      <a:pt x="549054" y="1531938"/>
                    </a:lnTo>
                    <a:lnTo>
                      <a:pt x="533865" y="1531484"/>
                    </a:lnTo>
                    <a:lnTo>
                      <a:pt x="518903" y="1530804"/>
                    </a:lnTo>
                    <a:lnTo>
                      <a:pt x="503941" y="1529670"/>
                    </a:lnTo>
                    <a:lnTo>
                      <a:pt x="488980" y="1528309"/>
                    </a:lnTo>
                    <a:lnTo>
                      <a:pt x="474018" y="1526948"/>
                    </a:lnTo>
                    <a:lnTo>
                      <a:pt x="459056" y="1525133"/>
                    </a:lnTo>
                    <a:lnTo>
                      <a:pt x="444321" y="1523319"/>
                    </a:lnTo>
                    <a:lnTo>
                      <a:pt x="429359" y="1520823"/>
                    </a:lnTo>
                    <a:lnTo>
                      <a:pt x="414851" y="1518328"/>
                    </a:lnTo>
                    <a:lnTo>
                      <a:pt x="400115" y="1515606"/>
                    </a:lnTo>
                    <a:lnTo>
                      <a:pt x="385607" y="1512204"/>
                    </a:lnTo>
                    <a:lnTo>
                      <a:pt x="371325" y="1509028"/>
                    </a:lnTo>
                    <a:lnTo>
                      <a:pt x="357044" y="1505172"/>
                    </a:lnTo>
                    <a:lnTo>
                      <a:pt x="342989" y="1501543"/>
                    </a:lnTo>
                    <a:lnTo>
                      <a:pt x="329160" y="1497233"/>
                    </a:lnTo>
                    <a:lnTo>
                      <a:pt x="315332" y="1492696"/>
                    </a:lnTo>
                    <a:lnTo>
                      <a:pt x="301730" y="1488160"/>
                    </a:lnTo>
                    <a:lnTo>
                      <a:pt x="288129" y="1483170"/>
                    </a:lnTo>
                    <a:lnTo>
                      <a:pt x="274754" y="1477952"/>
                    </a:lnTo>
                    <a:lnTo>
                      <a:pt x="261832" y="1472735"/>
                    </a:lnTo>
                    <a:lnTo>
                      <a:pt x="248910" y="1466838"/>
                    </a:lnTo>
                    <a:lnTo>
                      <a:pt x="235988" y="1460940"/>
                    </a:lnTo>
                    <a:lnTo>
                      <a:pt x="223520" y="1454816"/>
                    </a:lnTo>
                    <a:lnTo>
                      <a:pt x="211505" y="1448238"/>
                    </a:lnTo>
                    <a:lnTo>
                      <a:pt x="199264" y="1441660"/>
                    </a:lnTo>
                    <a:lnTo>
                      <a:pt x="187703" y="1434855"/>
                    </a:lnTo>
                    <a:lnTo>
                      <a:pt x="176141" y="1427596"/>
                    </a:lnTo>
                    <a:lnTo>
                      <a:pt x="164806" y="1420111"/>
                    </a:lnTo>
                    <a:lnTo>
                      <a:pt x="153925" y="1412399"/>
                    </a:lnTo>
                    <a:lnTo>
                      <a:pt x="143497" y="1404233"/>
                    </a:lnTo>
                    <a:lnTo>
                      <a:pt x="132843" y="1396067"/>
                    </a:lnTo>
                    <a:lnTo>
                      <a:pt x="122868" y="1387674"/>
                    </a:lnTo>
                    <a:lnTo>
                      <a:pt x="113120" y="1379055"/>
                    </a:lnTo>
                    <a:lnTo>
                      <a:pt x="103826" y="1370208"/>
                    </a:lnTo>
                    <a:lnTo>
                      <a:pt x="94758" y="1361135"/>
                    </a:lnTo>
                    <a:lnTo>
                      <a:pt x="86144" y="1351608"/>
                    </a:lnTo>
                    <a:lnTo>
                      <a:pt x="77756" y="1342081"/>
                    </a:lnTo>
                    <a:lnTo>
                      <a:pt x="69822" y="1332328"/>
                    </a:lnTo>
                    <a:lnTo>
                      <a:pt x="62341" y="1322120"/>
                    </a:lnTo>
                    <a:lnTo>
                      <a:pt x="55086" y="1311913"/>
                    </a:lnTo>
                    <a:lnTo>
                      <a:pt x="48286" y="1301479"/>
                    </a:lnTo>
                    <a:lnTo>
                      <a:pt x="41711" y="1290591"/>
                    </a:lnTo>
                    <a:lnTo>
                      <a:pt x="35817" y="1279703"/>
                    </a:lnTo>
                    <a:lnTo>
                      <a:pt x="30150" y="1268361"/>
                    </a:lnTo>
                    <a:lnTo>
                      <a:pt x="25163" y="1257020"/>
                    </a:lnTo>
                    <a:lnTo>
                      <a:pt x="20402" y="1245225"/>
                    </a:lnTo>
                    <a:lnTo>
                      <a:pt x="16095" y="1233203"/>
                    </a:lnTo>
                    <a:lnTo>
                      <a:pt x="12468" y="1221181"/>
                    </a:lnTo>
                    <a:lnTo>
                      <a:pt x="9068" y="1208932"/>
                    </a:lnTo>
                    <a:lnTo>
                      <a:pt x="6347" y="1196229"/>
                    </a:lnTo>
                    <a:lnTo>
                      <a:pt x="4080" y="1183527"/>
                    </a:lnTo>
                    <a:lnTo>
                      <a:pt x="2493" y="1170371"/>
                    </a:lnTo>
                    <a:lnTo>
                      <a:pt x="907" y="1157215"/>
                    </a:lnTo>
                    <a:lnTo>
                      <a:pt x="226" y="1143605"/>
                    </a:lnTo>
                    <a:lnTo>
                      <a:pt x="0" y="1129995"/>
                    </a:lnTo>
                    <a:lnTo>
                      <a:pt x="453" y="1116158"/>
                    </a:lnTo>
                    <a:lnTo>
                      <a:pt x="1133" y="1102095"/>
                    </a:lnTo>
                    <a:lnTo>
                      <a:pt x="2947" y="1087805"/>
                    </a:lnTo>
                    <a:lnTo>
                      <a:pt x="4760" y="1073288"/>
                    </a:lnTo>
                    <a:lnTo>
                      <a:pt x="7481" y="1058544"/>
                    </a:lnTo>
                    <a:lnTo>
                      <a:pt x="10654" y="1043573"/>
                    </a:lnTo>
                    <a:lnTo>
                      <a:pt x="14508" y="1028375"/>
                    </a:lnTo>
                    <a:lnTo>
                      <a:pt x="19042" y="1012951"/>
                    </a:lnTo>
                    <a:lnTo>
                      <a:pt x="29697" y="978473"/>
                    </a:lnTo>
                    <a:lnTo>
                      <a:pt x="40578" y="944448"/>
                    </a:lnTo>
                    <a:lnTo>
                      <a:pt x="51233" y="911104"/>
                    </a:lnTo>
                    <a:lnTo>
                      <a:pt x="62114" y="878667"/>
                    </a:lnTo>
                    <a:lnTo>
                      <a:pt x="73222" y="846684"/>
                    </a:lnTo>
                    <a:lnTo>
                      <a:pt x="84557" y="815608"/>
                    </a:lnTo>
                    <a:lnTo>
                      <a:pt x="95891" y="785213"/>
                    </a:lnTo>
                    <a:lnTo>
                      <a:pt x="101785" y="770469"/>
                    </a:lnTo>
                    <a:lnTo>
                      <a:pt x="107679" y="755725"/>
                    </a:lnTo>
                    <a:lnTo>
                      <a:pt x="113574" y="741435"/>
                    </a:lnTo>
                    <a:lnTo>
                      <a:pt x="119468" y="727145"/>
                    </a:lnTo>
                    <a:lnTo>
                      <a:pt x="125588" y="713081"/>
                    </a:lnTo>
                    <a:lnTo>
                      <a:pt x="131936" y="699245"/>
                    </a:lnTo>
                    <a:lnTo>
                      <a:pt x="138283" y="685635"/>
                    </a:lnTo>
                    <a:lnTo>
                      <a:pt x="144631" y="672479"/>
                    </a:lnTo>
                    <a:lnTo>
                      <a:pt x="151205" y="659322"/>
                    </a:lnTo>
                    <a:lnTo>
                      <a:pt x="157552" y="646393"/>
                    </a:lnTo>
                    <a:lnTo>
                      <a:pt x="164353" y="633691"/>
                    </a:lnTo>
                    <a:lnTo>
                      <a:pt x="171381" y="621669"/>
                    </a:lnTo>
                    <a:lnTo>
                      <a:pt x="178181" y="609420"/>
                    </a:lnTo>
                    <a:lnTo>
                      <a:pt x="185436" y="597625"/>
                    </a:lnTo>
                    <a:lnTo>
                      <a:pt x="192463" y="585830"/>
                    </a:lnTo>
                    <a:lnTo>
                      <a:pt x="199944" y="574488"/>
                    </a:lnTo>
                    <a:lnTo>
                      <a:pt x="207425" y="563600"/>
                    </a:lnTo>
                    <a:lnTo>
                      <a:pt x="215133" y="552712"/>
                    </a:lnTo>
                    <a:lnTo>
                      <a:pt x="222840" y="542051"/>
                    </a:lnTo>
                    <a:lnTo>
                      <a:pt x="230774" y="531844"/>
                    </a:lnTo>
                    <a:lnTo>
                      <a:pt x="238935" y="521863"/>
                    </a:lnTo>
                    <a:lnTo>
                      <a:pt x="247324" y="512110"/>
                    </a:lnTo>
                    <a:lnTo>
                      <a:pt x="255711" y="502810"/>
                    </a:lnTo>
                    <a:lnTo>
                      <a:pt x="264326" y="493736"/>
                    </a:lnTo>
                    <a:lnTo>
                      <a:pt x="272940" y="484663"/>
                    </a:lnTo>
                    <a:lnTo>
                      <a:pt x="282008" y="476271"/>
                    </a:lnTo>
                    <a:lnTo>
                      <a:pt x="291076" y="468105"/>
                    </a:lnTo>
                    <a:lnTo>
                      <a:pt x="300597" y="460166"/>
                    </a:lnTo>
                    <a:lnTo>
                      <a:pt x="310118" y="452453"/>
                    </a:lnTo>
                    <a:lnTo>
                      <a:pt x="319639" y="445195"/>
                    </a:lnTo>
                    <a:lnTo>
                      <a:pt x="329840" y="438163"/>
                    </a:lnTo>
                    <a:lnTo>
                      <a:pt x="339815" y="431585"/>
                    </a:lnTo>
                    <a:lnTo>
                      <a:pt x="350243" y="425234"/>
                    </a:lnTo>
                    <a:lnTo>
                      <a:pt x="360897" y="419336"/>
                    </a:lnTo>
                    <a:lnTo>
                      <a:pt x="371552" y="413665"/>
                    </a:lnTo>
                    <a:lnTo>
                      <a:pt x="382660" y="408222"/>
                    </a:lnTo>
                    <a:lnTo>
                      <a:pt x="393995" y="403231"/>
                    </a:lnTo>
                    <a:lnTo>
                      <a:pt x="405556" y="398695"/>
                    </a:lnTo>
                    <a:lnTo>
                      <a:pt x="417344" y="394385"/>
                    </a:lnTo>
                    <a:lnTo>
                      <a:pt x="429359" y="390529"/>
                    </a:lnTo>
                    <a:lnTo>
                      <a:pt x="441601" y="386899"/>
                    </a:lnTo>
                    <a:lnTo>
                      <a:pt x="454069" y="383724"/>
                    </a:lnTo>
                    <a:lnTo>
                      <a:pt x="466764" y="380775"/>
                    </a:lnTo>
                    <a:lnTo>
                      <a:pt x="479912" y="378280"/>
                    </a:lnTo>
                    <a:lnTo>
                      <a:pt x="493287" y="376238"/>
                    </a:lnTo>
                    <a:lnTo>
                      <a:pt x="506888" y="374424"/>
                    </a:lnTo>
                    <a:lnTo>
                      <a:pt x="520717" y="373063"/>
                    </a:lnTo>
                    <a:lnTo>
                      <a:pt x="534772" y="372156"/>
                    </a:lnTo>
                    <a:lnTo>
                      <a:pt x="549280" y="371475"/>
                    </a:lnTo>
                    <a:close/>
                    <a:moveTo>
                      <a:pt x="455387" y="0"/>
                    </a:moveTo>
                    <a:lnTo>
                      <a:pt x="463542" y="227"/>
                    </a:lnTo>
                    <a:lnTo>
                      <a:pt x="471471" y="682"/>
                    </a:lnTo>
                    <a:lnTo>
                      <a:pt x="479174" y="1591"/>
                    </a:lnTo>
                    <a:lnTo>
                      <a:pt x="486423" y="2500"/>
                    </a:lnTo>
                    <a:lnTo>
                      <a:pt x="493446" y="3863"/>
                    </a:lnTo>
                    <a:lnTo>
                      <a:pt x="500242" y="5681"/>
                    </a:lnTo>
                    <a:lnTo>
                      <a:pt x="506812" y="7499"/>
                    </a:lnTo>
                    <a:lnTo>
                      <a:pt x="512702" y="9317"/>
                    </a:lnTo>
                    <a:lnTo>
                      <a:pt x="518592" y="11362"/>
                    </a:lnTo>
                    <a:lnTo>
                      <a:pt x="524256" y="13861"/>
                    </a:lnTo>
                    <a:lnTo>
                      <a:pt x="529466" y="16361"/>
                    </a:lnTo>
                    <a:lnTo>
                      <a:pt x="534450" y="18861"/>
                    </a:lnTo>
                    <a:lnTo>
                      <a:pt x="539207" y="21587"/>
                    </a:lnTo>
                    <a:lnTo>
                      <a:pt x="543738" y="24314"/>
                    </a:lnTo>
                    <a:lnTo>
                      <a:pt x="547816" y="27268"/>
                    </a:lnTo>
                    <a:lnTo>
                      <a:pt x="551894" y="29995"/>
                    </a:lnTo>
                    <a:lnTo>
                      <a:pt x="555292" y="32722"/>
                    </a:lnTo>
                    <a:lnTo>
                      <a:pt x="558916" y="35676"/>
                    </a:lnTo>
                    <a:lnTo>
                      <a:pt x="564807" y="40903"/>
                    </a:lnTo>
                    <a:lnTo>
                      <a:pt x="569790" y="45902"/>
                    </a:lnTo>
                    <a:lnTo>
                      <a:pt x="574095" y="50674"/>
                    </a:lnTo>
                    <a:lnTo>
                      <a:pt x="577040" y="54310"/>
                    </a:lnTo>
                    <a:lnTo>
                      <a:pt x="579079" y="57491"/>
                    </a:lnTo>
                    <a:lnTo>
                      <a:pt x="581118" y="59990"/>
                    </a:lnTo>
                    <a:lnTo>
                      <a:pt x="590406" y="51810"/>
                    </a:lnTo>
                    <a:lnTo>
                      <a:pt x="599467" y="44311"/>
                    </a:lnTo>
                    <a:lnTo>
                      <a:pt x="608076" y="37494"/>
                    </a:lnTo>
                    <a:lnTo>
                      <a:pt x="616685" y="31359"/>
                    </a:lnTo>
                    <a:lnTo>
                      <a:pt x="625293" y="25905"/>
                    </a:lnTo>
                    <a:lnTo>
                      <a:pt x="633449" y="21360"/>
                    </a:lnTo>
                    <a:lnTo>
                      <a:pt x="641151" y="17043"/>
                    </a:lnTo>
                    <a:lnTo>
                      <a:pt x="648854" y="13407"/>
                    </a:lnTo>
                    <a:lnTo>
                      <a:pt x="656103" y="10226"/>
                    </a:lnTo>
                    <a:lnTo>
                      <a:pt x="663126" y="7499"/>
                    </a:lnTo>
                    <a:lnTo>
                      <a:pt x="669922" y="5454"/>
                    </a:lnTo>
                    <a:lnTo>
                      <a:pt x="676492" y="3409"/>
                    </a:lnTo>
                    <a:lnTo>
                      <a:pt x="682608" y="2272"/>
                    </a:lnTo>
                    <a:lnTo>
                      <a:pt x="688498" y="1136"/>
                    </a:lnTo>
                    <a:lnTo>
                      <a:pt x="694162" y="454"/>
                    </a:lnTo>
                    <a:lnTo>
                      <a:pt x="699599" y="227"/>
                    </a:lnTo>
                    <a:lnTo>
                      <a:pt x="704583" y="0"/>
                    </a:lnTo>
                    <a:lnTo>
                      <a:pt x="709340" y="227"/>
                    </a:lnTo>
                    <a:lnTo>
                      <a:pt x="713871" y="454"/>
                    </a:lnTo>
                    <a:lnTo>
                      <a:pt x="717949" y="909"/>
                    </a:lnTo>
                    <a:lnTo>
                      <a:pt x="721800" y="1591"/>
                    </a:lnTo>
                    <a:lnTo>
                      <a:pt x="725198" y="2272"/>
                    </a:lnTo>
                    <a:lnTo>
                      <a:pt x="728596" y="3181"/>
                    </a:lnTo>
                    <a:lnTo>
                      <a:pt x="731315" y="3863"/>
                    </a:lnTo>
                    <a:lnTo>
                      <a:pt x="736299" y="5908"/>
                    </a:lnTo>
                    <a:lnTo>
                      <a:pt x="739697" y="7499"/>
                    </a:lnTo>
                    <a:lnTo>
                      <a:pt x="742415" y="8862"/>
                    </a:lnTo>
                    <a:lnTo>
                      <a:pt x="746720" y="13180"/>
                    </a:lnTo>
                    <a:lnTo>
                      <a:pt x="751024" y="17497"/>
                    </a:lnTo>
                    <a:lnTo>
                      <a:pt x="754875" y="22269"/>
                    </a:lnTo>
                    <a:lnTo>
                      <a:pt x="758726" y="27496"/>
                    </a:lnTo>
                    <a:lnTo>
                      <a:pt x="762124" y="32495"/>
                    </a:lnTo>
                    <a:lnTo>
                      <a:pt x="765523" y="37949"/>
                    </a:lnTo>
                    <a:lnTo>
                      <a:pt x="768694" y="43629"/>
                    </a:lnTo>
                    <a:lnTo>
                      <a:pt x="771639" y="49310"/>
                    </a:lnTo>
                    <a:lnTo>
                      <a:pt x="774584" y="54764"/>
                    </a:lnTo>
                    <a:lnTo>
                      <a:pt x="777076" y="60672"/>
                    </a:lnTo>
                    <a:lnTo>
                      <a:pt x="779342" y="66808"/>
                    </a:lnTo>
                    <a:lnTo>
                      <a:pt x="781834" y="72716"/>
                    </a:lnTo>
                    <a:lnTo>
                      <a:pt x="785911" y="84305"/>
                    </a:lnTo>
                    <a:lnTo>
                      <a:pt x="789536" y="95894"/>
                    </a:lnTo>
                    <a:lnTo>
                      <a:pt x="792481" y="106801"/>
                    </a:lnTo>
                    <a:lnTo>
                      <a:pt x="794973" y="117254"/>
                    </a:lnTo>
                    <a:lnTo>
                      <a:pt x="796785" y="126571"/>
                    </a:lnTo>
                    <a:lnTo>
                      <a:pt x="798371" y="134524"/>
                    </a:lnTo>
                    <a:lnTo>
                      <a:pt x="800183" y="146568"/>
                    </a:lnTo>
                    <a:lnTo>
                      <a:pt x="800636" y="150658"/>
                    </a:lnTo>
                    <a:lnTo>
                      <a:pt x="805847" y="149294"/>
                    </a:lnTo>
                    <a:lnTo>
                      <a:pt x="810831" y="147931"/>
                    </a:lnTo>
                    <a:lnTo>
                      <a:pt x="815362" y="146340"/>
                    </a:lnTo>
                    <a:lnTo>
                      <a:pt x="820119" y="144522"/>
                    </a:lnTo>
                    <a:lnTo>
                      <a:pt x="824197" y="142705"/>
                    </a:lnTo>
                    <a:lnTo>
                      <a:pt x="828275" y="140887"/>
                    </a:lnTo>
                    <a:lnTo>
                      <a:pt x="832352" y="139069"/>
                    </a:lnTo>
                    <a:lnTo>
                      <a:pt x="835750" y="136796"/>
                    </a:lnTo>
                    <a:lnTo>
                      <a:pt x="839375" y="134751"/>
                    </a:lnTo>
                    <a:lnTo>
                      <a:pt x="842547" y="132706"/>
                    </a:lnTo>
                    <a:lnTo>
                      <a:pt x="848663" y="128389"/>
                    </a:lnTo>
                    <a:lnTo>
                      <a:pt x="853647" y="124071"/>
                    </a:lnTo>
                    <a:lnTo>
                      <a:pt x="858405" y="119754"/>
                    </a:lnTo>
                    <a:lnTo>
                      <a:pt x="862482" y="115663"/>
                    </a:lnTo>
                    <a:lnTo>
                      <a:pt x="865654" y="111800"/>
                    </a:lnTo>
                    <a:lnTo>
                      <a:pt x="868372" y="108392"/>
                    </a:lnTo>
                    <a:lnTo>
                      <a:pt x="870638" y="105211"/>
                    </a:lnTo>
                    <a:lnTo>
                      <a:pt x="873130" y="100439"/>
                    </a:lnTo>
                    <a:lnTo>
                      <a:pt x="874036" y="98848"/>
                    </a:lnTo>
                    <a:lnTo>
                      <a:pt x="875395" y="106347"/>
                    </a:lnTo>
                    <a:lnTo>
                      <a:pt x="876755" y="113846"/>
                    </a:lnTo>
                    <a:lnTo>
                      <a:pt x="877434" y="121117"/>
                    </a:lnTo>
                    <a:lnTo>
                      <a:pt x="877887" y="128389"/>
                    </a:lnTo>
                    <a:lnTo>
                      <a:pt x="877887" y="135433"/>
                    </a:lnTo>
                    <a:lnTo>
                      <a:pt x="877434" y="142250"/>
                    </a:lnTo>
                    <a:lnTo>
                      <a:pt x="876755" y="149067"/>
                    </a:lnTo>
                    <a:lnTo>
                      <a:pt x="875622" y="155884"/>
                    </a:lnTo>
                    <a:lnTo>
                      <a:pt x="874263" y="162474"/>
                    </a:lnTo>
                    <a:lnTo>
                      <a:pt x="872903" y="168837"/>
                    </a:lnTo>
                    <a:lnTo>
                      <a:pt x="870864" y="175199"/>
                    </a:lnTo>
                    <a:lnTo>
                      <a:pt x="868599" y="181335"/>
                    </a:lnTo>
                    <a:lnTo>
                      <a:pt x="866334" y="187243"/>
                    </a:lnTo>
                    <a:lnTo>
                      <a:pt x="863615" y="193378"/>
                    </a:lnTo>
                    <a:lnTo>
                      <a:pt x="860670" y="199287"/>
                    </a:lnTo>
                    <a:lnTo>
                      <a:pt x="857725" y="204967"/>
                    </a:lnTo>
                    <a:lnTo>
                      <a:pt x="854327" y="210421"/>
                    </a:lnTo>
                    <a:lnTo>
                      <a:pt x="850702" y="215875"/>
                    </a:lnTo>
                    <a:lnTo>
                      <a:pt x="847078" y="221328"/>
                    </a:lnTo>
                    <a:lnTo>
                      <a:pt x="843000" y="226328"/>
                    </a:lnTo>
                    <a:lnTo>
                      <a:pt x="838922" y="231554"/>
                    </a:lnTo>
                    <a:lnTo>
                      <a:pt x="834844" y="236553"/>
                    </a:lnTo>
                    <a:lnTo>
                      <a:pt x="830313" y="241325"/>
                    </a:lnTo>
                    <a:lnTo>
                      <a:pt x="826009" y="246097"/>
                    </a:lnTo>
                    <a:lnTo>
                      <a:pt x="821252" y="250869"/>
                    </a:lnTo>
                    <a:lnTo>
                      <a:pt x="816494" y="255187"/>
                    </a:lnTo>
                    <a:lnTo>
                      <a:pt x="811737" y="259731"/>
                    </a:lnTo>
                    <a:lnTo>
                      <a:pt x="806753" y="264049"/>
                    </a:lnTo>
                    <a:lnTo>
                      <a:pt x="796785" y="272229"/>
                    </a:lnTo>
                    <a:lnTo>
                      <a:pt x="786364" y="279955"/>
                    </a:lnTo>
                    <a:lnTo>
                      <a:pt x="776170" y="287227"/>
                    </a:lnTo>
                    <a:lnTo>
                      <a:pt x="765749" y="294044"/>
                    </a:lnTo>
                    <a:lnTo>
                      <a:pt x="755328" y="300180"/>
                    </a:lnTo>
                    <a:lnTo>
                      <a:pt x="745360" y="305860"/>
                    </a:lnTo>
                    <a:lnTo>
                      <a:pt x="735619" y="311314"/>
                    </a:lnTo>
                    <a:lnTo>
                      <a:pt x="725878" y="316313"/>
                    </a:lnTo>
                    <a:lnTo>
                      <a:pt x="717043" y="320631"/>
                    </a:lnTo>
                    <a:lnTo>
                      <a:pt x="708661" y="324721"/>
                    </a:lnTo>
                    <a:lnTo>
                      <a:pt x="700732" y="327902"/>
                    </a:lnTo>
                    <a:lnTo>
                      <a:pt x="693709" y="331084"/>
                    </a:lnTo>
                    <a:lnTo>
                      <a:pt x="681929" y="335628"/>
                    </a:lnTo>
                    <a:lnTo>
                      <a:pt x="674453" y="338583"/>
                    </a:lnTo>
                    <a:lnTo>
                      <a:pt x="671961" y="339492"/>
                    </a:lnTo>
                    <a:lnTo>
                      <a:pt x="658142" y="336083"/>
                    </a:lnTo>
                    <a:lnTo>
                      <a:pt x="644776" y="333583"/>
                    </a:lnTo>
                    <a:lnTo>
                      <a:pt x="632089" y="331311"/>
                    </a:lnTo>
                    <a:lnTo>
                      <a:pt x="619630" y="329266"/>
                    </a:lnTo>
                    <a:lnTo>
                      <a:pt x="607623" y="327675"/>
                    </a:lnTo>
                    <a:lnTo>
                      <a:pt x="596069" y="326539"/>
                    </a:lnTo>
                    <a:lnTo>
                      <a:pt x="584969" y="325630"/>
                    </a:lnTo>
                    <a:lnTo>
                      <a:pt x="574548" y="324948"/>
                    </a:lnTo>
                    <a:lnTo>
                      <a:pt x="564127" y="324494"/>
                    </a:lnTo>
                    <a:lnTo>
                      <a:pt x="554612" y="324494"/>
                    </a:lnTo>
                    <a:lnTo>
                      <a:pt x="545324" y="324494"/>
                    </a:lnTo>
                    <a:lnTo>
                      <a:pt x="536715" y="324948"/>
                    </a:lnTo>
                    <a:lnTo>
                      <a:pt x="528333" y="325403"/>
                    </a:lnTo>
                    <a:lnTo>
                      <a:pt x="520178" y="326085"/>
                    </a:lnTo>
                    <a:lnTo>
                      <a:pt x="512702" y="326766"/>
                    </a:lnTo>
                    <a:lnTo>
                      <a:pt x="505679" y="327675"/>
                    </a:lnTo>
                    <a:lnTo>
                      <a:pt x="499109" y="328811"/>
                    </a:lnTo>
                    <a:lnTo>
                      <a:pt x="492993" y="329948"/>
                    </a:lnTo>
                    <a:lnTo>
                      <a:pt x="487329" y="331311"/>
                    </a:lnTo>
                    <a:lnTo>
                      <a:pt x="481892" y="332447"/>
                    </a:lnTo>
                    <a:lnTo>
                      <a:pt x="472604" y="334947"/>
                    </a:lnTo>
                    <a:lnTo>
                      <a:pt x="465128" y="337219"/>
                    </a:lnTo>
                    <a:lnTo>
                      <a:pt x="459012" y="339719"/>
                    </a:lnTo>
                    <a:lnTo>
                      <a:pt x="454934" y="341309"/>
                    </a:lnTo>
                    <a:lnTo>
                      <a:pt x="451536" y="342900"/>
                    </a:lnTo>
                    <a:lnTo>
                      <a:pt x="445646" y="337219"/>
                    </a:lnTo>
                    <a:lnTo>
                      <a:pt x="439529" y="331311"/>
                    </a:lnTo>
                    <a:lnTo>
                      <a:pt x="425710" y="318813"/>
                    </a:lnTo>
                    <a:lnTo>
                      <a:pt x="410532" y="305860"/>
                    </a:lnTo>
                    <a:lnTo>
                      <a:pt x="394221" y="292454"/>
                    </a:lnTo>
                    <a:lnTo>
                      <a:pt x="377456" y="279274"/>
                    </a:lnTo>
                    <a:lnTo>
                      <a:pt x="360239" y="266094"/>
                    </a:lnTo>
                    <a:lnTo>
                      <a:pt x="343249" y="252914"/>
                    </a:lnTo>
                    <a:lnTo>
                      <a:pt x="326258" y="240416"/>
                    </a:lnTo>
                    <a:lnTo>
                      <a:pt x="295222" y="217693"/>
                    </a:lnTo>
                    <a:lnTo>
                      <a:pt x="269849" y="199514"/>
                    </a:lnTo>
                    <a:lnTo>
                      <a:pt x="252405" y="187243"/>
                    </a:lnTo>
                    <a:lnTo>
                      <a:pt x="246062" y="183153"/>
                    </a:lnTo>
                    <a:lnTo>
                      <a:pt x="251726" y="176563"/>
                    </a:lnTo>
                    <a:lnTo>
                      <a:pt x="257616" y="170655"/>
                    </a:lnTo>
                    <a:lnTo>
                      <a:pt x="263506" y="165428"/>
                    </a:lnTo>
                    <a:lnTo>
                      <a:pt x="269623" y="160656"/>
                    </a:lnTo>
                    <a:lnTo>
                      <a:pt x="275286" y="156339"/>
                    </a:lnTo>
                    <a:lnTo>
                      <a:pt x="281629" y="152476"/>
                    </a:lnTo>
                    <a:lnTo>
                      <a:pt x="287746" y="149294"/>
                    </a:lnTo>
                    <a:lnTo>
                      <a:pt x="293863" y="146568"/>
                    </a:lnTo>
                    <a:lnTo>
                      <a:pt x="299979" y="144068"/>
                    </a:lnTo>
                    <a:lnTo>
                      <a:pt x="306096" y="142023"/>
                    </a:lnTo>
                    <a:lnTo>
                      <a:pt x="311986" y="140432"/>
                    </a:lnTo>
                    <a:lnTo>
                      <a:pt x="317876" y="139069"/>
                    </a:lnTo>
                    <a:lnTo>
                      <a:pt x="323766" y="138160"/>
                    </a:lnTo>
                    <a:lnTo>
                      <a:pt x="329656" y="137024"/>
                    </a:lnTo>
                    <a:lnTo>
                      <a:pt x="335093" y="136569"/>
                    </a:lnTo>
                    <a:lnTo>
                      <a:pt x="340530" y="136342"/>
                    </a:lnTo>
                    <a:lnTo>
                      <a:pt x="345967" y="136342"/>
                    </a:lnTo>
                    <a:lnTo>
                      <a:pt x="350951" y="136569"/>
                    </a:lnTo>
                    <a:lnTo>
                      <a:pt x="355708" y="136796"/>
                    </a:lnTo>
                    <a:lnTo>
                      <a:pt x="360466" y="137251"/>
                    </a:lnTo>
                    <a:lnTo>
                      <a:pt x="368848" y="138614"/>
                    </a:lnTo>
                    <a:lnTo>
                      <a:pt x="376097" y="139978"/>
                    </a:lnTo>
                    <a:lnTo>
                      <a:pt x="382214" y="141341"/>
                    </a:lnTo>
                    <a:lnTo>
                      <a:pt x="386518" y="142705"/>
                    </a:lnTo>
                    <a:lnTo>
                      <a:pt x="390369" y="143841"/>
                    </a:lnTo>
                    <a:lnTo>
                      <a:pt x="389916" y="135888"/>
                    </a:lnTo>
                    <a:lnTo>
                      <a:pt x="389916" y="127934"/>
                    </a:lnTo>
                    <a:lnTo>
                      <a:pt x="390369" y="120208"/>
                    </a:lnTo>
                    <a:lnTo>
                      <a:pt x="391049" y="112482"/>
                    </a:lnTo>
                    <a:lnTo>
                      <a:pt x="392182" y="105211"/>
                    </a:lnTo>
                    <a:lnTo>
                      <a:pt x="393767" y="98166"/>
                    </a:lnTo>
                    <a:lnTo>
                      <a:pt x="395580" y="91122"/>
                    </a:lnTo>
                    <a:lnTo>
                      <a:pt x="397619" y="84305"/>
                    </a:lnTo>
                    <a:lnTo>
                      <a:pt x="399884" y="77942"/>
                    </a:lnTo>
                    <a:lnTo>
                      <a:pt x="402376" y="71807"/>
                    </a:lnTo>
                    <a:lnTo>
                      <a:pt x="405095" y="65671"/>
                    </a:lnTo>
                    <a:lnTo>
                      <a:pt x="407813" y="59763"/>
                    </a:lnTo>
                    <a:lnTo>
                      <a:pt x="410985" y="54310"/>
                    </a:lnTo>
                    <a:lnTo>
                      <a:pt x="413930" y="49083"/>
                    </a:lnTo>
                    <a:lnTo>
                      <a:pt x="417101" y="43857"/>
                    </a:lnTo>
                    <a:lnTo>
                      <a:pt x="420273" y="39085"/>
                    </a:lnTo>
                    <a:lnTo>
                      <a:pt x="423444" y="34540"/>
                    </a:lnTo>
                    <a:lnTo>
                      <a:pt x="426616" y="30222"/>
                    </a:lnTo>
                    <a:lnTo>
                      <a:pt x="432959" y="22496"/>
                    </a:lnTo>
                    <a:lnTo>
                      <a:pt x="438849" y="15679"/>
                    </a:lnTo>
                    <a:lnTo>
                      <a:pt x="444060" y="10226"/>
                    </a:lnTo>
                    <a:lnTo>
                      <a:pt x="448817" y="5908"/>
                    </a:lnTo>
                    <a:lnTo>
                      <a:pt x="452215" y="2500"/>
                    </a:lnTo>
                    <a:lnTo>
                      <a:pt x="4553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805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25" name="组合 1"/>
            <p:cNvGrpSpPr/>
            <p:nvPr/>
          </p:nvGrpSpPr>
          <p:grpSpPr>
            <a:xfrm>
              <a:off x="8030" y="3074"/>
              <a:ext cx="3140" cy="3140"/>
              <a:chOff x="3806666" y="1252165"/>
              <a:chExt cx="1530671" cy="1530671"/>
            </a:xfrm>
          </p:grpSpPr>
          <p:sp>
            <p:nvSpPr>
              <p:cNvPr id="26" name="菱形 25"/>
              <p:cNvSpPr/>
              <p:nvPr/>
            </p:nvSpPr>
            <p:spPr>
              <a:xfrm>
                <a:off x="3806666" y="1252165"/>
                <a:ext cx="1530671" cy="1530671"/>
              </a:xfrm>
              <a:prstGeom prst="diamond">
                <a:avLst/>
              </a:prstGeom>
              <a:solidFill>
                <a:srgbClr val="00387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805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49" name="KSO_Shape"/>
              <p:cNvSpPr/>
              <p:nvPr/>
            </p:nvSpPr>
            <p:spPr bwMode="auto">
              <a:xfrm>
                <a:off x="4342282" y="1787781"/>
                <a:ext cx="459439" cy="459439"/>
              </a:xfrm>
              <a:custGeom>
                <a:avLst/>
                <a:gdLst>
                  <a:gd name="T0" fmla="*/ 883582 w 2298700"/>
                  <a:gd name="T1" fmla="*/ 1295872 h 2298700"/>
                  <a:gd name="T2" fmla="*/ 899660 w 2298700"/>
                  <a:gd name="T3" fmla="*/ 1824434 h 2298700"/>
                  <a:gd name="T4" fmla="*/ 870674 w 2298700"/>
                  <a:gd name="T5" fmla="*/ 1867800 h 2298700"/>
                  <a:gd name="T6" fmla="*/ 472571 w 2298700"/>
                  <a:gd name="T7" fmla="*/ 1870524 h 2298700"/>
                  <a:gd name="T8" fmla="*/ 439282 w 2298700"/>
                  <a:gd name="T9" fmla="*/ 1829883 h 2298700"/>
                  <a:gd name="T10" fmla="*/ 450831 w 2298700"/>
                  <a:gd name="T11" fmla="*/ 1299959 h 2298700"/>
                  <a:gd name="T12" fmla="*/ 1168971 w 2298700"/>
                  <a:gd name="T13" fmla="*/ 903287 h 2298700"/>
                  <a:gd name="T14" fmla="*/ 1561900 w 2298700"/>
                  <a:gd name="T15" fmla="*/ 923717 h 2298700"/>
                  <a:gd name="T16" fmla="*/ 1573443 w 2298700"/>
                  <a:gd name="T17" fmla="*/ 1829892 h 2298700"/>
                  <a:gd name="T18" fmla="*/ 1540624 w 2298700"/>
                  <a:gd name="T19" fmla="*/ 1870524 h 2298700"/>
                  <a:gd name="T20" fmla="*/ 1142262 w 2298700"/>
                  <a:gd name="T21" fmla="*/ 1867800 h 2298700"/>
                  <a:gd name="T22" fmla="*/ 1113291 w 2298700"/>
                  <a:gd name="T23" fmla="*/ 1824444 h 2298700"/>
                  <a:gd name="T24" fmla="*/ 1129361 w 2298700"/>
                  <a:gd name="T25" fmla="*/ 919404 h 2298700"/>
                  <a:gd name="T26" fmla="*/ 2191940 w 2298700"/>
                  <a:gd name="T27" fmla="*/ 450850 h 2298700"/>
                  <a:gd name="T28" fmla="*/ 2238385 w 2298700"/>
                  <a:gd name="T29" fmla="*/ 475582 h 2298700"/>
                  <a:gd name="T30" fmla="*/ 2245636 w 2298700"/>
                  <a:gd name="T31" fmla="*/ 1835358 h 2298700"/>
                  <a:gd name="T32" fmla="*/ 2208706 w 2298700"/>
                  <a:gd name="T33" fmla="*/ 1872115 h 2298700"/>
                  <a:gd name="T34" fmla="*/ 1810633 w 2298700"/>
                  <a:gd name="T35" fmla="*/ 1865309 h 2298700"/>
                  <a:gd name="T36" fmla="*/ 1785938 w 2298700"/>
                  <a:gd name="T37" fmla="*/ 1818568 h 2298700"/>
                  <a:gd name="T38" fmla="*/ 1806329 w 2298700"/>
                  <a:gd name="T39" fmla="*/ 463556 h 2298700"/>
                  <a:gd name="T40" fmla="*/ 1464870 w 2298700"/>
                  <a:gd name="T41" fmla="*/ 38100 h 2298700"/>
                  <a:gd name="T42" fmla="*/ 1493876 w 2298700"/>
                  <a:gd name="T43" fmla="*/ 48317 h 2298700"/>
                  <a:gd name="T44" fmla="*/ 1512005 w 2298700"/>
                  <a:gd name="T45" fmla="*/ 72609 h 2298700"/>
                  <a:gd name="T46" fmla="*/ 1540105 w 2298700"/>
                  <a:gd name="T47" fmla="*/ 509198 h 2298700"/>
                  <a:gd name="T48" fmla="*/ 1503847 w 2298700"/>
                  <a:gd name="T49" fmla="*/ 543253 h 2298700"/>
                  <a:gd name="T50" fmla="*/ 1459205 w 2298700"/>
                  <a:gd name="T51" fmla="*/ 535761 h 2298700"/>
                  <a:gd name="T52" fmla="*/ 1437677 w 2298700"/>
                  <a:gd name="T53" fmla="*/ 503749 h 2298700"/>
                  <a:gd name="T54" fmla="*/ 1348845 w 2298700"/>
                  <a:gd name="T55" fmla="*/ 357311 h 2298700"/>
                  <a:gd name="T56" fmla="*/ 1214465 w 2298700"/>
                  <a:gd name="T57" fmla="*/ 507608 h 2298700"/>
                  <a:gd name="T58" fmla="*/ 1010062 w 2298700"/>
                  <a:gd name="T59" fmla="*/ 669711 h 2298700"/>
                  <a:gd name="T60" fmla="*/ 834212 w 2298700"/>
                  <a:gd name="T61" fmla="*/ 763477 h 2298700"/>
                  <a:gd name="T62" fmla="*/ 682609 w 2298700"/>
                  <a:gd name="T63" fmla="*/ 817965 h 2298700"/>
                  <a:gd name="T64" fmla="*/ 523528 w 2298700"/>
                  <a:gd name="T65" fmla="*/ 852928 h 2298700"/>
                  <a:gd name="T66" fmla="*/ 404104 w 2298700"/>
                  <a:gd name="T67" fmla="*/ 862464 h 2298700"/>
                  <a:gd name="T68" fmla="*/ 374191 w 2298700"/>
                  <a:gd name="T69" fmla="*/ 838852 h 2298700"/>
                  <a:gd name="T70" fmla="*/ 369206 w 2298700"/>
                  <a:gd name="T71" fmla="*/ 795034 h 2298700"/>
                  <a:gd name="T72" fmla="*/ 405237 w 2298700"/>
                  <a:gd name="T73" fmla="*/ 760071 h 2298700"/>
                  <a:gd name="T74" fmla="*/ 535765 w 2298700"/>
                  <a:gd name="T75" fmla="*/ 742589 h 2298700"/>
                  <a:gd name="T76" fmla="*/ 679890 w 2298700"/>
                  <a:gd name="T77" fmla="*/ 706945 h 2298700"/>
                  <a:gd name="T78" fmla="*/ 816536 w 2298700"/>
                  <a:gd name="T79" fmla="*/ 654273 h 2298700"/>
                  <a:gd name="T80" fmla="*/ 989667 w 2298700"/>
                  <a:gd name="T81" fmla="*/ 554832 h 2298700"/>
                  <a:gd name="T82" fmla="*/ 1171862 w 2298700"/>
                  <a:gd name="T83" fmla="*/ 398859 h 2298700"/>
                  <a:gd name="T84" fmla="*/ 1282675 w 2298700"/>
                  <a:gd name="T85" fmla="*/ 267178 h 2298700"/>
                  <a:gd name="T86" fmla="*/ 1087110 w 2298700"/>
                  <a:gd name="T87" fmla="*/ 283979 h 2298700"/>
                  <a:gd name="T88" fmla="*/ 1044054 w 2298700"/>
                  <a:gd name="T89" fmla="*/ 259005 h 2298700"/>
                  <a:gd name="T90" fmla="*/ 1040654 w 2298700"/>
                  <a:gd name="T91" fmla="*/ 208376 h 2298700"/>
                  <a:gd name="T92" fmla="*/ 1446288 w 2298700"/>
                  <a:gd name="T93" fmla="*/ 40370 h 2298700"/>
                  <a:gd name="T94" fmla="*/ 128386 w 2298700"/>
                  <a:gd name="T95" fmla="*/ 3403 h 2298700"/>
                  <a:gd name="T96" fmla="*/ 171711 w 2298700"/>
                  <a:gd name="T97" fmla="*/ 26993 h 2298700"/>
                  <a:gd name="T98" fmla="*/ 199157 w 2298700"/>
                  <a:gd name="T99" fmla="*/ 67596 h 2298700"/>
                  <a:gd name="T100" fmla="*/ 2201163 w 2298700"/>
                  <a:gd name="T101" fmla="*/ 2093192 h 2298700"/>
                  <a:gd name="T102" fmla="*/ 2249251 w 2298700"/>
                  <a:gd name="T103" fmla="*/ 2107936 h 2298700"/>
                  <a:gd name="T104" fmla="*/ 2283729 w 2298700"/>
                  <a:gd name="T105" fmla="*/ 2142414 h 2298700"/>
                  <a:gd name="T106" fmla="*/ 2298473 w 2298700"/>
                  <a:gd name="T107" fmla="*/ 2190729 h 2298700"/>
                  <a:gd name="T108" fmla="*/ 2288720 w 2298700"/>
                  <a:gd name="T109" fmla="*/ 2240405 h 2298700"/>
                  <a:gd name="T110" fmla="*/ 2257417 w 2298700"/>
                  <a:gd name="T111" fmla="*/ 2278059 h 2298700"/>
                  <a:gd name="T112" fmla="*/ 2211597 w 2298700"/>
                  <a:gd name="T113" fmla="*/ 2297566 h 2298700"/>
                  <a:gd name="T114" fmla="*/ 72132 w 2298700"/>
                  <a:gd name="T115" fmla="*/ 2294164 h 2298700"/>
                  <a:gd name="T116" fmla="*/ 29715 w 2298700"/>
                  <a:gd name="T117" fmla="*/ 2268532 h 2298700"/>
                  <a:gd name="T118" fmla="*/ 4537 w 2298700"/>
                  <a:gd name="T119" fmla="*/ 2226568 h 2298700"/>
                  <a:gd name="T120" fmla="*/ 907 w 2298700"/>
                  <a:gd name="T121" fmla="*/ 87330 h 2298700"/>
                  <a:gd name="T122" fmla="*/ 20188 w 2298700"/>
                  <a:gd name="T123" fmla="*/ 41510 h 2298700"/>
                  <a:gd name="T124" fmla="*/ 57842 w 2298700"/>
                  <a:gd name="T125" fmla="*/ 10434 h 2298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298700" h="2298700">
                    <a:moveTo>
                      <a:pt x="494084" y="1279525"/>
                    </a:moveTo>
                    <a:lnTo>
                      <a:pt x="844179" y="1279525"/>
                    </a:lnTo>
                    <a:lnTo>
                      <a:pt x="849841" y="1279752"/>
                    </a:lnTo>
                    <a:lnTo>
                      <a:pt x="855502" y="1280660"/>
                    </a:lnTo>
                    <a:lnTo>
                      <a:pt x="860710" y="1282023"/>
                    </a:lnTo>
                    <a:lnTo>
                      <a:pt x="865692" y="1283839"/>
                    </a:lnTo>
                    <a:lnTo>
                      <a:pt x="870674" y="1286109"/>
                    </a:lnTo>
                    <a:lnTo>
                      <a:pt x="875203" y="1289061"/>
                    </a:lnTo>
                    <a:lnTo>
                      <a:pt x="879732" y="1292467"/>
                    </a:lnTo>
                    <a:lnTo>
                      <a:pt x="883582" y="1295872"/>
                    </a:lnTo>
                    <a:lnTo>
                      <a:pt x="887205" y="1299959"/>
                    </a:lnTo>
                    <a:lnTo>
                      <a:pt x="890602" y="1304273"/>
                    </a:lnTo>
                    <a:lnTo>
                      <a:pt x="893320" y="1308814"/>
                    </a:lnTo>
                    <a:lnTo>
                      <a:pt x="895584" y="1313809"/>
                    </a:lnTo>
                    <a:lnTo>
                      <a:pt x="897396" y="1319031"/>
                    </a:lnTo>
                    <a:lnTo>
                      <a:pt x="898981" y="1324480"/>
                    </a:lnTo>
                    <a:lnTo>
                      <a:pt x="899660" y="1329702"/>
                    </a:lnTo>
                    <a:lnTo>
                      <a:pt x="900113" y="1335378"/>
                    </a:lnTo>
                    <a:lnTo>
                      <a:pt x="900113" y="1818531"/>
                    </a:lnTo>
                    <a:lnTo>
                      <a:pt x="899660" y="1824434"/>
                    </a:lnTo>
                    <a:lnTo>
                      <a:pt x="898981" y="1829883"/>
                    </a:lnTo>
                    <a:lnTo>
                      <a:pt x="897396" y="1835332"/>
                    </a:lnTo>
                    <a:lnTo>
                      <a:pt x="895584" y="1840554"/>
                    </a:lnTo>
                    <a:lnTo>
                      <a:pt x="893320" y="1845322"/>
                    </a:lnTo>
                    <a:lnTo>
                      <a:pt x="890602" y="1850090"/>
                    </a:lnTo>
                    <a:lnTo>
                      <a:pt x="887205" y="1854404"/>
                    </a:lnTo>
                    <a:lnTo>
                      <a:pt x="883582" y="1858264"/>
                    </a:lnTo>
                    <a:lnTo>
                      <a:pt x="879732" y="1861897"/>
                    </a:lnTo>
                    <a:lnTo>
                      <a:pt x="875203" y="1865302"/>
                    </a:lnTo>
                    <a:lnTo>
                      <a:pt x="870674" y="1867800"/>
                    </a:lnTo>
                    <a:lnTo>
                      <a:pt x="865692" y="1870524"/>
                    </a:lnTo>
                    <a:lnTo>
                      <a:pt x="860710" y="1872114"/>
                    </a:lnTo>
                    <a:lnTo>
                      <a:pt x="855502" y="1873476"/>
                    </a:lnTo>
                    <a:lnTo>
                      <a:pt x="849841" y="1874611"/>
                    </a:lnTo>
                    <a:lnTo>
                      <a:pt x="844179" y="1874838"/>
                    </a:lnTo>
                    <a:lnTo>
                      <a:pt x="494084" y="1874838"/>
                    </a:lnTo>
                    <a:lnTo>
                      <a:pt x="488423" y="1874611"/>
                    </a:lnTo>
                    <a:lnTo>
                      <a:pt x="482761" y="1873476"/>
                    </a:lnTo>
                    <a:lnTo>
                      <a:pt x="477326" y="1872114"/>
                    </a:lnTo>
                    <a:lnTo>
                      <a:pt x="472571" y="1870524"/>
                    </a:lnTo>
                    <a:lnTo>
                      <a:pt x="467589" y="1867800"/>
                    </a:lnTo>
                    <a:lnTo>
                      <a:pt x="463060" y="1865302"/>
                    </a:lnTo>
                    <a:lnTo>
                      <a:pt x="458531" y="1861897"/>
                    </a:lnTo>
                    <a:lnTo>
                      <a:pt x="454455" y="1858264"/>
                    </a:lnTo>
                    <a:lnTo>
                      <a:pt x="450831" y="1854404"/>
                    </a:lnTo>
                    <a:lnTo>
                      <a:pt x="447661" y="1850090"/>
                    </a:lnTo>
                    <a:lnTo>
                      <a:pt x="444944" y="1845322"/>
                    </a:lnTo>
                    <a:lnTo>
                      <a:pt x="442679" y="1840554"/>
                    </a:lnTo>
                    <a:lnTo>
                      <a:pt x="440868" y="1835332"/>
                    </a:lnTo>
                    <a:lnTo>
                      <a:pt x="439282" y="1829883"/>
                    </a:lnTo>
                    <a:lnTo>
                      <a:pt x="438603" y="1824434"/>
                    </a:lnTo>
                    <a:lnTo>
                      <a:pt x="438150" y="1818531"/>
                    </a:lnTo>
                    <a:lnTo>
                      <a:pt x="438150" y="1335378"/>
                    </a:lnTo>
                    <a:lnTo>
                      <a:pt x="438603" y="1329702"/>
                    </a:lnTo>
                    <a:lnTo>
                      <a:pt x="439282" y="1324480"/>
                    </a:lnTo>
                    <a:lnTo>
                      <a:pt x="440868" y="1319031"/>
                    </a:lnTo>
                    <a:lnTo>
                      <a:pt x="442679" y="1313809"/>
                    </a:lnTo>
                    <a:lnTo>
                      <a:pt x="444944" y="1308814"/>
                    </a:lnTo>
                    <a:lnTo>
                      <a:pt x="447661" y="1304273"/>
                    </a:lnTo>
                    <a:lnTo>
                      <a:pt x="450831" y="1299959"/>
                    </a:lnTo>
                    <a:lnTo>
                      <a:pt x="454455" y="1295872"/>
                    </a:lnTo>
                    <a:lnTo>
                      <a:pt x="458531" y="1292467"/>
                    </a:lnTo>
                    <a:lnTo>
                      <a:pt x="463060" y="1289061"/>
                    </a:lnTo>
                    <a:lnTo>
                      <a:pt x="467589" y="1286109"/>
                    </a:lnTo>
                    <a:lnTo>
                      <a:pt x="472571" y="1283839"/>
                    </a:lnTo>
                    <a:lnTo>
                      <a:pt x="477326" y="1282023"/>
                    </a:lnTo>
                    <a:lnTo>
                      <a:pt x="482761" y="1280660"/>
                    </a:lnTo>
                    <a:lnTo>
                      <a:pt x="488423" y="1279752"/>
                    </a:lnTo>
                    <a:lnTo>
                      <a:pt x="494084" y="1279525"/>
                    </a:lnTo>
                    <a:close/>
                    <a:moveTo>
                      <a:pt x="1168971" y="903287"/>
                    </a:moveTo>
                    <a:lnTo>
                      <a:pt x="1518668" y="903287"/>
                    </a:lnTo>
                    <a:lnTo>
                      <a:pt x="1524553" y="903514"/>
                    </a:lnTo>
                    <a:lnTo>
                      <a:pt x="1529985" y="904195"/>
                    </a:lnTo>
                    <a:lnTo>
                      <a:pt x="1535418" y="905557"/>
                    </a:lnTo>
                    <a:lnTo>
                      <a:pt x="1540624" y="907600"/>
                    </a:lnTo>
                    <a:lnTo>
                      <a:pt x="1545377" y="909870"/>
                    </a:lnTo>
                    <a:lnTo>
                      <a:pt x="1550130" y="912821"/>
                    </a:lnTo>
                    <a:lnTo>
                      <a:pt x="1554430" y="915999"/>
                    </a:lnTo>
                    <a:lnTo>
                      <a:pt x="1558278" y="919404"/>
                    </a:lnTo>
                    <a:lnTo>
                      <a:pt x="1561900" y="923717"/>
                    </a:lnTo>
                    <a:lnTo>
                      <a:pt x="1565295" y="927803"/>
                    </a:lnTo>
                    <a:lnTo>
                      <a:pt x="1567784" y="932343"/>
                    </a:lnTo>
                    <a:lnTo>
                      <a:pt x="1570274" y="937337"/>
                    </a:lnTo>
                    <a:lnTo>
                      <a:pt x="1572085" y="942558"/>
                    </a:lnTo>
                    <a:lnTo>
                      <a:pt x="1573443" y="948006"/>
                    </a:lnTo>
                    <a:lnTo>
                      <a:pt x="1574575" y="953681"/>
                    </a:lnTo>
                    <a:lnTo>
                      <a:pt x="1574801" y="959355"/>
                    </a:lnTo>
                    <a:lnTo>
                      <a:pt x="1574801" y="1818542"/>
                    </a:lnTo>
                    <a:lnTo>
                      <a:pt x="1574575" y="1824444"/>
                    </a:lnTo>
                    <a:lnTo>
                      <a:pt x="1573443" y="1829892"/>
                    </a:lnTo>
                    <a:lnTo>
                      <a:pt x="1572085" y="1835340"/>
                    </a:lnTo>
                    <a:lnTo>
                      <a:pt x="1570274" y="1840560"/>
                    </a:lnTo>
                    <a:lnTo>
                      <a:pt x="1567784" y="1845327"/>
                    </a:lnTo>
                    <a:lnTo>
                      <a:pt x="1565295" y="1850094"/>
                    </a:lnTo>
                    <a:lnTo>
                      <a:pt x="1561900" y="1854407"/>
                    </a:lnTo>
                    <a:lnTo>
                      <a:pt x="1558278" y="1858266"/>
                    </a:lnTo>
                    <a:lnTo>
                      <a:pt x="1554430" y="1861898"/>
                    </a:lnTo>
                    <a:lnTo>
                      <a:pt x="1550130" y="1865303"/>
                    </a:lnTo>
                    <a:lnTo>
                      <a:pt x="1545377" y="1867800"/>
                    </a:lnTo>
                    <a:lnTo>
                      <a:pt x="1540624" y="1870524"/>
                    </a:lnTo>
                    <a:lnTo>
                      <a:pt x="1535418" y="1872113"/>
                    </a:lnTo>
                    <a:lnTo>
                      <a:pt x="1529985" y="1873475"/>
                    </a:lnTo>
                    <a:lnTo>
                      <a:pt x="1524553" y="1874610"/>
                    </a:lnTo>
                    <a:lnTo>
                      <a:pt x="1518668" y="1874837"/>
                    </a:lnTo>
                    <a:lnTo>
                      <a:pt x="1168971" y="1874837"/>
                    </a:lnTo>
                    <a:lnTo>
                      <a:pt x="1163312" y="1874610"/>
                    </a:lnTo>
                    <a:lnTo>
                      <a:pt x="1157654" y="1873475"/>
                    </a:lnTo>
                    <a:lnTo>
                      <a:pt x="1152221" y="1872113"/>
                    </a:lnTo>
                    <a:lnTo>
                      <a:pt x="1147242" y="1870524"/>
                    </a:lnTo>
                    <a:lnTo>
                      <a:pt x="1142262" y="1867800"/>
                    </a:lnTo>
                    <a:lnTo>
                      <a:pt x="1137736" y="1865303"/>
                    </a:lnTo>
                    <a:lnTo>
                      <a:pt x="1133435" y="1861898"/>
                    </a:lnTo>
                    <a:lnTo>
                      <a:pt x="1129361" y="1858266"/>
                    </a:lnTo>
                    <a:lnTo>
                      <a:pt x="1125740" y="1854407"/>
                    </a:lnTo>
                    <a:lnTo>
                      <a:pt x="1122797" y="1850094"/>
                    </a:lnTo>
                    <a:lnTo>
                      <a:pt x="1119855" y="1845327"/>
                    </a:lnTo>
                    <a:lnTo>
                      <a:pt x="1117365" y="1840560"/>
                    </a:lnTo>
                    <a:lnTo>
                      <a:pt x="1115554" y="1835340"/>
                    </a:lnTo>
                    <a:lnTo>
                      <a:pt x="1114196" y="1829892"/>
                    </a:lnTo>
                    <a:lnTo>
                      <a:pt x="1113291" y="1824444"/>
                    </a:lnTo>
                    <a:lnTo>
                      <a:pt x="1112838" y="1818542"/>
                    </a:lnTo>
                    <a:lnTo>
                      <a:pt x="1112838" y="959355"/>
                    </a:lnTo>
                    <a:lnTo>
                      <a:pt x="1113291" y="953681"/>
                    </a:lnTo>
                    <a:lnTo>
                      <a:pt x="1114196" y="948006"/>
                    </a:lnTo>
                    <a:lnTo>
                      <a:pt x="1115554" y="942558"/>
                    </a:lnTo>
                    <a:lnTo>
                      <a:pt x="1117365" y="937337"/>
                    </a:lnTo>
                    <a:lnTo>
                      <a:pt x="1119855" y="932343"/>
                    </a:lnTo>
                    <a:lnTo>
                      <a:pt x="1122797" y="927803"/>
                    </a:lnTo>
                    <a:lnTo>
                      <a:pt x="1125740" y="923717"/>
                    </a:lnTo>
                    <a:lnTo>
                      <a:pt x="1129361" y="919404"/>
                    </a:lnTo>
                    <a:lnTo>
                      <a:pt x="1133435" y="915999"/>
                    </a:lnTo>
                    <a:lnTo>
                      <a:pt x="1137736" y="912821"/>
                    </a:lnTo>
                    <a:lnTo>
                      <a:pt x="1142262" y="909870"/>
                    </a:lnTo>
                    <a:lnTo>
                      <a:pt x="1147242" y="907600"/>
                    </a:lnTo>
                    <a:lnTo>
                      <a:pt x="1152221" y="905557"/>
                    </a:lnTo>
                    <a:lnTo>
                      <a:pt x="1157654" y="904195"/>
                    </a:lnTo>
                    <a:lnTo>
                      <a:pt x="1163312" y="903514"/>
                    </a:lnTo>
                    <a:lnTo>
                      <a:pt x="1168971" y="903287"/>
                    </a:lnTo>
                    <a:close/>
                    <a:moveTo>
                      <a:pt x="1841899" y="450850"/>
                    </a:moveTo>
                    <a:lnTo>
                      <a:pt x="2191940" y="450850"/>
                    </a:lnTo>
                    <a:lnTo>
                      <a:pt x="2197604" y="451077"/>
                    </a:lnTo>
                    <a:lnTo>
                      <a:pt x="2203268" y="451985"/>
                    </a:lnTo>
                    <a:lnTo>
                      <a:pt x="2208706" y="453573"/>
                    </a:lnTo>
                    <a:lnTo>
                      <a:pt x="2213917" y="455388"/>
                    </a:lnTo>
                    <a:lnTo>
                      <a:pt x="2218674" y="457657"/>
                    </a:lnTo>
                    <a:lnTo>
                      <a:pt x="2223206" y="460380"/>
                    </a:lnTo>
                    <a:lnTo>
                      <a:pt x="2227510" y="463556"/>
                    </a:lnTo>
                    <a:lnTo>
                      <a:pt x="2231589" y="467186"/>
                    </a:lnTo>
                    <a:lnTo>
                      <a:pt x="2235214" y="471271"/>
                    </a:lnTo>
                    <a:lnTo>
                      <a:pt x="2238385" y="475582"/>
                    </a:lnTo>
                    <a:lnTo>
                      <a:pt x="2241104" y="480119"/>
                    </a:lnTo>
                    <a:lnTo>
                      <a:pt x="2243596" y="484884"/>
                    </a:lnTo>
                    <a:lnTo>
                      <a:pt x="2245636" y="490103"/>
                    </a:lnTo>
                    <a:lnTo>
                      <a:pt x="2246768" y="495548"/>
                    </a:lnTo>
                    <a:lnTo>
                      <a:pt x="2247675" y="501221"/>
                    </a:lnTo>
                    <a:lnTo>
                      <a:pt x="2247901" y="506893"/>
                    </a:lnTo>
                    <a:lnTo>
                      <a:pt x="2247901" y="1818568"/>
                    </a:lnTo>
                    <a:lnTo>
                      <a:pt x="2247675" y="1824468"/>
                    </a:lnTo>
                    <a:lnTo>
                      <a:pt x="2246768" y="1829913"/>
                    </a:lnTo>
                    <a:lnTo>
                      <a:pt x="2245636" y="1835358"/>
                    </a:lnTo>
                    <a:lnTo>
                      <a:pt x="2243596" y="1840577"/>
                    </a:lnTo>
                    <a:lnTo>
                      <a:pt x="2241104" y="1845342"/>
                    </a:lnTo>
                    <a:lnTo>
                      <a:pt x="2238385" y="1850107"/>
                    </a:lnTo>
                    <a:lnTo>
                      <a:pt x="2235214" y="1854418"/>
                    </a:lnTo>
                    <a:lnTo>
                      <a:pt x="2231589" y="1858275"/>
                    </a:lnTo>
                    <a:lnTo>
                      <a:pt x="2227510" y="1861905"/>
                    </a:lnTo>
                    <a:lnTo>
                      <a:pt x="2223206" y="1865309"/>
                    </a:lnTo>
                    <a:lnTo>
                      <a:pt x="2218674" y="1867804"/>
                    </a:lnTo>
                    <a:lnTo>
                      <a:pt x="2213917" y="1870527"/>
                    </a:lnTo>
                    <a:lnTo>
                      <a:pt x="2208706" y="1872115"/>
                    </a:lnTo>
                    <a:lnTo>
                      <a:pt x="2203268" y="1873477"/>
                    </a:lnTo>
                    <a:lnTo>
                      <a:pt x="2197604" y="1874611"/>
                    </a:lnTo>
                    <a:lnTo>
                      <a:pt x="2191940" y="1874838"/>
                    </a:lnTo>
                    <a:lnTo>
                      <a:pt x="1841899" y="1874838"/>
                    </a:lnTo>
                    <a:lnTo>
                      <a:pt x="1836235" y="1874611"/>
                    </a:lnTo>
                    <a:lnTo>
                      <a:pt x="1830798" y="1873477"/>
                    </a:lnTo>
                    <a:lnTo>
                      <a:pt x="1825360" y="1872115"/>
                    </a:lnTo>
                    <a:lnTo>
                      <a:pt x="1820149" y="1870527"/>
                    </a:lnTo>
                    <a:lnTo>
                      <a:pt x="1815165" y="1867804"/>
                    </a:lnTo>
                    <a:lnTo>
                      <a:pt x="1810633" y="1865309"/>
                    </a:lnTo>
                    <a:lnTo>
                      <a:pt x="1806329" y="1861905"/>
                    </a:lnTo>
                    <a:lnTo>
                      <a:pt x="1802477" y="1858275"/>
                    </a:lnTo>
                    <a:lnTo>
                      <a:pt x="1798852" y="1854418"/>
                    </a:lnTo>
                    <a:lnTo>
                      <a:pt x="1795454" y="1850107"/>
                    </a:lnTo>
                    <a:lnTo>
                      <a:pt x="1792508" y="1845342"/>
                    </a:lnTo>
                    <a:lnTo>
                      <a:pt x="1790243" y="1840577"/>
                    </a:lnTo>
                    <a:lnTo>
                      <a:pt x="1788430" y="1835358"/>
                    </a:lnTo>
                    <a:lnTo>
                      <a:pt x="1786844" y="1829913"/>
                    </a:lnTo>
                    <a:lnTo>
                      <a:pt x="1786165" y="1824468"/>
                    </a:lnTo>
                    <a:lnTo>
                      <a:pt x="1785938" y="1818568"/>
                    </a:lnTo>
                    <a:lnTo>
                      <a:pt x="1785938" y="506893"/>
                    </a:lnTo>
                    <a:lnTo>
                      <a:pt x="1786165" y="501221"/>
                    </a:lnTo>
                    <a:lnTo>
                      <a:pt x="1786844" y="495548"/>
                    </a:lnTo>
                    <a:lnTo>
                      <a:pt x="1788430" y="490103"/>
                    </a:lnTo>
                    <a:lnTo>
                      <a:pt x="1790243" y="484884"/>
                    </a:lnTo>
                    <a:lnTo>
                      <a:pt x="1792508" y="480119"/>
                    </a:lnTo>
                    <a:lnTo>
                      <a:pt x="1795454" y="475582"/>
                    </a:lnTo>
                    <a:lnTo>
                      <a:pt x="1798852" y="471271"/>
                    </a:lnTo>
                    <a:lnTo>
                      <a:pt x="1802477" y="467186"/>
                    </a:lnTo>
                    <a:lnTo>
                      <a:pt x="1806329" y="463556"/>
                    </a:lnTo>
                    <a:lnTo>
                      <a:pt x="1810633" y="460380"/>
                    </a:lnTo>
                    <a:lnTo>
                      <a:pt x="1815165" y="457657"/>
                    </a:lnTo>
                    <a:lnTo>
                      <a:pt x="1820149" y="455388"/>
                    </a:lnTo>
                    <a:lnTo>
                      <a:pt x="1825360" y="453573"/>
                    </a:lnTo>
                    <a:lnTo>
                      <a:pt x="1830798" y="451985"/>
                    </a:lnTo>
                    <a:lnTo>
                      <a:pt x="1836235" y="451077"/>
                    </a:lnTo>
                    <a:lnTo>
                      <a:pt x="1841899" y="450850"/>
                    </a:lnTo>
                    <a:close/>
                    <a:moveTo>
                      <a:pt x="1458752" y="38100"/>
                    </a:moveTo>
                    <a:lnTo>
                      <a:pt x="1461698" y="38100"/>
                    </a:lnTo>
                    <a:lnTo>
                      <a:pt x="1464870" y="38100"/>
                    </a:lnTo>
                    <a:lnTo>
                      <a:pt x="1468043" y="38327"/>
                    </a:lnTo>
                    <a:lnTo>
                      <a:pt x="1470989" y="38554"/>
                    </a:lnTo>
                    <a:lnTo>
                      <a:pt x="1473935" y="39235"/>
                    </a:lnTo>
                    <a:lnTo>
                      <a:pt x="1477107" y="40143"/>
                    </a:lnTo>
                    <a:lnTo>
                      <a:pt x="1479827" y="40825"/>
                    </a:lnTo>
                    <a:lnTo>
                      <a:pt x="1482773" y="42187"/>
                    </a:lnTo>
                    <a:lnTo>
                      <a:pt x="1485718" y="43322"/>
                    </a:lnTo>
                    <a:lnTo>
                      <a:pt x="1488438" y="44684"/>
                    </a:lnTo>
                    <a:lnTo>
                      <a:pt x="1491157" y="46500"/>
                    </a:lnTo>
                    <a:lnTo>
                      <a:pt x="1493876" y="48317"/>
                    </a:lnTo>
                    <a:lnTo>
                      <a:pt x="1496143" y="50133"/>
                    </a:lnTo>
                    <a:lnTo>
                      <a:pt x="1498409" y="52176"/>
                    </a:lnTo>
                    <a:lnTo>
                      <a:pt x="1500675" y="54447"/>
                    </a:lnTo>
                    <a:lnTo>
                      <a:pt x="1502714" y="56490"/>
                    </a:lnTo>
                    <a:lnTo>
                      <a:pt x="1504754" y="59214"/>
                    </a:lnTo>
                    <a:lnTo>
                      <a:pt x="1506567" y="61485"/>
                    </a:lnTo>
                    <a:lnTo>
                      <a:pt x="1508153" y="64436"/>
                    </a:lnTo>
                    <a:lnTo>
                      <a:pt x="1509739" y="66934"/>
                    </a:lnTo>
                    <a:lnTo>
                      <a:pt x="1511099" y="69658"/>
                    </a:lnTo>
                    <a:lnTo>
                      <a:pt x="1512005" y="72609"/>
                    </a:lnTo>
                    <a:lnTo>
                      <a:pt x="1513138" y="75334"/>
                    </a:lnTo>
                    <a:lnTo>
                      <a:pt x="1514045" y="78512"/>
                    </a:lnTo>
                    <a:lnTo>
                      <a:pt x="1514725" y="81691"/>
                    </a:lnTo>
                    <a:lnTo>
                      <a:pt x="1515178" y="84642"/>
                    </a:lnTo>
                    <a:lnTo>
                      <a:pt x="1515405" y="87821"/>
                    </a:lnTo>
                    <a:lnTo>
                      <a:pt x="1543051" y="488083"/>
                    </a:lnTo>
                    <a:lnTo>
                      <a:pt x="1543051" y="493305"/>
                    </a:lnTo>
                    <a:lnTo>
                      <a:pt x="1542371" y="498754"/>
                    </a:lnTo>
                    <a:lnTo>
                      <a:pt x="1541691" y="503976"/>
                    </a:lnTo>
                    <a:lnTo>
                      <a:pt x="1540105" y="509198"/>
                    </a:lnTo>
                    <a:lnTo>
                      <a:pt x="1538066" y="513965"/>
                    </a:lnTo>
                    <a:lnTo>
                      <a:pt x="1535800" y="518506"/>
                    </a:lnTo>
                    <a:lnTo>
                      <a:pt x="1532854" y="522820"/>
                    </a:lnTo>
                    <a:lnTo>
                      <a:pt x="1529908" y="526906"/>
                    </a:lnTo>
                    <a:lnTo>
                      <a:pt x="1526282" y="530539"/>
                    </a:lnTo>
                    <a:lnTo>
                      <a:pt x="1522429" y="533944"/>
                    </a:lnTo>
                    <a:lnTo>
                      <a:pt x="1518350" y="537123"/>
                    </a:lnTo>
                    <a:lnTo>
                      <a:pt x="1513592" y="539620"/>
                    </a:lnTo>
                    <a:lnTo>
                      <a:pt x="1509059" y="541663"/>
                    </a:lnTo>
                    <a:lnTo>
                      <a:pt x="1503847" y="543253"/>
                    </a:lnTo>
                    <a:lnTo>
                      <a:pt x="1498635" y="544615"/>
                    </a:lnTo>
                    <a:lnTo>
                      <a:pt x="1493197" y="545069"/>
                    </a:lnTo>
                    <a:lnTo>
                      <a:pt x="1488211" y="545296"/>
                    </a:lnTo>
                    <a:lnTo>
                      <a:pt x="1482999" y="544842"/>
                    </a:lnTo>
                    <a:lnTo>
                      <a:pt x="1478014" y="543934"/>
                    </a:lnTo>
                    <a:lnTo>
                      <a:pt x="1473481" y="542799"/>
                    </a:lnTo>
                    <a:lnTo>
                      <a:pt x="1469629" y="541437"/>
                    </a:lnTo>
                    <a:lnTo>
                      <a:pt x="1466003" y="539847"/>
                    </a:lnTo>
                    <a:lnTo>
                      <a:pt x="1462604" y="537804"/>
                    </a:lnTo>
                    <a:lnTo>
                      <a:pt x="1459205" y="535761"/>
                    </a:lnTo>
                    <a:lnTo>
                      <a:pt x="1456032" y="533490"/>
                    </a:lnTo>
                    <a:lnTo>
                      <a:pt x="1453086" y="530766"/>
                    </a:lnTo>
                    <a:lnTo>
                      <a:pt x="1450367" y="528041"/>
                    </a:lnTo>
                    <a:lnTo>
                      <a:pt x="1447874" y="525090"/>
                    </a:lnTo>
                    <a:lnTo>
                      <a:pt x="1445382" y="522139"/>
                    </a:lnTo>
                    <a:lnTo>
                      <a:pt x="1443342" y="518733"/>
                    </a:lnTo>
                    <a:lnTo>
                      <a:pt x="1441529" y="515100"/>
                    </a:lnTo>
                    <a:lnTo>
                      <a:pt x="1439943" y="511468"/>
                    </a:lnTo>
                    <a:lnTo>
                      <a:pt x="1438583" y="507608"/>
                    </a:lnTo>
                    <a:lnTo>
                      <a:pt x="1437677" y="503749"/>
                    </a:lnTo>
                    <a:lnTo>
                      <a:pt x="1436770" y="499662"/>
                    </a:lnTo>
                    <a:lnTo>
                      <a:pt x="1436317" y="495348"/>
                    </a:lnTo>
                    <a:lnTo>
                      <a:pt x="1419775" y="256735"/>
                    </a:lnTo>
                    <a:lnTo>
                      <a:pt x="1404592" y="280119"/>
                    </a:lnTo>
                    <a:lnTo>
                      <a:pt x="1396434" y="292606"/>
                    </a:lnTo>
                    <a:lnTo>
                      <a:pt x="1387596" y="304866"/>
                    </a:lnTo>
                    <a:lnTo>
                      <a:pt x="1378531" y="317580"/>
                    </a:lnTo>
                    <a:lnTo>
                      <a:pt x="1369014" y="330748"/>
                    </a:lnTo>
                    <a:lnTo>
                      <a:pt x="1359270" y="343916"/>
                    </a:lnTo>
                    <a:lnTo>
                      <a:pt x="1348845" y="357311"/>
                    </a:lnTo>
                    <a:lnTo>
                      <a:pt x="1338421" y="370933"/>
                    </a:lnTo>
                    <a:lnTo>
                      <a:pt x="1327317" y="384782"/>
                    </a:lnTo>
                    <a:lnTo>
                      <a:pt x="1315760" y="398632"/>
                    </a:lnTo>
                    <a:lnTo>
                      <a:pt x="1303750" y="412935"/>
                    </a:lnTo>
                    <a:lnTo>
                      <a:pt x="1291513" y="426784"/>
                    </a:lnTo>
                    <a:lnTo>
                      <a:pt x="1278823" y="441314"/>
                    </a:lnTo>
                    <a:lnTo>
                      <a:pt x="1265679" y="455390"/>
                    </a:lnTo>
                    <a:lnTo>
                      <a:pt x="1252082" y="469920"/>
                    </a:lnTo>
                    <a:lnTo>
                      <a:pt x="1233500" y="488991"/>
                    </a:lnTo>
                    <a:lnTo>
                      <a:pt x="1214465" y="507608"/>
                    </a:lnTo>
                    <a:lnTo>
                      <a:pt x="1195430" y="525998"/>
                    </a:lnTo>
                    <a:lnTo>
                      <a:pt x="1175715" y="543707"/>
                    </a:lnTo>
                    <a:lnTo>
                      <a:pt x="1156226" y="560961"/>
                    </a:lnTo>
                    <a:lnTo>
                      <a:pt x="1136058" y="577762"/>
                    </a:lnTo>
                    <a:lnTo>
                      <a:pt x="1115663" y="594336"/>
                    </a:lnTo>
                    <a:lnTo>
                      <a:pt x="1095041" y="610455"/>
                    </a:lnTo>
                    <a:lnTo>
                      <a:pt x="1074193" y="625893"/>
                    </a:lnTo>
                    <a:lnTo>
                      <a:pt x="1053118" y="641105"/>
                    </a:lnTo>
                    <a:lnTo>
                      <a:pt x="1031590" y="655408"/>
                    </a:lnTo>
                    <a:lnTo>
                      <a:pt x="1010062" y="669711"/>
                    </a:lnTo>
                    <a:lnTo>
                      <a:pt x="988081" y="683333"/>
                    </a:lnTo>
                    <a:lnTo>
                      <a:pt x="966099" y="696501"/>
                    </a:lnTo>
                    <a:lnTo>
                      <a:pt x="943891" y="709442"/>
                    </a:lnTo>
                    <a:lnTo>
                      <a:pt x="921004" y="721702"/>
                    </a:lnTo>
                    <a:lnTo>
                      <a:pt x="906954" y="729194"/>
                    </a:lnTo>
                    <a:lnTo>
                      <a:pt x="892451" y="736232"/>
                    </a:lnTo>
                    <a:lnTo>
                      <a:pt x="878174" y="743497"/>
                    </a:lnTo>
                    <a:lnTo>
                      <a:pt x="863671" y="750309"/>
                    </a:lnTo>
                    <a:lnTo>
                      <a:pt x="848941" y="756893"/>
                    </a:lnTo>
                    <a:lnTo>
                      <a:pt x="834212" y="763477"/>
                    </a:lnTo>
                    <a:lnTo>
                      <a:pt x="819482" y="769834"/>
                    </a:lnTo>
                    <a:lnTo>
                      <a:pt x="804526" y="775736"/>
                    </a:lnTo>
                    <a:lnTo>
                      <a:pt x="789569" y="781866"/>
                    </a:lnTo>
                    <a:lnTo>
                      <a:pt x="774613" y="787542"/>
                    </a:lnTo>
                    <a:lnTo>
                      <a:pt x="759430" y="793218"/>
                    </a:lnTo>
                    <a:lnTo>
                      <a:pt x="744247" y="798440"/>
                    </a:lnTo>
                    <a:lnTo>
                      <a:pt x="729064" y="803435"/>
                    </a:lnTo>
                    <a:lnTo>
                      <a:pt x="713655" y="808657"/>
                    </a:lnTo>
                    <a:lnTo>
                      <a:pt x="698472" y="813197"/>
                    </a:lnTo>
                    <a:lnTo>
                      <a:pt x="682609" y="817965"/>
                    </a:lnTo>
                    <a:lnTo>
                      <a:pt x="667199" y="822279"/>
                    </a:lnTo>
                    <a:lnTo>
                      <a:pt x="651563" y="826365"/>
                    </a:lnTo>
                    <a:lnTo>
                      <a:pt x="635701" y="830452"/>
                    </a:lnTo>
                    <a:lnTo>
                      <a:pt x="620064" y="834084"/>
                    </a:lnTo>
                    <a:lnTo>
                      <a:pt x="604202" y="837717"/>
                    </a:lnTo>
                    <a:lnTo>
                      <a:pt x="588112" y="841350"/>
                    </a:lnTo>
                    <a:lnTo>
                      <a:pt x="572249" y="844528"/>
                    </a:lnTo>
                    <a:lnTo>
                      <a:pt x="555933" y="847479"/>
                    </a:lnTo>
                    <a:lnTo>
                      <a:pt x="539618" y="850431"/>
                    </a:lnTo>
                    <a:lnTo>
                      <a:pt x="523528" y="852928"/>
                    </a:lnTo>
                    <a:lnTo>
                      <a:pt x="507212" y="855653"/>
                    </a:lnTo>
                    <a:lnTo>
                      <a:pt x="490896" y="857923"/>
                    </a:lnTo>
                    <a:lnTo>
                      <a:pt x="474353" y="859966"/>
                    </a:lnTo>
                    <a:lnTo>
                      <a:pt x="458037" y="861783"/>
                    </a:lnTo>
                    <a:lnTo>
                      <a:pt x="441268" y="863372"/>
                    </a:lnTo>
                    <a:lnTo>
                      <a:pt x="424726" y="864961"/>
                    </a:lnTo>
                    <a:lnTo>
                      <a:pt x="419287" y="865188"/>
                    </a:lnTo>
                    <a:lnTo>
                      <a:pt x="414075" y="864734"/>
                    </a:lnTo>
                    <a:lnTo>
                      <a:pt x="409089" y="863826"/>
                    </a:lnTo>
                    <a:lnTo>
                      <a:pt x="404104" y="862464"/>
                    </a:lnTo>
                    <a:lnTo>
                      <a:pt x="400252" y="861329"/>
                    </a:lnTo>
                    <a:lnTo>
                      <a:pt x="396626" y="859739"/>
                    </a:lnTo>
                    <a:lnTo>
                      <a:pt x="393227" y="857923"/>
                    </a:lnTo>
                    <a:lnTo>
                      <a:pt x="389827" y="855880"/>
                    </a:lnTo>
                    <a:lnTo>
                      <a:pt x="386882" y="853609"/>
                    </a:lnTo>
                    <a:lnTo>
                      <a:pt x="383936" y="850885"/>
                    </a:lnTo>
                    <a:lnTo>
                      <a:pt x="381216" y="848161"/>
                    </a:lnTo>
                    <a:lnTo>
                      <a:pt x="378497" y="845209"/>
                    </a:lnTo>
                    <a:lnTo>
                      <a:pt x="376231" y="842258"/>
                    </a:lnTo>
                    <a:lnTo>
                      <a:pt x="374191" y="838852"/>
                    </a:lnTo>
                    <a:lnTo>
                      <a:pt x="372378" y="835447"/>
                    </a:lnTo>
                    <a:lnTo>
                      <a:pt x="370566" y="831814"/>
                    </a:lnTo>
                    <a:lnTo>
                      <a:pt x="369206" y="827955"/>
                    </a:lnTo>
                    <a:lnTo>
                      <a:pt x="368299" y="824095"/>
                    </a:lnTo>
                    <a:lnTo>
                      <a:pt x="367620" y="820008"/>
                    </a:lnTo>
                    <a:lnTo>
                      <a:pt x="366940" y="815922"/>
                    </a:lnTo>
                    <a:lnTo>
                      <a:pt x="366713" y="810473"/>
                    </a:lnTo>
                    <a:lnTo>
                      <a:pt x="367167" y="805024"/>
                    </a:lnTo>
                    <a:lnTo>
                      <a:pt x="368073" y="799802"/>
                    </a:lnTo>
                    <a:lnTo>
                      <a:pt x="369206" y="795034"/>
                    </a:lnTo>
                    <a:lnTo>
                      <a:pt x="371472" y="790040"/>
                    </a:lnTo>
                    <a:lnTo>
                      <a:pt x="373738" y="785272"/>
                    </a:lnTo>
                    <a:lnTo>
                      <a:pt x="376231" y="780958"/>
                    </a:lnTo>
                    <a:lnTo>
                      <a:pt x="379403" y="776872"/>
                    </a:lnTo>
                    <a:lnTo>
                      <a:pt x="383029" y="773239"/>
                    </a:lnTo>
                    <a:lnTo>
                      <a:pt x="386882" y="769607"/>
                    </a:lnTo>
                    <a:lnTo>
                      <a:pt x="390961" y="766882"/>
                    </a:lnTo>
                    <a:lnTo>
                      <a:pt x="395266" y="763931"/>
                    </a:lnTo>
                    <a:lnTo>
                      <a:pt x="400252" y="761887"/>
                    </a:lnTo>
                    <a:lnTo>
                      <a:pt x="405237" y="760071"/>
                    </a:lnTo>
                    <a:lnTo>
                      <a:pt x="410222" y="758709"/>
                    </a:lnTo>
                    <a:lnTo>
                      <a:pt x="415661" y="758255"/>
                    </a:lnTo>
                    <a:lnTo>
                      <a:pt x="431071" y="756666"/>
                    </a:lnTo>
                    <a:lnTo>
                      <a:pt x="446027" y="755076"/>
                    </a:lnTo>
                    <a:lnTo>
                      <a:pt x="461210" y="753714"/>
                    </a:lnTo>
                    <a:lnTo>
                      <a:pt x="476166" y="751898"/>
                    </a:lnTo>
                    <a:lnTo>
                      <a:pt x="491123" y="749854"/>
                    </a:lnTo>
                    <a:lnTo>
                      <a:pt x="506079" y="747357"/>
                    </a:lnTo>
                    <a:lnTo>
                      <a:pt x="521035" y="745087"/>
                    </a:lnTo>
                    <a:lnTo>
                      <a:pt x="535765" y="742589"/>
                    </a:lnTo>
                    <a:lnTo>
                      <a:pt x="550495" y="739638"/>
                    </a:lnTo>
                    <a:lnTo>
                      <a:pt x="565224" y="736913"/>
                    </a:lnTo>
                    <a:lnTo>
                      <a:pt x="579728" y="733735"/>
                    </a:lnTo>
                    <a:lnTo>
                      <a:pt x="594231" y="730329"/>
                    </a:lnTo>
                    <a:lnTo>
                      <a:pt x="608734" y="726697"/>
                    </a:lnTo>
                    <a:lnTo>
                      <a:pt x="623010" y="723064"/>
                    </a:lnTo>
                    <a:lnTo>
                      <a:pt x="637287" y="719432"/>
                    </a:lnTo>
                    <a:lnTo>
                      <a:pt x="651563" y="715345"/>
                    </a:lnTo>
                    <a:lnTo>
                      <a:pt x="665613" y="711259"/>
                    </a:lnTo>
                    <a:lnTo>
                      <a:pt x="679890" y="706945"/>
                    </a:lnTo>
                    <a:lnTo>
                      <a:pt x="693713" y="702404"/>
                    </a:lnTo>
                    <a:lnTo>
                      <a:pt x="707763" y="697864"/>
                    </a:lnTo>
                    <a:lnTo>
                      <a:pt x="721586" y="692869"/>
                    </a:lnTo>
                    <a:lnTo>
                      <a:pt x="735183" y="687874"/>
                    </a:lnTo>
                    <a:lnTo>
                      <a:pt x="749233" y="682652"/>
                    </a:lnTo>
                    <a:lnTo>
                      <a:pt x="762603" y="677430"/>
                    </a:lnTo>
                    <a:lnTo>
                      <a:pt x="776199" y="671755"/>
                    </a:lnTo>
                    <a:lnTo>
                      <a:pt x="789569" y="666079"/>
                    </a:lnTo>
                    <a:lnTo>
                      <a:pt x="803166" y="660176"/>
                    </a:lnTo>
                    <a:lnTo>
                      <a:pt x="816536" y="654273"/>
                    </a:lnTo>
                    <a:lnTo>
                      <a:pt x="829679" y="648143"/>
                    </a:lnTo>
                    <a:lnTo>
                      <a:pt x="842823" y="641559"/>
                    </a:lnTo>
                    <a:lnTo>
                      <a:pt x="855966" y="634975"/>
                    </a:lnTo>
                    <a:lnTo>
                      <a:pt x="868883" y="628164"/>
                    </a:lnTo>
                    <a:lnTo>
                      <a:pt x="889505" y="617039"/>
                    </a:lnTo>
                    <a:lnTo>
                      <a:pt x="910126" y="605460"/>
                    </a:lnTo>
                    <a:lnTo>
                      <a:pt x="930068" y="593655"/>
                    </a:lnTo>
                    <a:lnTo>
                      <a:pt x="950237" y="580941"/>
                    </a:lnTo>
                    <a:lnTo>
                      <a:pt x="970178" y="568000"/>
                    </a:lnTo>
                    <a:lnTo>
                      <a:pt x="989667" y="554832"/>
                    </a:lnTo>
                    <a:lnTo>
                      <a:pt x="1008929" y="540982"/>
                    </a:lnTo>
                    <a:lnTo>
                      <a:pt x="1027964" y="526906"/>
                    </a:lnTo>
                    <a:lnTo>
                      <a:pt x="1046773" y="512149"/>
                    </a:lnTo>
                    <a:lnTo>
                      <a:pt x="1065355" y="497165"/>
                    </a:lnTo>
                    <a:lnTo>
                      <a:pt x="1083937" y="481726"/>
                    </a:lnTo>
                    <a:lnTo>
                      <a:pt x="1102066" y="466061"/>
                    </a:lnTo>
                    <a:lnTo>
                      <a:pt x="1119742" y="449714"/>
                    </a:lnTo>
                    <a:lnTo>
                      <a:pt x="1137644" y="433141"/>
                    </a:lnTo>
                    <a:lnTo>
                      <a:pt x="1154866" y="416113"/>
                    </a:lnTo>
                    <a:lnTo>
                      <a:pt x="1171862" y="398859"/>
                    </a:lnTo>
                    <a:lnTo>
                      <a:pt x="1184779" y="385236"/>
                    </a:lnTo>
                    <a:lnTo>
                      <a:pt x="1197469" y="371841"/>
                    </a:lnTo>
                    <a:lnTo>
                      <a:pt x="1209480" y="358219"/>
                    </a:lnTo>
                    <a:lnTo>
                      <a:pt x="1221037" y="344597"/>
                    </a:lnTo>
                    <a:lnTo>
                      <a:pt x="1232367" y="331429"/>
                    </a:lnTo>
                    <a:lnTo>
                      <a:pt x="1243245" y="318261"/>
                    </a:lnTo>
                    <a:lnTo>
                      <a:pt x="1253895" y="305093"/>
                    </a:lnTo>
                    <a:lnTo>
                      <a:pt x="1263866" y="292606"/>
                    </a:lnTo>
                    <a:lnTo>
                      <a:pt x="1273384" y="279665"/>
                    </a:lnTo>
                    <a:lnTo>
                      <a:pt x="1282675" y="267178"/>
                    </a:lnTo>
                    <a:lnTo>
                      <a:pt x="1291739" y="255145"/>
                    </a:lnTo>
                    <a:lnTo>
                      <a:pt x="1300124" y="242886"/>
                    </a:lnTo>
                    <a:lnTo>
                      <a:pt x="1308282" y="231307"/>
                    </a:lnTo>
                    <a:lnTo>
                      <a:pt x="1316213" y="219728"/>
                    </a:lnTo>
                    <a:lnTo>
                      <a:pt x="1330263" y="197706"/>
                    </a:lnTo>
                    <a:lnTo>
                      <a:pt x="1107958" y="281027"/>
                    </a:lnTo>
                    <a:lnTo>
                      <a:pt x="1102746" y="282390"/>
                    </a:lnTo>
                    <a:lnTo>
                      <a:pt x="1097534" y="283525"/>
                    </a:lnTo>
                    <a:lnTo>
                      <a:pt x="1092322" y="283979"/>
                    </a:lnTo>
                    <a:lnTo>
                      <a:pt x="1087110" y="283979"/>
                    </a:lnTo>
                    <a:lnTo>
                      <a:pt x="1081898" y="283752"/>
                    </a:lnTo>
                    <a:lnTo>
                      <a:pt x="1076686" y="282844"/>
                    </a:lnTo>
                    <a:lnTo>
                      <a:pt x="1071927" y="281255"/>
                    </a:lnTo>
                    <a:lnTo>
                      <a:pt x="1067168" y="279438"/>
                    </a:lnTo>
                    <a:lnTo>
                      <a:pt x="1062636" y="277168"/>
                    </a:lnTo>
                    <a:lnTo>
                      <a:pt x="1058103" y="274216"/>
                    </a:lnTo>
                    <a:lnTo>
                      <a:pt x="1054251" y="270811"/>
                    </a:lnTo>
                    <a:lnTo>
                      <a:pt x="1050399" y="267178"/>
                    </a:lnTo>
                    <a:lnTo>
                      <a:pt x="1047226" y="263319"/>
                    </a:lnTo>
                    <a:lnTo>
                      <a:pt x="1044054" y="259005"/>
                    </a:lnTo>
                    <a:lnTo>
                      <a:pt x="1041561" y="254237"/>
                    </a:lnTo>
                    <a:lnTo>
                      <a:pt x="1039295" y="249470"/>
                    </a:lnTo>
                    <a:lnTo>
                      <a:pt x="1037482" y="244021"/>
                    </a:lnTo>
                    <a:lnTo>
                      <a:pt x="1036575" y="238799"/>
                    </a:lnTo>
                    <a:lnTo>
                      <a:pt x="1036122" y="233350"/>
                    </a:lnTo>
                    <a:lnTo>
                      <a:pt x="1036122" y="228355"/>
                    </a:lnTo>
                    <a:lnTo>
                      <a:pt x="1036349" y="223134"/>
                    </a:lnTo>
                    <a:lnTo>
                      <a:pt x="1037255" y="218139"/>
                    </a:lnTo>
                    <a:lnTo>
                      <a:pt x="1038841" y="213144"/>
                    </a:lnTo>
                    <a:lnTo>
                      <a:pt x="1040654" y="208376"/>
                    </a:lnTo>
                    <a:lnTo>
                      <a:pt x="1042920" y="203836"/>
                    </a:lnTo>
                    <a:lnTo>
                      <a:pt x="1045866" y="199295"/>
                    </a:lnTo>
                    <a:lnTo>
                      <a:pt x="1049266" y="195435"/>
                    </a:lnTo>
                    <a:lnTo>
                      <a:pt x="1052891" y="191576"/>
                    </a:lnTo>
                    <a:lnTo>
                      <a:pt x="1056744" y="188170"/>
                    </a:lnTo>
                    <a:lnTo>
                      <a:pt x="1061049" y="185219"/>
                    </a:lnTo>
                    <a:lnTo>
                      <a:pt x="1065582" y="182494"/>
                    </a:lnTo>
                    <a:lnTo>
                      <a:pt x="1070567" y="180451"/>
                    </a:lnTo>
                    <a:lnTo>
                      <a:pt x="1443569" y="41279"/>
                    </a:lnTo>
                    <a:lnTo>
                      <a:pt x="1446288" y="40370"/>
                    </a:lnTo>
                    <a:lnTo>
                      <a:pt x="1449461" y="39462"/>
                    </a:lnTo>
                    <a:lnTo>
                      <a:pt x="1452633" y="38781"/>
                    </a:lnTo>
                    <a:lnTo>
                      <a:pt x="1455579" y="38327"/>
                    </a:lnTo>
                    <a:lnTo>
                      <a:pt x="1458752" y="38100"/>
                    </a:lnTo>
                    <a:close/>
                    <a:moveTo>
                      <a:pt x="102528" y="0"/>
                    </a:moveTo>
                    <a:lnTo>
                      <a:pt x="107971" y="454"/>
                    </a:lnTo>
                    <a:lnTo>
                      <a:pt x="113189" y="681"/>
                    </a:lnTo>
                    <a:lnTo>
                      <a:pt x="118406" y="1361"/>
                    </a:lnTo>
                    <a:lnTo>
                      <a:pt x="123169" y="2268"/>
                    </a:lnTo>
                    <a:lnTo>
                      <a:pt x="128386" y="3403"/>
                    </a:lnTo>
                    <a:lnTo>
                      <a:pt x="133376" y="4764"/>
                    </a:lnTo>
                    <a:lnTo>
                      <a:pt x="137913" y="6578"/>
                    </a:lnTo>
                    <a:lnTo>
                      <a:pt x="142450" y="8393"/>
                    </a:lnTo>
                    <a:lnTo>
                      <a:pt x="147213" y="10434"/>
                    </a:lnTo>
                    <a:lnTo>
                      <a:pt x="151523" y="12476"/>
                    </a:lnTo>
                    <a:lnTo>
                      <a:pt x="156059" y="14971"/>
                    </a:lnTo>
                    <a:lnTo>
                      <a:pt x="160143" y="17693"/>
                    </a:lnTo>
                    <a:lnTo>
                      <a:pt x="164225" y="20642"/>
                    </a:lnTo>
                    <a:lnTo>
                      <a:pt x="168082" y="23590"/>
                    </a:lnTo>
                    <a:lnTo>
                      <a:pt x="171711" y="26993"/>
                    </a:lnTo>
                    <a:lnTo>
                      <a:pt x="175340" y="30169"/>
                    </a:lnTo>
                    <a:lnTo>
                      <a:pt x="178743" y="33798"/>
                    </a:lnTo>
                    <a:lnTo>
                      <a:pt x="181918" y="37427"/>
                    </a:lnTo>
                    <a:lnTo>
                      <a:pt x="185094" y="41510"/>
                    </a:lnTo>
                    <a:lnTo>
                      <a:pt x="188043" y="45593"/>
                    </a:lnTo>
                    <a:lnTo>
                      <a:pt x="190538" y="49676"/>
                    </a:lnTo>
                    <a:lnTo>
                      <a:pt x="193033" y="53986"/>
                    </a:lnTo>
                    <a:lnTo>
                      <a:pt x="195074" y="58296"/>
                    </a:lnTo>
                    <a:lnTo>
                      <a:pt x="197343" y="63059"/>
                    </a:lnTo>
                    <a:lnTo>
                      <a:pt x="199157" y="67596"/>
                    </a:lnTo>
                    <a:lnTo>
                      <a:pt x="200745" y="72359"/>
                    </a:lnTo>
                    <a:lnTo>
                      <a:pt x="202106" y="77122"/>
                    </a:lnTo>
                    <a:lnTo>
                      <a:pt x="203467" y="82340"/>
                    </a:lnTo>
                    <a:lnTo>
                      <a:pt x="204148" y="87330"/>
                    </a:lnTo>
                    <a:lnTo>
                      <a:pt x="205055" y="92320"/>
                    </a:lnTo>
                    <a:lnTo>
                      <a:pt x="205282" y="97537"/>
                    </a:lnTo>
                    <a:lnTo>
                      <a:pt x="205509" y="102981"/>
                    </a:lnTo>
                    <a:lnTo>
                      <a:pt x="205509" y="2092965"/>
                    </a:lnTo>
                    <a:lnTo>
                      <a:pt x="2195719" y="2092965"/>
                    </a:lnTo>
                    <a:lnTo>
                      <a:pt x="2201163" y="2093192"/>
                    </a:lnTo>
                    <a:lnTo>
                      <a:pt x="2206380" y="2093419"/>
                    </a:lnTo>
                    <a:lnTo>
                      <a:pt x="2211597" y="2094326"/>
                    </a:lnTo>
                    <a:lnTo>
                      <a:pt x="2216587" y="2095233"/>
                    </a:lnTo>
                    <a:lnTo>
                      <a:pt x="2221578" y="2096367"/>
                    </a:lnTo>
                    <a:lnTo>
                      <a:pt x="2226568" y="2097501"/>
                    </a:lnTo>
                    <a:lnTo>
                      <a:pt x="2231105" y="2099316"/>
                    </a:lnTo>
                    <a:lnTo>
                      <a:pt x="2235868" y="2101131"/>
                    </a:lnTo>
                    <a:lnTo>
                      <a:pt x="2240405" y="2103172"/>
                    </a:lnTo>
                    <a:lnTo>
                      <a:pt x="2244714" y="2105667"/>
                    </a:lnTo>
                    <a:lnTo>
                      <a:pt x="2249251" y="2107936"/>
                    </a:lnTo>
                    <a:lnTo>
                      <a:pt x="2253334" y="2110658"/>
                    </a:lnTo>
                    <a:lnTo>
                      <a:pt x="2257417" y="2113606"/>
                    </a:lnTo>
                    <a:lnTo>
                      <a:pt x="2261273" y="2116328"/>
                    </a:lnTo>
                    <a:lnTo>
                      <a:pt x="2264902" y="2119731"/>
                    </a:lnTo>
                    <a:lnTo>
                      <a:pt x="2268532" y="2123133"/>
                    </a:lnTo>
                    <a:lnTo>
                      <a:pt x="2271934" y="2126763"/>
                    </a:lnTo>
                    <a:lnTo>
                      <a:pt x="2275337" y="2130619"/>
                    </a:lnTo>
                    <a:lnTo>
                      <a:pt x="2278285" y="2134475"/>
                    </a:lnTo>
                    <a:lnTo>
                      <a:pt x="2281234" y="2138331"/>
                    </a:lnTo>
                    <a:lnTo>
                      <a:pt x="2283729" y="2142414"/>
                    </a:lnTo>
                    <a:lnTo>
                      <a:pt x="2286224" y="2146724"/>
                    </a:lnTo>
                    <a:lnTo>
                      <a:pt x="2288720" y="2151260"/>
                    </a:lnTo>
                    <a:lnTo>
                      <a:pt x="2290761" y="2155797"/>
                    </a:lnTo>
                    <a:lnTo>
                      <a:pt x="2292576" y="2160560"/>
                    </a:lnTo>
                    <a:lnTo>
                      <a:pt x="2294164" y="2165324"/>
                    </a:lnTo>
                    <a:lnTo>
                      <a:pt x="2295298" y="2170087"/>
                    </a:lnTo>
                    <a:lnTo>
                      <a:pt x="2296659" y="2175304"/>
                    </a:lnTo>
                    <a:lnTo>
                      <a:pt x="2297339" y="2180068"/>
                    </a:lnTo>
                    <a:lnTo>
                      <a:pt x="2298246" y="2185285"/>
                    </a:lnTo>
                    <a:lnTo>
                      <a:pt x="2298473" y="2190729"/>
                    </a:lnTo>
                    <a:lnTo>
                      <a:pt x="2298700" y="2195946"/>
                    </a:lnTo>
                    <a:lnTo>
                      <a:pt x="2298473" y="2201163"/>
                    </a:lnTo>
                    <a:lnTo>
                      <a:pt x="2298246" y="2206380"/>
                    </a:lnTo>
                    <a:lnTo>
                      <a:pt x="2297339" y="2211597"/>
                    </a:lnTo>
                    <a:lnTo>
                      <a:pt x="2296659" y="2216361"/>
                    </a:lnTo>
                    <a:lnTo>
                      <a:pt x="2295298" y="2221578"/>
                    </a:lnTo>
                    <a:lnTo>
                      <a:pt x="2294164" y="2226568"/>
                    </a:lnTo>
                    <a:lnTo>
                      <a:pt x="2292576" y="2231105"/>
                    </a:lnTo>
                    <a:lnTo>
                      <a:pt x="2290761" y="2235868"/>
                    </a:lnTo>
                    <a:lnTo>
                      <a:pt x="2288720" y="2240405"/>
                    </a:lnTo>
                    <a:lnTo>
                      <a:pt x="2286224" y="2244941"/>
                    </a:lnTo>
                    <a:lnTo>
                      <a:pt x="2283729" y="2249251"/>
                    </a:lnTo>
                    <a:lnTo>
                      <a:pt x="2281234" y="2253334"/>
                    </a:lnTo>
                    <a:lnTo>
                      <a:pt x="2278285" y="2257417"/>
                    </a:lnTo>
                    <a:lnTo>
                      <a:pt x="2275337" y="2261273"/>
                    </a:lnTo>
                    <a:lnTo>
                      <a:pt x="2271934" y="2264902"/>
                    </a:lnTo>
                    <a:lnTo>
                      <a:pt x="2268532" y="2268532"/>
                    </a:lnTo>
                    <a:lnTo>
                      <a:pt x="2264902" y="2271934"/>
                    </a:lnTo>
                    <a:lnTo>
                      <a:pt x="2261273" y="2275337"/>
                    </a:lnTo>
                    <a:lnTo>
                      <a:pt x="2257417" y="2278059"/>
                    </a:lnTo>
                    <a:lnTo>
                      <a:pt x="2253334" y="2281234"/>
                    </a:lnTo>
                    <a:lnTo>
                      <a:pt x="2249251" y="2283729"/>
                    </a:lnTo>
                    <a:lnTo>
                      <a:pt x="2244714" y="2286451"/>
                    </a:lnTo>
                    <a:lnTo>
                      <a:pt x="2240405" y="2288493"/>
                    </a:lnTo>
                    <a:lnTo>
                      <a:pt x="2235868" y="2290534"/>
                    </a:lnTo>
                    <a:lnTo>
                      <a:pt x="2231105" y="2292349"/>
                    </a:lnTo>
                    <a:lnTo>
                      <a:pt x="2226568" y="2294164"/>
                    </a:lnTo>
                    <a:lnTo>
                      <a:pt x="2221578" y="2295298"/>
                    </a:lnTo>
                    <a:lnTo>
                      <a:pt x="2216587" y="2296659"/>
                    </a:lnTo>
                    <a:lnTo>
                      <a:pt x="2211597" y="2297566"/>
                    </a:lnTo>
                    <a:lnTo>
                      <a:pt x="2206380" y="2298246"/>
                    </a:lnTo>
                    <a:lnTo>
                      <a:pt x="2201163" y="2298473"/>
                    </a:lnTo>
                    <a:lnTo>
                      <a:pt x="2195719" y="2298700"/>
                    </a:lnTo>
                    <a:lnTo>
                      <a:pt x="102528" y="2298700"/>
                    </a:lnTo>
                    <a:lnTo>
                      <a:pt x="97310" y="2298473"/>
                    </a:lnTo>
                    <a:lnTo>
                      <a:pt x="92093" y="2298246"/>
                    </a:lnTo>
                    <a:lnTo>
                      <a:pt x="86876" y="2297566"/>
                    </a:lnTo>
                    <a:lnTo>
                      <a:pt x="81886" y="2296659"/>
                    </a:lnTo>
                    <a:lnTo>
                      <a:pt x="77122" y="2295298"/>
                    </a:lnTo>
                    <a:lnTo>
                      <a:pt x="72132" y="2294164"/>
                    </a:lnTo>
                    <a:lnTo>
                      <a:pt x="67142" y="2292349"/>
                    </a:lnTo>
                    <a:lnTo>
                      <a:pt x="62605" y="2290534"/>
                    </a:lnTo>
                    <a:lnTo>
                      <a:pt x="57842" y="2288493"/>
                    </a:lnTo>
                    <a:lnTo>
                      <a:pt x="53532" y="2286451"/>
                    </a:lnTo>
                    <a:lnTo>
                      <a:pt x="49449" y="2283729"/>
                    </a:lnTo>
                    <a:lnTo>
                      <a:pt x="45139" y="2281234"/>
                    </a:lnTo>
                    <a:lnTo>
                      <a:pt x="41283" y="2278059"/>
                    </a:lnTo>
                    <a:lnTo>
                      <a:pt x="37200" y="2275337"/>
                    </a:lnTo>
                    <a:lnTo>
                      <a:pt x="33344" y="2271934"/>
                    </a:lnTo>
                    <a:lnTo>
                      <a:pt x="29715" y="2268532"/>
                    </a:lnTo>
                    <a:lnTo>
                      <a:pt x="26539" y="2264902"/>
                    </a:lnTo>
                    <a:lnTo>
                      <a:pt x="23364" y="2261273"/>
                    </a:lnTo>
                    <a:lnTo>
                      <a:pt x="20188" y="2257417"/>
                    </a:lnTo>
                    <a:lnTo>
                      <a:pt x="17466" y="2253334"/>
                    </a:lnTo>
                    <a:lnTo>
                      <a:pt x="14517" y="2249251"/>
                    </a:lnTo>
                    <a:lnTo>
                      <a:pt x="12249" y="2244941"/>
                    </a:lnTo>
                    <a:lnTo>
                      <a:pt x="9981" y="2240405"/>
                    </a:lnTo>
                    <a:lnTo>
                      <a:pt x="7939" y="2235868"/>
                    </a:lnTo>
                    <a:lnTo>
                      <a:pt x="6125" y="2231105"/>
                    </a:lnTo>
                    <a:lnTo>
                      <a:pt x="4537" y="2226568"/>
                    </a:lnTo>
                    <a:lnTo>
                      <a:pt x="2949" y="2221578"/>
                    </a:lnTo>
                    <a:lnTo>
                      <a:pt x="2042" y="2216361"/>
                    </a:lnTo>
                    <a:lnTo>
                      <a:pt x="907" y="2211597"/>
                    </a:lnTo>
                    <a:lnTo>
                      <a:pt x="454" y="2206380"/>
                    </a:lnTo>
                    <a:lnTo>
                      <a:pt x="0" y="2201163"/>
                    </a:lnTo>
                    <a:lnTo>
                      <a:pt x="0" y="2195946"/>
                    </a:lnTo>
                    <a:lnTo>
                      <a:pt x="0" y="102981"/>
                    </a:lnTo>
                    <a:lnTo>
                      <a:pt x="0" y="97537"/>
                    </a:lnTo>
                    <a:lnTo>
                      <a:pt x="454" y="92320"/>
                    </a:lnTo>
                    <a:lnTo>
                      <a:pt x="907" y="87330"/>
                    </a:lnTo>
                    <a:lnTo>
                      <a:pt x="2042" y="82340"/>
                    </a:lnTo>
                    <a:lnTo>
                      <a:pt x="2949" y="77122"/>
                    </a:lnTo>
                    <a:lnTo>
                      <a:pt x="4537" y="72359"/>
                    </a:lnTo>
                    <a:lnTo>
                      <a:pt x="6125" y="67596"/>
                    </a:lnTo>
                    <a:lnTo>
                      <a:pt x="7939" y="63059"/>
                    </a:lnTo>
                    <a:lnTo>
                      <a:pt x="9981" y="58296"/>
                    </a:lnTo>
                    <a:lnTo>
                      <a:pt x="12249" y="53986"/>
                    </a:lnTo>
                    <a:lnTo>
                      <a:pt x="14517" y="49676"/>
                    </a:lnTo>
                    <a:lnTo>
                      <a:pt x="17466" y="45593"/>
                    </a:lnTo>
                    <a:lnTo>
                      <a:pt x="20188" y="41510"/>
                    </a:lnTo>
                    <a:lnTo>
                      <a:pt x="23364" y="37427"/>
                    </a:lnTo>
                    <a:lnTo>
                      <a:pt x="26539" y="33798"/>
                    </a:lnTo>
                    <a:lnTo>
                      <a:pt x="29715" y="30169"/>
                    </a:lnTo>
                    <a:lnTo>
                      <a:pt x="33344" y="26993"/>
                    </a:lnTo>
                    <a:lnTo>
                      <a:pt x="37200" y="23590"/>
                    </a:lnTo>
                    <a:lnTo>
                      <a:pt x="41283" y="20642"/>
                    </a:lnTo>
                    <a:lnTo>
                      <a:pt x="45139" y="17693"/>
                    </a:lnTo>
                    <a:lnTo>
                      <a:pt x="49449" y="14971"/>
                    </a:lnTo>
                    <a:lnTo>
                      <a:pt x="53532" y="12476"/>
                    </a:lnTo>
                    <a:lnTo>
                      <a:pt x="57842" y="10434"/>
                    </a:lnTo>
                    <a:lnTo>
                      <a:pt x="62605" y="8393"/>
                    </a:lnTo>
                    <a:lnTo>
                      <a:pt x="67142" y="6578"/>
                    </a:lnTo>
                    <a:lnTo>
                      <a:pt x="72132" y="4764"/>
                    </a:lnTo>
                    <a:lnTo>
                      <a:pt x="77122" y="3403"/>
                    </a:lnTo>
                    <a:lnTo>
                      <a:pt x="81886" y="2268"/>
                    </a:lnTo>
                    <a:lnTo>
                      <a:pt x="86876" y="1361"/>
                    </a:lnTo>
                    <a:lnTo>
                      <a:pt x="92093" y="681"/>
                    </a:lnTo>
                    <a:lnTo>
                      <a:pt x="97310" y="454"/>
                    </a:lnTo>
                    <a:lnTo>
                      <a:pt x="1025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805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27" name="组合 2"/>
            <p:cNvGrpSpPr/>
            <p:nvPr/>
          </p:nvGrpSpPr>
          <p:grpSpPr>
            <a:xfrm>
              <a:off x="11387" y="3594"/>
              <a:ext cx="2100" cy="2100"/>
              <a:chOff x="5443269" y="1505689"/>
              <a:chExt cx="1023621" cy="1023621"/>
            </a:xfrm>
            <a:solidFill>
              <a:srgbClr val="182F54"/>
            </a:solidFill>
          </p:grpSpPr>
          <p:sp>
            <p:nvSpPr>
              <p:cNvPr id="28" name="菱形 27"/>
              <p:cNvSpPr/>
              <p:nvPr/>
            </p:nvSpPr>
            <p:spPr>
              <a:xfrm>
                <a:off x="5443269" y="1505689"/>
                <a:ext cx="1023621" cy="1023621"/>
              </a:xfrm>
              <a:prstGeom prst="diamond">
                <a:avLst/>
              </a:prstGeom>
              <a:solidFill>
                <a:srgbClr val="00387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805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50" name="KSO_Shape"/>
              <p:cNvSpPr/>
              <p:nvPr/>
            </p:nvSpPr>
            <p:spPr bwMode="auto">
              <a:xfrm>
                <a:off x="5796776" y="1858005"/>
                <a:ext cx="316609" cy="320180"/>
              </a:xfrm>
              <a:custGeom>
                <a:avLst/>
                <a:gdLst>
                  <a:gd name="T0" fmla="*/ 2147483646 w 5438"/>
                  <a:gd name="T1" fmla="*/ 0 h 5494"/>
                  <a:gd name="T2" fmla="*/ 0 w 5438"/>
                  <a:gd name="T3" fmla="*/ 2147483646 h 5494"/>
                  <a:gd name="T4" fmla="*/ 2147483646 w 5438"/>
                  <a:gd name="T5" fmla="*/ 2147483646 h 5494"/>
                  <a:gd name="T6" fmla="*/ 2147483646 w 5438"/>
                  <a:gd name="T7" fmla="*/ 2147483646 h 5494"/>
                  <a:gd name="T8" fmla="*/ 2147483646 w 5438"/>
                  <a:gd name="T9" fmla="*/ 2147483646 h 5494"/>
                  <a:gd name="T10" fmla="*/ 2147483646 w 5438"/>
                  <a:gd name="T11" fmla="*/ 2147483646 h 5494"/>
                  <a:gd name="T12" fmla="*/ 2147483646 w 5438"/>
                  <a:gd name="T13" fmla="*/ 2147483646 h 5494"/>
                  <a:gd name="T14" fmla="*/ 2147483646 w 5438"/>
                  <a:gd name="T15" fmla="*/ 2147483646 h 5494"/>
                  <a:gd name="T16" fmla="*/ 2147483646 w 5438"/>
                  <a:gd name="T17" fmla="*/ 2147483646 h 5494"/>
                  <a:gd name="T18" fmla="*/ 2147483646 w 5438"/>
                  <a:gd name="T19" fmla="*/ 2147483646 h 5494"/>
                  <a:gd name="T20" fmla="*/ 2147483646 w 5438"/>
                  <a:gd name="T21" fmla="*/ 2147483646 h 5494"/>
                  <a:gd name="T22" fmla="*/ 2147483646 w 5438"/>
                  <a:gd name="T23" fmla="*/ 2147483646 h 5494"/>
                  <a:gd name="T24" fmla="*/ 2147483646 w 5438"/>
                  <a:gd name="T25" fmla="*/ 2147483646 h 5494"/>
                  <a:gd name="T26" fmla="*/ 2147483646 w 5438"/>
                  <a:gd name="T27" fmla="*/ 2147483646 h 5494"/>
                  <a:gd name="T28" fmla="*/ 2147483646 w 5438"/>
                  <a:gd name="T29" fmla="*/ 2147483646 h 5494"/>
                  <a:gd name="T30" fmla="*/ 2147483646 w 5438"/>
                  <a:gd name="T31" fmla="*/ 2147483646 h 5494"/>
                  <a:gd name="T32" fmla="*/ 2147483646 w 5438"/>
                  <a:gd name="T33" fmla="*/ 2147483646 h 5494"/>
                  <a:gd name="T34" fmla="*/ 2147483646 w 5438"/>
                  <a:gd name="T35" fmla="*/ 2147483646 h 5494"/>
                  <a:gd name="T36" fmla="*/ 2147483646 w 5438"/>
                  <a:gd name="T37" fmla="*/ 2147483646 h 5494"/>
                  <a:gd name="T38" fmla="*/ 2147483646 w 5438"/>
                  <a:gd name="T39" fmla="*/ 2147483646 h 5494"/>
                  <a:gd name="T40" fmla="*/ 2147483646 w 5438"/>
                  <a:gd name="T41" fmla="*/ 2147483646 h 5494"/>
                  <a:gd name="T42" fmla="*/ 2147483646 w 5438"/>
                  <a:gd name="T43" fmla="*/ 2147483646 h 5494"/>
                  <a:gd name="T44" fmla="*/ 2147483646 w 5438"/>
                  <a:gd name="T45" fmla="*/ 2147483646 h 5494"/>
                  <a:gd name="T46" fmla="*/ 2147483646 w 5438"/>
                  <a:gd name="T47" fmla="*/ 2147483646 h 5494"/>
                  <a:gd name="T48" fmla="*/ 2147483646 w 5438"/>
                  <a:gd name="T49" fmla="*/ 2147483646 h 5494"/>
                  <a:gd name="T50" fmla="*/ 2147483646 w 5438"/>
                  <a:gd name="T51" fmla="*/ 2147483646 h 5494"/>
                  <a:gd name="T52" fmla="*/ 2147483646 w 5438"/>
                  <a:gd name="T53" fmla="*/ 2147483646 h 5494"/>
                  <a:gd name="T54" fmla="*/ 2147483646 w 5438"/>
                  <a:gd name="T55" fmla="*/ 2147483646 h 5494"/>
                  <a:gd name="T56" fmla="*/ 2147483646 w 5438"/>
                  <a:gd name="T57" fmla="*/ 2147483646 h 5494"/>
                  <a:gd name="T58" fmla="*/ 2147483646 w 5438"/>
                  <a:gd name="T59" fmla="*/ 2147483646 h 5494"/>
                  <a:gd name="T60" fmla="*/ 2147483646 w 5438"/>
                  <a:gd name="T61" fmla="*/ 2147483646 h 5494"/>
                  <a:gd name="T62" fmla="*/ 2147483646 w 5438"/>
                  <a:gd name="T63" fmla="*/ 2147483646 h 5494"/>
                  <a:gd name="T64" fmla="*/ 2147483646 w 5438"/>
                  <a:gd name="T65" fmla="*/ 2147483646 h 5494"/>
                  <a:gd name="T66" fmla="*/ 2147483646 w 5438"/>
                  <a:gd name="T67" fmla="*/ 2147483646 h 5494"/>
                  <a:gd name="T68" fmla="*/ 2147483646 w 5438"/>
                  <a:gd name="T69" fmla="*/ 2147483646 h 5494"/>
                  <a:gd name="T70" fmla="*/ 2147483646 w 5438"/>
                  <a:gd name="T71" fmla="*/ 2147483646 h 5494"/>
                  <a:gd name="T72" fmla="*/ 2147483646 w 5438"/>
                  <a:gd name="T73" fmla="*/ 2147483646 h 5494"/>
                  <a:gd name="T74" fmla="*/ 2147483646 w 5438"/>
                  <a:gd name="T75" fmla="*/ 2147483646 h 5494"/>
                  <a:gd name="T76" fmla="*/ 2147483646 w 5438"/>
                  <a:gd name="T77" fmla="*/ 2147483646 h 5494"/>
                  <a:gd name="T78" fmla="*/ 2147483646 w 5438"/>
                  <a:gd name="T79" fmla="*/ 2147483646 h 5494"/>
                  <a:gd name="T80" fmla="*/ 2147483646 w 5438"/>
                  <a:gd name="T81" fmla="*/ 2147483646 h 5494"/>
                  <a:gd name="T82" fmla="*/ 2147483646 w 5438"/>
                  <a:gd name="T83" fmla="*/ 2147483646 h 5494"/>
                  <a:gd name="T84" fmla="*/ 2147483646 w 5438"/>
                  <a:gd name="T85" fmla="*/ 2147483646 h 5494"/>
                  <a:gd name="T86" fmla="*/ 2147483646 w 5438"/>
                  <a:gd name="T87" fmla="*/ 2147483646 h 5494"/>
                  <a:gd name="T88" fmla="*/ 2147483646 w 5438"/>
                  <a:gd name="T89" fmla="*/ 2147483646 h 5494"/>
                  <a:gd name="T90" fmla="*/ 2147483646 w 5438"/>
                  <a:gd name="T91" fmla="*/ 2147483646 h 5494"/>
                  <a:gd name="T92" fmla="*/ 2147483646 w 5438"/>
                  <a:gd name="T93" fmla="*/ 2147483646 h 5494"/>
                  <a:gd name="T94" fmla="*/ 2147483646 w 5438"/>
                  <a:gd name="T95" fmla="*/ 2147483646 h 5494"/>
                  <a:gd name="T96" fmla="*/ 2147483646 w 5438"/>
                  <a:gd name="T97" fmla="*/ 2147483646 h 5494"/>
                  <a:gd name="T98" fmla="*/ 2147483646 w 5438"/>
                  <a:gd name="T99" fmla="*/ 2147483646 h 5494"/>
                  <a:gd name="T100" fmla="*/ 2147483646 w 5438"/>
                  <a:gd name="T101" fmla="*/ 2147483646 h 5494"/>
                  <a:gd name="T102" fmla="*/ 2147483646 w 5438"/>
                  <a:gd name="T103" fmla="*/ 2147483646 h 5494"/>
                  <a:gd name="T104" fmla="*/ 2147483646 w 5438"/>
                  <a:gd name="T105" fmla="*/ 2147483646 h 5494"/>
                  <a:gd name="T106" fmla="*/ 2147483646 w 5438"/>
                  <a:gd name="T107" fmla="*/ 2147483646 h 5494"/>
                  <a:gd name="T108" fmla="*/ 2147483646 w 5438"/>
                  <a:gd name="T109" fmla="*/ 2147483646 h 5494"/>
                  <a:gd name="T110" fmla="*/ 2147483646 w 5438"/>
                  <a:gd name="T111" fmla="*/ 2147483646 h 5494"/>
                  <a:gd name="T112" fmla="*/ 2147483646 w 5438"/>
                  <a:gd name="T113" fmla="*/ 2147483646 h 5494"/>
                  <a:gd name="T114" fmla="*/ 2147483646 w 5438"/>
                  <a:gd name="T115" fmla="*/ 2147483646 h 5494"/>
                  <a:gd name="T116" fmla="*/ 2147483646 w 5438"/>
                  <a:gd name="T117" fmla="*/ 2147483646 h 5494"/>
                  <a:gd name="T118" fmla="*/ 2147483646 w 5438"/>
                  <a:gd name="T119" fmla="*/ 2147483646 h 5494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438" h="5494">
                    <a:moveTo>
                      <a:pt x="2825" y="454"/>
                    </a:moveTo>
                    <a:lnTo>
                      <a:pt x="2825" y="0"/>
                    </a:lnTo>
                    <a:lnTo>
                      <a:pt x="2514" y="0"/>
                    </a:lnTo>
                    <a:lnTo>
                      <a:pt x="2514" y="454"/>
                    </a:lnTo>
                    <a:lnTo>
                      <a:pt x="0" y="454"/>
                    </a:lnTo>
                    <a:lnTo>
                      <a:pt x="0" y="1259"/>
                    </a:lnTo>
                    <a:lnTo>
                      <a:pt x="276" y="1259"/>
                    </a:lnTo>
                    <a:lnTo>
                      <a:pt x="276" y="4295"/>
                    </a:lnTo>
                    <a:lnTo>
                      <a:pt x="2197" y="4295"/>
                    </a:lnTo>
                    <a:lnTo>
                      <a:pt x="1028" y="5252"/>
                    </a:lnTo>
                    <a:lnTo>
                      <a:pt x="1225" y="5494"/>
                    </a:lnTo>
                    <a:lnTo>
                      <a:pt x="2689" y="4295"/>
                    </a:lnTo>
                    <a:lnTo>
                      <a:pt x="2699" y="4295"/>
                    </a:lnTo>
                    <a:lnTo>
                      <a:pt x="4163" y="5494"/>
                    </a:lnTo>
                    <a:lnTo>
                      <a:pt x="4360" y="5252"/>
                    </a:lnTo>
                    <a:lnTo>
                      <a:pt x="3192" y="4295"/>
                    </a:lnTo>
                    <a:lnTo>
                      <a:pt x="5105" y="4295"/>
                    </a:lnTo>
                    <a:lnTo>
                      <a:pt x="5105" y="1259"/>
                    </a:lnTo>
                    <a:lnTo>
                      <a:pt x="5438" y="1259"/>
                    </a:lnTo>
                    <a:lnTo>
                      <a:pt x="5438" y="454"/>
                    </a:lnTo>
                    <a:lnTo>
                      <a:pt x="2825" y="454"/>
                    </a:lnTo>
                    <a:close/>
                    <a:moveTo>
                      <a:pt x="4793" y="3983"/>
                    </a:moveTo>
                    <a:lnTo>
                      <a:pt x="587" y="3983"/>
                    </a:lnTo>
                    <a:lnTo>
                      <a:pt x="587" y="1259"/>
                    </a:lnTo>
                    <a:lnTo>
                      <a:pt x="4793" y="1259"/>
                    </a:lnTo>
                    <a:lnTo>
                      <a:pt x="4793" y="3983"/>
                    </a:lnTo>
                    <a:close/>
                    <a:moveTo>
                      <a:pt x="1611" y="3281"/>
                    </a:moveTo>
                    <a:lnTo>
                      <a:pt x="1611" y="2471"/>
                    </a:lnTo>
                    <a:lnTo>
                      <a:pt x="2422" y="2471"/>
                    </a:lnTo>
                    <a:lnTo>
                      <a:pt x="2420" y="2429"/>
                    </a:lnTo>
                    <a:lnTo>
                      <a:pt x="2417" y="2388"/>
                    </a:lnTo>
                    <a:lnTo>
                      <a:pt x="2412" y="2347"/>
                    </a:lnTo>
                    <a:lnTo>
                      <a:pt x="2405" y="2308"/>
                    </a:lnTo>
                    <a:lnTo>
                      <a:pt x="2396" y="2268"/>
                    </a:lnTo>
                    <a:lnTo>
                      <a:pt x="2385" y="2230"/>
                    </a:lnTo>
                    <a:lnTo>
                      <a:pt x="2373" y="2192"/>
                    </a:lnTo>
                    <a:lnTo>
                      <a:pt x="2358" y="2156"/>
                    </a:lnTo>
                    <a:lnTo>
                      <a:pt x="2341" y="2120"/>
                    </a:lnTo>
                    <a:lnTo>
                      <a:pt x="2324" y="2085"/>
                    </a:lnTo>
                    <a:lnTo>
                      <a:pt x="2304" y="2051"/>
                    </a:lnTo>
                    <a:lnTo>
                      <a:pt x="2284" y="2018"/>
                    </a:lnTo>
                    <a:lnTo>
                      <a:pt x="2260" y="1986"/>
                    </a:lnTo>
                    <a:lnTo>
                      <a:pt x="2237" y="1956"/>
                    </a:lnTo>
                    <a:lnTo>
                      <a:pt x="2210" y="1926"/>
                    </a:lnTo>
                    <a:lnTo>
                      <a:pt x="2184" y="1898"/>
                    </a:lnTo>
                    <a:lnTo>
                      <a:pt x="2156" y="1871"/>
                    </a:lnTo>
                    <a:lnTo>
                      <a:pt x="2126" y="1846"/>
                    </a:lnTo>
                    <a:lnTo>
                      <a:pt x="2096" y="1822"/>
                    </a:lnTo>
                    <a:lnTo>
                      <a:pt x="2064" y="1799"/>
                    </a:lnTo>
                    <a:lnTo>
                      <a:pt x="2031" y="1778"/>
                    </a:lnTo>
                    <a:lnTo>
                      <a:pt x="1997" y="1759"/>
                    </a:lnTo>
                    <a:lnTo>
                      <a:pt x="1962" y="1741"/>
                    </a:lnTo>
                    <a:lnTo>
                      <a:pt x="1926" y="1724"/>
                    </a:lnTo>
                    <a:lnTo>
                      <a:pt x="1890" y="1710"/>
                    </a:lnTo>
                    <a:lnTo>
                      <a:pt x="1852" y="1697"/>
                    </a:lnTo>
                    <a:lnTo>
                      <a:pt x="1814" y="1686"/>
                    </a:lnTo>
                    <a:lnTo>
                      <a:pt x="1774" y="1677"/>
                    </a:lnTo>
                    <a:lnTo>
                      <a:pt x="1735" y="1670"/>
                    </a:lnTo>
                    <a:lnTo>
                      <a:pt x="1694" y="1665"/>
                    </a:lnTo>
                    <a:lnTo>
                      <a:pt x="1653" y="1662"/>
                    </a:lnTo>
                    <a:lnTo>
                      <a:pt x="1611" y="1660"/>
                    </a:lnTo>
                    <a:lnTo>
                      <a:pt x="1569" y="1662"/>
                    </a:lnTo>
                    <a:lnTo>
                      <a:pt x="1528" y="1665"/>
                    </a:lnTo>
                    <a:lnTo>
                      <a:pt x="1487" y="1670"/>
                    </a:lnTo>
                    <a:lnTo>
                      <a:pt x="1448" y="1677"/>
                    </a:lnTo>
                    <a:lnTo>
                      <a:pt x="1408" y="1686"/>
                    </a:lnTo>
                    <a:lnTo>
                      <a:pt x="1369" y="1697"/>
                    </a:lnTo>
                    <a:lnTo>
                      <a:pt x="1332" y="1710"/>
                    </a:lnTo>
                    <a:lnTo>
                      <a:pt x="1295" y="1724"/>
                    </a:lnTo>
                    <a:lnTo>
                      <a:pt x="1260" y="1741"/>
                    </a:lnTo>
                    <a:lnTo>
                      <a:pt x="1224" y="1759"/>
                    </a:lnTo>
                    <a:lnTo>
                      <a:pt x="1191" y="1778"/>
                    </a:lnTo>
                    <a:lnTo>
                      <a:pt x="1157" y="1799"/>
                    </a:lnTo>
                    <a:lnTo>
                      <a:pt x="1126" y="1822"/>
                    </a:lnTo>
                    <a:lnTo>
                      <a:pt x="1096" y="1846"/>
                    </a:lnTo>
                    <a:lnTo>
                      <a:pt x="1066" y="1871"/>
                    </a:lnTo>
                    <a:lnTo>
                      <a:pt x="1038" y="1898"/>
                    </a:lnTo>
                    <a:lnTo>
                      <a:pt x="1011" y="1926"/>
                    </a:lnTo>
                    <a:lnTo>
                      <a:pt x="986" y="1956"/>
                    </a:lnTo>
                    <a:lnTo>
                      <a:pt x="962" y="1986"/>
                    </a:lnTo>
                    <a:lnTo>
                      <a:pt x="939" y="2018"/>
                    </a:lnTo>
                    <a:lnTo>
                      <a:pt x="918" y="2051"/>
                    </a:lnTo>
                    <a:lnTo>
                      <a:pt x="899" y="2085"/>
                    </a:lnTo>
                    <a:lnTo>
                      <a:pt x="881" y="2120"/>
                    </a:lnTo>
                    <a:lnTo>
                      <a:pt x="864" y="2156"/>
                    </a:lnTo>
                    <a:lnTo>
                      <a:pt x="850" y="2192"/>
                    </a:lnTo>
                    <a:lnTo>
                      <a:pt x="837" y="2230"/>
                    </a:lnTo>
                    <a:lnTo>
                      <a:pt x="826" y="2268"/>
                    </a:lnTo>
                    <a:lnTo>
                      <a:pt x="817" y="2308"/>
                    </a:lnTo>
                    <a:lnTo>
                      <a:pt x="809" y="2347"/>
                    </a:lnTo>
                    <a:lnTo>
                      <a:pt x="804" y="2388"/>
                    </a:lnTo>
                    <a:lnTo>
                      <a:pt x="801" y="2429"/>
                    </a:lnTo>
                    <a:lnTo>
                      <a:pt x="800" y="2471"/>
                    </a:lnTo>
                    <a:lnTo>
                      <a:pt x="801" y="2513"/>
                    </a:lnTo>
                    <a:lnTo>
                      <a:pt x="804" y="2554"/>
                    </a:lnTo>
                    <a:lnTo>
                      <a:pt x="809" y="2595"/>
                    </a:lnTo>
                    <a:lnTo>
                      <a:pt x="817" y="2634"/>
                    </a:lnTo>
                    <a:lnTo>
                      <a:pt x="826" y="2674"/>
                    </a:lnTo>
                    <a:lnTo>
                      <a:pt x="837" y="2712"/>
                    </a:lnTo>
                    <a:lnTo>
                      <a:pt x="850" y="2750"/>
                    </a:lnTo>
                    <a:lnTo>
                      <a:pt x="864" y="2786"/>
                    </a:lnTo>
                    <a:lnTo>
                      <a:pt x="881" y="2822"/>
                    </a:lnTo>
                    <a:lnTo>
                      <a:pt x="899" y="2857"/>
                    </a:lnTo>
                    <a:lnTo>
                      <a:pt x="918" y="2891"/>
                    </a:lnTo>
                    <a:lnTo>
                      <a:pt x="939" y="2924"/>
                    </a:lnTo>
                    <a:lnTo>
                      <a:pt x="962" y="2956"/>
                    </a:lnTo>
                    <a:lnTo>
                      <a:pt x="986" y="2986"/>
                    </a:lnTo>
                    <a:lnTo>
                      <a:pt x="1011" y="3016"/>
                    </a:lnTo>
                    <a:lnTo>
                      <a:pt x="1038" y="3044"/>
                    </a:lnTo>
                    <a:lnTo>
                      <a:pt x="1066" y="3070"/>
                    </a:lnTo>
                    <a:lnTo>
                      <a:pt x="1096" y="3097"/>
                    </a:lnTo>
                    <a:lnTo>
                      <a:pt x="1126" y="3120"/>
                    </a:lnTo>
                    <a:lnTo>
                      <a:pt x="1157" y="3144"/>
                    </a:lnTo>
                    <a:lnTo>
                      <a:pt x="1191" y="3164"/>
                    </a:lnTo>
                    <a:lnTo>
                      <a:pt x="1224" y="3184"/>
                    </a:lnTo>
                    <a:lnTo>
                      <a:pt x="1260" y="3201"/>
                    </a:lnTo>
                    <a:lnTo>
                      <a:pt x="1295" y="3218"/>
                    </a:lnTo>
                    <a:lnTo>
                      <a:pt x="1332" y="3233"/>
                    </a:lnTo>
                    <a:lnTo>
                      <a:pt x="1369" y="3245"/>
                    </a:lnTo>
                    <a:lnTo>
                      <a:pt x="1408" y="3256"/>
                    </a:lnTo>
                    <a:lnTo>
                      <a:pt x="1448" y="3265"/>
                    </a:lnTo>
                    <a:lnTo>
                      <a:pt x="1487" y="3272"/>
                    </a:lnTo>
                    <a:lnTo>
                      <a:pt x="1528" y="3277"/>
                    </a:lnTo>
                    <a:lnTo>
                      <a:pt x="1569" y="3280"/>
                    </a:lnTo>
                    <a:lnTo>
                      <a:pt x="1611" y="3281"/>
                    </a:lnTo>
                    <a:close/>
                    <a:moveTo>
                      <a:pt x="1838" y="3503"/>
                    </a:moveTo>
                    <a:lnTo>
                      <a:pt x="1838" y="3503"/>
                    </a:lnTo>
                    <a:lnTo>
                      <a:pt x="1881" y="3502"/>
                    </a:lnTo>
                    <a:lnTo>
                      <a:pt x="1921" y="3499"/>
                    </a:lnTo>
                    <a:lnTo>
                      <a:pt x="1962" y="3493"/>
                    </a:lnTo>
                    <a:lnTo>
                      <a:pt x="2002" y="3486"/>
                    </a:lnTo>
                    <a:lnTo>
                      <a:pt x="2041" y="3477"/>
                    </a:lnTo>
                    <a:lnTo>
                      <a:pt x="2080" y="3466"/>
                    </a:lnTo>
                    <a:lnTo>
                      <a:pt x="2117" y="3453"/>
                    </a:lnTo>
                    <a:lnTo>
                      <a:pt x="2154" y="3439"/>
                    </a:lnTo>
                    <a:lnTo>
                      <a:pt x="2190" y="3422"/>
                    </a:lnTo>
                    <a:lnTo>
                      <a:pt x="2225" y="3404"/>
                    </a:lnTo>
                    <a:lnTo>
                      <a:pt x="2259" y="3385"/>
                    </a:lnTo>
                    <a:lnTo>
                      <a:pt x="2292" y="3364"/>
                    </a:lnTo>
                    <a:lnTo>
                      <a:pt x="2323" y="3341"/>
                    </a:lnTo>
                    <a:lnTo>
                      <a:pt x="2355" y="3317"/>
                    </a:lnTo>
                    <a:lnTo>
                      <a:pt x="2384" y="3292"/>
                    </a:lnTo>
                    <a:lnTo>
                      <a:pt x="2411" y="3265"/>
                    </a:lnTo>
                    <a:lnTo>
                      <a:pt x="2439" y="3237"/>
                    </a:lnTo>
                    <a:lnTo>
                      <a:pt x="2464" y="3207"/>
                    </a:lnTo>
                    <a:lnTo>
                      <a:pt x="2488" y="3177"/>
                    </a:lnTo>
                    <a:lnTo>
                      <a:pt x="2511" y="3146"/>
                    </a:lnTo>
                    <a:lnTo>
                      <a:pt x="2532" y="3112"/>
                    </a:lnTo>
                    <a:lnTo>
                      <a:pt x="2551" y="3079"/>
                    </a:lnTo>
                    <a:lnTo>
                      <a:pt x="2570" y="3043"/>
                    </a:lnTo>
                    <a:lnTo>
                      <a:pt x="2586" y="3008"/>
                    </a:lnTo>
                    <a:lnTo>
                      <a:pt x="2600" y="2971"/>
                    </a:lnTo>
                    <a:lnTo>
                      <a:pt x="2612" y="2933"/>
                    </a:lnTo>
                    <a:lnTo>
                      <a:pt x="2623" y="2895"/>
                    </a:lnTo>
                    <a:lnTo>
                      <a:pt x="2633" y="2855"/>
                    </a:lnTo>
                    <a:lnTo>
                      <a:pt x="2640" y="2816"/>
                    </a:lnTo>
                    <a:lnTo>
                      <a:pt x="2645" y="2775"/>
                    </a:lnTo>
                    <a:lnTo>
                      <a:pt x="2648" y="2734"/>
                    </a:lnTo>
                    <a:lnTo>
                      <a:pt x="2649" y="2692"/>
                    </a:lnTo>
                    <a:lnTo>
                      <a:pt x="1838" y="2692"/>
                    </a:lnTo>
                    <a:lnTo>
                      <a:pt x="1838" y="3503"/>
                    </a:lnTo>
                    <a:close/>
                    <a:moveTo>
                      <a:pt x="4318" y="1839"/>
                    </a:moveTo>
                    <a:lnTo>
                      <a:pt x="3281" y="1839"/>
                    </a:lnTo>
                    <a:lnTo>
                      <a:pt x="3281" y="2150"/>
                    </a:lnTo>
                    <a:lnTo>
                      <a:pt x="4318" y="2150"/>
                    </a:lnTo>
                    <a:lnTo>
                      <a:pt x="4318" y="1839"/>
                    </a:lnTo>
                    <a:close/>
                    <a:moveTo>
                      <a:pt x="4318" y="2411"/>
                    </a:moveTo>
                    <a:lnTo>
                      <a:pt x="3281" y="2411"/>
                    </a:lnTo>
                    <a:lnTo>
                      <a:pt x="3281" y="2723"/>
                    </a:lnTo>
                    <a:lnTo>
                      <a:pt x="4318" y="2723"/>
                    </a:lnTo>
                    <a:lnTo>
                      <a:pt x="4318" y="2411"/>
                    </a:lnTo>
                    <a:close/>
                    <a:moveTo>
                      <a:pt x="4318" y="2983"/>
                    </a:moveTo>
                    <a:lnTo>
                      <a:pt x="3281" y="2983"/>
                    </a:lnTo>
                    <a:lnTo>
                      <a:pt x="3281" y="3295"/>
                    </a:lnTo>
                    <a:lnTo>
                      <a:pt x="4318" y="3295"/>
                    </a:lnTo>
                    <a:lnTo>
                      <a:pt x="4318" y="298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805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29" name="组合 12"/>
            <p:cNvGrpSpPr/>
            <p:nvPr/>
          </p:nvGrpSpPr>
          <p:grpSpPr>
            <a:xfrm>
              <a:off x="13704" y="3594"/>
              <a:ext cx="2102" cy="2100"/>
              <a:chOff x="6572825" y="1505689"/>
              <a:chExt cx="1024811" cy="1023621"/>
            </a:xfrm>
          </p:grpSpPr>
          <p:sp>
            <p:nvSpPr>
              <p:cNvPr id="30" name="菱形 29"/>
              <p:cNvSpPr/>
              <p:nvPr/>
            </p:nvSpPr>
            <p:spPr>
              <a:xfrm>
                <a:off x="6572825" y="1505689"/>
                <a:ext cx="1024811" cy="1023621"/>
              </a:xfrm>
              <a:prstGeom prst="diamond">
                <a:avLst/>
              </a:prstGeom>
              <a:solidFill>
                <a:srgbClr val="00387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805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/>
                  <a:ea typeface="Microsoft YaHei"/>
                </a:endParaRPr>
              </a:p>
            </p:txBody>
          </p:sp>
          <p:sp>
            <p:nvSpPr>
              <p:cNvPr id="51" name="KSO_Shape"/>
              <p:cNvSpPr/>
              <p:nvPr/>
            </p:nvSpPr>
            <p:spPr>
              <a:xfrm>
                <a:off x="6929901" y="1869908"/>
                <a:ext cx="309467" cy="296374"/>
              </a:xfrm>
              <a:custGeom>
                <a:avLst/>
                <a:gdLst/>
                <a:ahLst/>
                <a:cxnLst/>
                <a:rect l="l" t="t" r="r" b="b"/>
                <a:pathLst>
                  <a:path w="1889279" h="1810503">
                    <a:moveTo>
                      <a:pt x="1408636" y="1462945"/>
                    </a:moveTo>
                    <a:cubicBezTo>
                      <a:pt x="1471912" y="1494489"/>
                      <a:pt x="1528819" y="1532588"/>
                      <a:pt x="1575786" y="1578162"/>
                    </a:cubicBezTo>
                    <a:cubicBezTo>
                      <a:pt x="1467281" y="1672800"/>
                      <a:pt x="1335058" y="1742507"/>
                      <a:pt x="1188886" y="1779443"/>
                    </a:cubicBezTo>
                    <a:cubicBezTo>
                      <a:pt x="1278166" y="1700386"/>
                      <a:pt x="1353810" y="1592053"/>
                      <a:pt x="1408636" y="1462945"/>
                    </a:cubicBezTo>
                    <a:close/>
                    <a:moveTo>
                      <a:pt x="494888" y="1445849"/>
                    </a:moveTo>
                    <a:cubicBezTo>
                      <a:pt x="556747" y="1590569"/>
                      <a:pt x="643865" y="1709702"/>
                      <a:pt x="747068" y="1790925"/>
                    </a:cubicBezTo>
                    <a:cubicBezTo>
                      <a:pt x="576321" y="1756303"/>
                      <a:pt x="422614" y="1677538"/>
                      <a:pt x="300900" y="1566189"/>
                    </a:cubicBezTo>
                    <a:cubicBezTo>
                      <a:pt x="355309" y="1517036"/>
                      <a:pt x="421005" y="1476420"/>
                      <a:pt x="494888" y="1445849"/>
                    </a:cubicBezTo>
                    <a:close/>
                    <a:moveTo>
                      <a:pt x="900586" y="1355871"/>
                    </a:moveTo>
                    <a:lnTo>
                      <a:pt x="900586" y="1808904"/>
                    </a:lnTo>
                    <a:lnTo>
                      <a:pt x="884222" y="1808113"/>
                    </a:lnTo>
                    <a:cubicBezTo>
                      <a:pt x="745280" y="1742581"/>
                      <a:pt x="627378" y="1604992"/>
                      <a:pt x="551037" y="1423344"/>
                    </a:cubicBezTo>
                    <a:cubicBezTo>
                      <a:pt x="655969" y="1381011"/>
                      <a:pt x="774745" y="1357337"/>
                      <a:pt x="900586" y="1355871"/>
                    </a:cubicBezTo>
                    <a:close/>
                    <a:moveTo>
                      <a:pt x="953521" y="1355186"/>
                    </a:moveTo>
                    <a:cubicBezTo>
                      <a:pt x="1099660" y="1356509"/>
                      <a:pt x="1236550" y="1386650"/>
                      <a:pt x="1354036" y="1440083"/>
                    </a:cubicBezTo>
                    <a:cubicBezTo>
                      <a:pt x="1283551" y="1605630"/>
                      <a:pt x="1178611" y="1734316"/>
                      <a:pt x="1054486" y="1804443"/>
                    </a:cubicBezTo>
                    <a:lnTo>
                      <a:pt x="953521" y="1810503"/>
                    </a:lnTo>
                    <a:close/>
                    <a:moveTo>
                      <a:pt x="1517159" y="931303"/>
                    </a:moveTo>
                    <a:lnTo>
                      <a:pt x="1889279" y="931303"/>
                    </a:lnTo>
                    <a:cubicBezTo>
                      <a:pt x="1883282" y="1167646"/>
                      <a:pt x="1781715" y="1381244"/>
                      <a:pt x="1618873" y="1536894"/>
                    </a:cubicBezTo>
                    <a:cubicBezTo>
                      <a:pt x="1566437" y="1485571"/>
                      <a:pt x="1502786" y="1442774"/>
                      <a:pt x="1431939" y="1407715"/>
                    </a:cubicBezTo>
                    <a:cubicBezTo>
                      <a:pt x="1485774" y="1266553"/>
                      <a:pt x="1516428" y="1104135"/>
                      <a:pt x="1517159" y="931303"/>
                    </a:cubicBezTo>
                    <a:close/>
                    <a:moveTo>
                      <a:pt x="953521" y="931303"/>
                    </a:moveTo>
                    <a:lnTo>
                      <a:pt x="1456842" y="931303"/>
                    </a:lnTo>
                    <a:cubicBezTo>
                      <a:pt x="1456123" y="1096196"/>
                      <a:pt x="1427268" y="1250986"/>
                      <a:pt x="1375819" y="1384691"/>
                    </a:cubicBezTo>
                    <a:cubicBezTo>
                      <a:pt x="1251537" y="1327928"/>
                      <a:pt x="1107288" y="1296191"/>
                      <a:pt x="953521" y="1294902"/>
                    </a:cubicBezTo>
                    <a:close/>
                    <a:moveTo>
                      <a:pt x="448568" y="931303"/>
                    </a:moveTo>
                    <a:lnTo>
                      <a:pt x="900586" y="931303"/>
                    </a:lnTo>
                    <a:lnTo>
                      <a:pt x="900586" y="1295603"/>
                    </a:lnTo>
                    <a:cubicBezTo>
                      <a:pt x="766605" y="1297053"/>
                      <a:pt x="640053" y="1322469"/>
                      <a:pt x="528061" y="1368046"/>
                    </a:cubicBezTo>
                    <a:cubicBezTo>
                      <a:pt x="478984" y="1238632"/>
                      <a:pt x="450499" y="1089843"/>
                      <a:pt x="448568" y="931303"/>
                    </a:cubicBezTo>
                    <a:close/>
                    <a:moveTo>
                      <a:pt x="0" y="931303"/>
                    </a:moveTo>
                    <a:lnTo>
                      <a:pt x="388264" y="931303"/>
                    </a:lnTo>
                    <a:cubicBezTo>
                      <a:pt x="390220" y="1097785"/>
                      <a:pt x="420532" y="1254193"/>
                      <a:pt x="473139" y="1390578"/>
                    </a:cubicBezTo>
                    <a:cubicBezTo>
                      <a:pt x="391203" y="1423988"/>
                      <a:pt x="318506" y="1469260"/>
                      <a:pt x="258353" y="1524144"/>
                    </a:cubicBezTo>
                    <a:cubicBezTo>
                      <a:pt x="102364" y="1370026"/>
                      <a:pt x="5849" y="1161456"/>
                      <a:pt x="0" y="931303"/>
                    </a:cubicBezTo>
                    <a:close/>
                    <a:moveTo>
                      <a:pt x="536834" y="421694"/>
                    </a:moveTo>
                    <a:cubicBezTo>
                      <a:pt x="646682" y="464986"/>
                      <a:pt x="770110" y="489176"/>
                      <a:pt x="900586" y="490537"/>
                    </a:cubicBezTo>
                    <a:lnTo>
                      <a:pt x="900586" y="875390"/>
                    </a:lnTo>
                    <a:lnTo>
                      <a:pt x="448805" y="875390"/>
                    </a:lnTo>
                    <a:cubicBezTo>
                      <a:pt x="451150" y="709592"/>
                      <a:pt x="482649" y="554587"/>
                      <a:pt x="536834" y="421694"/>
                    </a:cubicBezTo>
                    <a:close/>
                    <a:moveTo>
                      <a:pt x="1356131" y="409527"/>
                    </a:moveTo>
                    <a:cubicBezTo>
                      <a:pt x="1415590" y="544412"/>
                      <a:pt x="1451132" y="703874"/>
                      <a:pt x="1455052" y="875390"/>
                    </a:cubicBezTo>
                    <a:lnTo>
                      <a:pt x="953521" y="875390"/>
                    </a:lnTo>
                    <a:lnTo>
                      <a:pt x="953521" y="491238"/>
                    </a:lnTo>
                    <a:cubicBezTo>
                      <a:pt x="1099303" y="490092"/>
                      <a:pt x="1236528" y="461431"/>
                      <a:pt x="1356131" y="409527"/>
                    </a:cubicBezTo>
                    <a:close/>
                    <a:moveTo>
                      <a:pt x="271202" y="273767"/>
                    </a:moveTo>
                    <a:cubicBezTo>
                      <a:pt x="330895" y="324894"/>
                      <a:pt x="401533" y="367494"/>
                      <a:pt x="480768" y="398692"/>
                    </a:cubicBezTo>
                    <a:cubicBezTo>
                      <a:pt x="424147" y="539118"/>
                      <a:pt x="390867" y="701724"/>
                      <a:pt x="388496" y="875390"/>
                    </a:cubicBezTo>
                    <a:lnTo>
                      <a:pt x="238" y="875390"/>
                    </a:lnTo>
                    <a:cubicBezTo>
                      <a:pt x="7162" y="640451"/>
                      <a:pt x="108645" y="428248"/>
                      <a:pt x="271202" y="273767"/>
                    </a:cubicBezTo>
                    <a:close/>
                    <a:moveTo>
                      <a:pt x="1605567" y="261436"/>
                    </a:moveTo>
                    <a:cubicBezTo>
                      <a:pt x="1775300" y="417133"/>
                      <a:pt x="1881942" y="634296"/>
                      <a:pt x="1889035" y="875390"/>
                    </a:cubicBezTo>
                    <a:lnTo>
                      <a:pt x="1515364" y="875390"/>
                    </a:lnTo>
                    <a:cubicBezTo>
                      <a:pt x="1511419" y="696081"/>
                      <a:pt x="1474168" y="529014"/>
                      <a:pt x="1413107" y="386152"/>
                    </a:cubicBezTo>
                    <a:cubicBezTo>
                      <a:pt x="1485941" y="353453"/>
                      <a:pt x="1551126" y="311628"/>
                      <a:pt x="1605567" y="261436"/>
                    </a:cubicBezTo>
                    <a:close/>
                    <a:moveTo>
                      <a:pt x="748157" y="19413"/>
                    </a:moveTo>
                    <a:cubicBezTo>
                      <a:pt x="649482" y="96557"/>
                      <a:pt x="565491" y="208310"/>
                      <a:pt x="504779" y="344256"/>
                    </a:cubicBezTo>
                    <a:cubicBezTo>
                      <a:pt x="432706" y="315858"/>
                      <a:pt x="368354" y="277545"/>
                      <a:pt x="313920" y="231604"/>
                    </a:cubicBezTo>
                    <a:cubicBezTo>
                      <a:pt x="434240" y="127070"/>
                      <a:pt x="583275" y="52667"/>
                      <a:pt x="748157" y="19413"/>
                    </a:cubicBezTo>
                    <a:close/>
                    <a:moveTo>
                      <a:pt x="1137621" y="18543"/>
                    </a:moveTo>
                    <a:cubicBezTo>
                      <a:pt x="1297904" y="50310"/>
                      <a:pt x="1443338" y="120918"/>
                      <a:pt x="1562575" y="219802"/>
                    </a:cubicBezTo>
                    <a:cubicBezTo>
                      <a:pt x="1512842" y="265093"/>
                      <a:pt x="1453308" y="302843"/>
                      <a:pt x="1386970" y="332857"/>
                    </a:cubicBezTo>
                    <a:cubicBezTo>
                      <a:pt x="1323718" y="199817"/>
                      <a:pt x="1237626" y="91674"/>
                      <a:pt x="1137621" y="18543"/>
                    </a:cubicBezTo>
                    <a:close/>
                    <a:moveTo>
                      <a:pt x="900586" y="1702"/>
                    </a:moveTo>
                    <a:lnTo>
                      <a:pt x="900586" y="430269"/>
                    </a:lnTo>
                    <a:cubicBezTo>
                      <a:pt x="778345" y="428899"/>
                      <a:pt x="662774" y="406468"/>
                      <a:pt x="560047" y="366408"/>
                    </a:cubicBezTo>
                    <a:cubicBezTo>
                      <a:pt x="637783" y="193348"/>
                      <a:pt x="753999" y="63227"/>
                      <a:pt x="890213" y="2203"/>
                    </a:cubicBezTo>
                    <a:close/>
                    <a:moveTo>
                      <a:pt x="953521" y="0"/>
                    </a:moveTo>
                    <a:lnTo>
                      <a:pt x="981035" y="1330"/>
                    </a:lnTo>
                    <a:cubicBezTo>
                      <a:pt x="1124068" y="53565"/>
                      <a:pt x="1247786" y="180867"/>
                      <a:pt x="1332000" y="354889"/>
                    </a:cubicBezTo>
                    <a:cubicBezTo>
                      <a:pt x="1219743" y="403080"/>
                      <a:pt x="1090709" y="429800"/>
                      <a:pt x="953521" y="4309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1805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32" name="群組 31"/>
          <p:cNvGrpSpPr/>
          <p:nvPr/>
        </p:nvGrpSpPr>
        <p:grpSpPr>
          <a:xfrm>
            <a:off x="4697996" y="4152265"/>
            <a:ext cx="2800084" cy="782955"/>
            <a:chOff x="9771" y="3014"/>
            <a:chExt cx="8101" cy="1233"/>
          </a:xfrm>
        </p:grpSpPr>
        <p:sp>
          <p:nvSpPr>
            <p:cNvPr id="36" name="矩形 35"/>
            <p:cNvSpPr/>
            <p:nvPr/>
          </p:nvSpPr>
          <p:spPr>
            <a:xfrm>
              <a:off x="12495" y="3014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197876" y="4091940"/>
            <a:ext cx="2800084" cy="782955"/>
            <a:chOff x="9771" y="3014"/>
            <a:chExt cx="8101" cy="1233"/>
          </a:xfrm>
        </p:grpSpPr>
        <p:sp>
          <p:nvSpPr>
            <p:cNvPr id="42" name="矩形 41"/>
            <p:cNvSpPr/>
            <p:nvPr/>
          </p:nvSpPr>
          <p:spPr>
            <a:xfrm>
              <a:off x="12495" y="3014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6590931" y="4132580"/>
            <a:ext cx="2800084" cy="782955"/>
            <a:chOff x="9771" y="3014"/>
            <a:chExt cx="8101" cy="1233"/>
          </a:xfrm>
        </p:grpSpPr>
        <p:sp>
          <p:nvSpPr>
            <p:cNvPr id="47" name="矩形 46"/>
            <p:cNvSpPr/>
            <p:nvPr/>
          </p:nvSpPr>
          <p:spPr>
            <a:xfrm>
              <a:off x="12495" y="3014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8152396" y="4091940"/>
            <a:ext cx="2800084" cy="782955"/>
            <a:chOff x="9771" y="3014"/>
            <a:chExt cx="8101" cy="1233"/>
          </a:xfrm>
        </p:grpSpPr>
        <p:sp>
          <p:nvSpPr>
            <p:cNvPr id="53" name="矩形 52"/>
            <p:cNvSpPr/>
            <p:nvPr/>
          </p:nvSpPr>
          <p:spPr>
            <a:xfrm>
              <a:off x="12495" y="3014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sp>
        <p:nvSpPr>
          <p:cNvPr id="55" name="矩形 54"/>
          <p:cNvSpPr/>
          <p:nvPr/>
        </p:nvSpPr>
        <p:spPr>
          <a:xfrm>
            <a:off x="1837055" y="5320030"/>
            <a:ext cx="8910320" cy="324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kern="0" dirty="0">
                <a:solidFill>
                  <a:schemeClr val="tx1"/>
                </a:solidFill>
                <a:latin typeface="Arial" panose="020B0604020202090204" pitchFamily="34" charset="0"/>
                <a:ea typeface="Microsoft YaHei" charset="-122"/>
                <a:cs typeface="Arial" panose="020B0604020202090204" pitchFamily="34" charset="0"/>
              </a:rPr>
              <a:t>Text</a:t>
            </a:r>
          </a:p>
        </p:txBody>
      </p:sp>
      <p:pic>
        <p:nvPicPr>
          <p:cNvPr id="2" name="圖片 1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群組 32"/>
          <p:cNvGrpSpPr/>
          <p:nvPr/>
        </p:nvGrpSpPr>
        <p:grpSpPr>
          <a:xfrm>
            <a:off x="7183755" y="1543685"/>
            <a:ext cx="2811145" cy="683895"/>
            <a:chOff x="9739" y="3037"/>
            <a:chExt cx="8133" cy="1077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3603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210425" y="4007485"/>
            <a:ext cx="2811145" cy="683895"/>
            <a:chOff x="9739" y="3037"/>
            <a:chExt cx="8133" cy="1077"/>
          </a:xfrm>
        </p:grpSpPr>
        <p:sp>
          <p:nvSpPr>
            <p:cNvPr id="8" name="矩形 7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771" y="3603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sp>
        <p:nvSpPr>
          <p:cNvPr id="21" name="AutoShape 5"/>
          <p:cNvSpPr>
            <a:spLocks noChangeArrowheads="1"/>
          </p:cNvSpPr>
          <p:nvPr/>
        </p:nvSpPr>
        <p:spPr bwMode="auto">
          <a:xfrm rot="10800000">
            <a:off x="1424585" y="3844858"/>
            <a:ext cx="3503088" cy="982390"/>
          </a:xfrm>
          <a:custGeom>
            <a:avLst/>
            <a:gdLst>
              <a:gd name="G0" fmla="+- 3428 0 0"/>
              <a:gd name="G1" fmla="+- 21600 0 3428"/>
              <a:gd name="G2" fmla="*/ 3428 1 2"/>
              <a:gd name="G3" fmla="+- 21600 0 G2"/>
              <a:gd name="G4" fmla="+/ 3428 21600 2"/>
              <a:gd name="G5" fmla="+/ G1 0 2"/>
              <a:gd name="G6" fmla="*/ 21600 21600 3428"/>
              <a:gd name="G7" fmla="*/ G6 1 2"/>
              <a:gd name="G8" fmla="+- 21600 0 G7"/>
              <a:gd name="G9" fmla="*/ 21600 1 2"/>
              <a:gd name="G10" fmla="+- 3428 0 G9"/>
              <a:gd name="G11" fmla="?: G10 G8 0"/>
              <a:gd name="G12" fmla="?: G10 G7 21600"/>
              <a:gd name="T0" fmla="*/ 19886 w 21600"/>
              <a:gd name="T1" fmla="*/ 10800 h 21600"/>
              <a:gd name="T2" fmla="*/ 10800 w 21600"/>
              <a:gd name="T3" fmla="*/ 21600 h 21600"/>
              <a:gd name="T4" fmla="*/ 1714 w 21600"/>
              <a:gd name="T5" fmla="*/ 10800 h 21600"/>
              <a:gd name="T6" fmla="*/ 10800 w 21600"/>
              <a:gd name="T7" fmla="*/ 0 h 21600"/>
              <a:gd name="T8" fmla="*/ 3514 w 21600"/>
              <a:gd name="T9" fmla="*/ 3514 h 21600"/>
              <a:gd name="T10" fmla="*/ 18086 w 21600"/>
              <a:gd name="T11" fmla="*/ 180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28" y="21600"/>
                </a:lnTo>
                <a:lnTo>
                  <a:pt x="1817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3879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3973" tIns="46987" rIns="93973" bIns="46987" rtlCol="0" anchor="ctr"/>
          <a:lstStyle/>
          <a:p>
            <a:pPr algn="ctr"/>
            <a:endParaRPr lang="zh-CN" altLang="en-US" sz="1805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2" name="AutoShape 3"/>
          <p:cNvSpPr>
            <a:spLocks noChangeArrowheads="1"/>
          </p:cNvSpPr>
          <p:nvPr/>
        </p:nvSpPr>
        <p:spPr bwMode="auto">
          <a:xfrm rot="10800000">
            <a:off x="2463281" y="2502740"/>
            <a:ext cx="1425697" cy="397790"/>
          </a:xfrm>
          <a:custGeom>
            <a:avLst/>
            <a:gdLst>
              <a:gd name="G0" fmla="+- 3428 0 0"/>
              <a:gd name="G1" fmla="+- 21600 0 3428"/>
              <a:gd name="G2" fmla="*/ 3428 1 2"/>
              <a:gd name="G3" fmla="+- 21600 0 G2"/>
              <a:gd name="G4" fmla="+/ 3428 21600 2"/>
              <a:gd name="G5" fmla="+/ G1 0 2"/>
              <a:gd name="G6" fmla="*/ 21600 21600 3428"/>
              <a:gd name="G7" fmla="*/ G6 1 2"/>
              <a:gd name="G8" fmla="+- 21600 0 G7"/>
              <a:gd name="G9" fmla="*/ 21600 1 2"/>
              <a:gd name="G10" fmla="+- 3428 0 G9"/>
              <a:gd name="G11" fmla="?: G10 G8 0"/>
              <a:gd name="G12" fmla="?: G10 G7 21600"/>
              <a:gd name="T0" fmla="*/ 19886 w 21600"/>
              <a:gd name="T1" fmla="*/ 10800 h 21600"/>
              <a:gd name="T2" fmla="*/ 10800 w 21600"/>
              <a:gd name="T3" fmla="*/ 21600 h 21600"/>
              <a:gd name="T4" fmla="*/ 1714 w 21600"/>
              <a:gd name="T5" fmla="*/ 10800 h 21600"/>
              <a:gd name="T6" fmla="*/ 10800 w 21600"/>
              <a:gd name="T7" fmla="*/ 0 h 21600"/>
              <a:gd name="T8" fmla="*/ 3514 w 21600"/>
              <a:gd name="T9" fmla="*/ 3514 h 21600"/>
              <a:gd name="T10" fmla="*/ 18086 w 21600"/>
              <a:gd name="T11" fmla="*/ 180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28" y="21600"/>
                </a:lnTo>
                <a:lnTo>
                  <a:pt x="1817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387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3973" tIns="46987" rIns="93973" bIns="46987" rtlCol="0" anchor="ctr"/>
          <a:lstStyle/>
          <a:p>
            <a:pPr algn="ctr"/>
            <a:endParaRPr lang="zh-CN" altLang="en-US" sz="1805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auto">
          <a:xfrm>
            <a:off x="2729806" y="1627259"/>
            <a:ext cx="892644" cy="759907"/>
          </a:xfrm>
          <a:prstGeom prst="triangle">
            <a:avLst>
              <a:gd name="adj" fmla="val 50000"/>
            </a:avLst>
          </a:prstGeom>
          <a:solidFill>
            <a:srgbClr val="00387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3973" tIns="46987" rIns="93973" bIns="46987" rtlCol="0" anchor="ctr"/>
          <a:lstStyle/>
          <a:p>
            <a:pPr algn="ctr"/>
            <a:endParaRPr lang="zh-CN" altLang="en-US" sz="1805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4" name="AutoShape 4"/>
          <p:cNvSpPr>
            <a:spLocks noChangeArrowheads="1"/>
          </p:cNvSpPr>
          <p:nvPr/>
        </p:nvSpPr>
        <p:spPr bwMode="auto">
          <a:xfrm rot="10800000">
            <a:off x="2037084" y="3069106"/>
            <a:ext cx="2278090" cy="639997"/>
          </a:xfrm>
          <a:custGeom>
            <a:avLst/>
            <a:gdLst>
              <a:gd name="G0" fmla="+- 3428 0 0"/>
              <a:gd name="G1" fmla="+- 21600 0 3428"/>
              <a:gd name="G2" fmla="*/ 3428 1 2"/>
              <a:gd name="G3" fmla="+- 21600 0 G2"/>
              <a:gd name="G4" fmla="+/ 3428 21600 2"/>
              <a:gd name="G5" fmla="+/ G1 0 2"/>
              <a:gd name="G6" fmla="*/ 21600 21600 3428"/>
              <a:gd name="G7" fmla="*/ G6 1 2"/>
              <a:gd name="G8" fmla="+- 21600 0 G7"/>
              <a:gd name="G9" fmla="*/ 21600 1 2"/>
              <a:gd name="G10" fmla="+- 3428 0 G9"/>
              <a:gd name="G11" fmla="?: G10 G8 0"/>
              <a:gd name="G12" fmla="?: G10 G7 21600"/>
              <a:gd name="T0" fmla="*/ 19886 w 21600"/>
              <a:gd name="T1" fmla="*/ 10800 h 21600"/>
              <a:gd name="T2" fmla="*/ 10800 w 21600"/>
              <a:gd name="T3" fmla="*/ 21600 h 21600"/>
              <a:gd name="T4" fmla="*/ 1714 w 21600"/>
              <a:gd name="T5" fmla="*/ 10800 h 21600"/>
              <a:gd name="T6" fmla="*/ 10800 w 21600"/>
              <a:gd name="T7" fmla="*/ 0 h 21600"/>
              <a:gd name="T8" fmla="*/ 3514 w 21600"/>
              <a:gd name="T9" fmla="*/ 3514 h 21600"/>
              <a:gd name="T10" fmla="*/ 18086 w 21600"/>
              <a:gd name="T11" fmla="*/ 180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3428" y="21600"/>
                </a:lnTo>
                <a:lnTo>
                  <a:pt x="1817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387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3973" tIns="46987" rIns="93973" bIns="46987" rtlCol="0" anchor="ctr"/>
          <a:lstStyle/>
          <a:p>
            <a:pPr algn="ctr"/>
            <a:endParaRPr lang="zh-CN" altLang="en-US" sz="1805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AutoShape 5"/>
          <p:cNvSpPr>
            <a:spLocks noChangeArrowheads="1"/>
          </p:cNvSpPr>
          <p:nvPr/>
        </p:nvSpPr>
        <p:spPr bwMode="auto">
          <a:xfrm rot="10800000">
            <a:off x="849298" y="4962643"/>
            <a:ext cx="4653664" cy="921049"/>
          </a:xfrm>
          <a:custGeom>
            <a:avLst/>
            <a:gdLst>
              <a:gd name="G0" fmla="+- 3428 0 0"/>
              <a:gd name="G1" fmla="+- 21600 0 3428"/>
              <a:gd name="G2" fmla="*/ 3428 1 2"/>
              <a:gd name="G3" fmla="+- 21600 0 G2"/>
              <a:gd name="G4" fmla="+/ 3428 21600 2"/>
              <a:gd name="G5" fmla="+/ G1 0 2"/>
              <a:gd name="G6" fmla="*/ 21600 21600 3428"/>
              <a:gd name="G7" fmla="*/ G6 1 2"/>
              <a:gd name="G8" fmla="+- 21600 0 G7"/>
              <a:gd name="G9" fmla="*/ 21600 1 2"/>
              <a:gd name="G10" fmla="+- 3428 0 G9"/>
              <a:gd name="G11" fmla="?: G10 G8 0"/>
              <a:gd name="G12" fmla="?: G10 G7 21600"/>
              <a:gd name="T0" fmla="*/ 19886 w 21600"/>
              <a:gd name="T1" fmla="*/ 10800 h 21600"/>
              <a:gd name="T2" fmla="*/ 10800 w 21600"/>
              <a:gd name="T3" fmla="*/ 21600 h 21600"/>
              <a:gd name="T4" fmla="*/ 1714 w 21600"/>
              <a:gd name="T5" fmla="*/ 10800 h 21600"/>
              <a:gd name="T6" fmla="*/ 10800 w 21600"/>
              <a:gd name="T7" fmla="*/ 0 h 21600"/>
              <a:gd name="T8" fmla="*/ 3514 w 21600"/>
              <a:gd name="T9" fmla="*/ 3514 h 21600"/>
              <a:gd name="T10" fmla="*/ 18086 w 21600"/>
              <a:gd name="T11" fmla="*/ 18086 h 21600"/>
              <a:gd name="connsiteX0" fmla="*/ 0 w 20550"/>
              <a:gd name="connsiteY0" fmla="*/ 611 h 21600"/>
              <a:gd name="connsiteX1" fmla="*/ 2378 w 20550"/>
              <a:gd name="connsiteY1" fmla="*/ 21600 h 21600"/>
              <a:gd name="connsiteX2" fmla="*/ 17122 w 20550"/>
              <a:gd name="connsiteY2" fmla="*/ 21600 h 21600"/>
              <a:gd name="connsiteX3" fmla="*/ 20550 w 20550"/>
              <a:gd name="connsiteY3" fmla="*/ 0 h 21600"/>
              <a:gd name="connsiteX4" fmla="*/ 0 w 20550"/>
              <a:gd name="connsiteY4" fmla="*/ 611 h 21600"/>
              <a:gd name="connsiteX0-1" fmla="*/ 0 w 19214"/>
              <a:gd name="connsiteY0-2" fmla="*/ 306 h 21295"/>
              <a:gd name="connsiteX1-3" fmla="*/ 2378 w 19214"/>
              <a:gd name="connsiteY1-4" fmla="*/ 21295 h 21295"/>
              <a:gd name="connsiteX2-5" fmla="*/ 17122 w 19214"/>
              <a:gd name="connsiteY2-6" fmla="*/ 21295 h 21295"/>
              <a:gd name="connsiteX3-7" fmla="*/ 19214 w 19214"/>
              <a:gd name="connsiteY3-8" fmla="*/ 0 h 21295"/>
              <a:gd name="connsiteX4-9" fmla="*/ 0 w 19214"/>
              <a:gd name="connsiteY4-10" fmla="*/ 306 h 21295"/>
              <a:gd name="connsiteX0-11" fmla="*/ 0 w 19071"/>
              <a:gd name="connsiteY0-12" fmla="*/ 1 h 21295"/>
              <a:gd name="connsiteX1-13" fmla="*/ 2235 w 19071"/>
              <a:gd name="connsiteY1-14" fmla="*/ 21295 h 21295"/>
              <a:gd name="connsiteX2-15" fmla="*/ 16979 w 19071"/>
              <a:gd name="connsiteY2-16" fmla="*/ 21295 h 21295"/>
              <a:gd name="connsiteX3-17" fmla="*/ 19071 w 19071"/>
              <a:gd name="connsiteY3-18" fmla="*/ 0 h 21295"/>
              <a:gd name="connsiteX4-19" fmla="*/ 0 w 19071"/>
              <a:gd name="connsiteY4-20" fmla="*/ 1 h 212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071" h="21295">
                <a:moveTo>
                  <a:pt x="0" y="1"/>
                </a:moveTo>
                <a:lnTo>
                  <a:pt x="2235" y="21295"/>
                </a:lnTo>
                <a:lnTo>
                  <a:pt x="16979" y="21295"/>
                </a:lnTo>
                <a:lnTo>
                  <a:pt x="19071" y="0"/>
                </a:lnTo>
                <a:lnTo>
                  <a:pt x="0" y="1"/>
                </a:lnTo>
                <a:close/>
              </a:path>
            </a:pathLst>
          </a:custGeom>
          <a:solidFill>
            <a:srgbClr val="00387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3973" tIns="46987" rIns="93973" bIns="46987" rtlCol="0" anchor="ctr"/>
          <a:lstStyle/>
          <a:p>
            <a:pPr algn="ctr"/>
            <a:endParaRPr lang="zh-CN" altLang="en-US" sz="1805" dirty="0"/>
          </a:p>
        </p:txBody>
      </p:sp>
      <p:cxnSp>
        <p:nvCxnSpPr>
          <p:cNvPr id="26" name="直接连接符 24"/>
          <p:cNvCxnSpPr/>
          <p:nvPr/>
        </p:nvCxnSpPr>
        <p:spPr>
          <a:xfrm>
            <a:off x="3209865" y="2044352"/>
            <a:ext cx="3678696" cy="0"/>
          </a:xfrm>
          <a:prstGeom prst="line">
            <a:avLst/>
          </a:prstGeom>
          <a:noFill/>
          <a:ln w="12700">
            <a:solidFill>
              <a:srgbClr val="25477D"/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直接连接符 25"/>
          <p:cNvCxnSpPr/>
          <p:nvPr/>
        </p:nvCxnSpPr>
        <p:spPr>
          <a:xfrm>
            <a:off x="3195638" y="2710449"/>
            <a:ext cx="3692925" cy="0"/>
          </a:xfrm>
          <a:prstGeom prst="line">
            <a:avLst/>
          </a:prstGeom>
          <a:noFill/>
          <a:ln w="12700">
            <a:solidFill>
              <a:srgbClr val="25477D"/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直接连接符 26"/>
          <p:cNvCxnSpPr/>
          <p:nvPr/>
        </p:nvCxnSpPr>
        <p:spPr>
          <a:xfrm>
            <a:off x="3209865" y="3380829"/>
            <a:ext cx="3678696" cy="0"/>
          </a:xfrm>
          <a:prstGeom prst="line">
            <a:avLst/>
          </a:prstGeom>
          <a:noFill/>
          <a:ln w="12700">
            <a:solidFill>
              <a:srgbClr val="25477D"/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直接连接符 27"/>
          <p:cNvCxnSpPr/>
          <p:nvPr/>
        </p:nvCxnSpPr>
        <p:spPr>
          <a:xfrm>
            <a:off x="3176130" y="4386912"/>
            <a:ext cx="3712433" cy="0"/>
          </a:xfrm>
          <a:prstGeom prst="line">
            <a:avLst/>
          </a:prstGeom>
          <a:noFill/>
          <a:ln w="12700">
            <a:solidFill>
              <a:srgbClr val="25477D"/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直接连接符 28"/>
          <p:cNvCxnSpPr/>
          <p:nvPr/>
        </p:nvCxnSpPr>
        <p:spPr>
          <a:xfrm>
            <a:off x="3176130" y="5372914"/>
            <a:ext cx="3712433" cy="0"/>
          </a:xfrm>
          <a:prstGeom prst="line">
            <a:avLst/>
          </a:prstGeom>
          <a:noFill/>
          <a:ln w="12700">
            <a:solidFill>
              <a:srgbClr val="25477D"/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1" name="群組 30"/>
          <p:cNvGrpSpPr/>
          <p:nvPr/>
        </p:nvGrpSpPr>
        <p:grpSpPr>
          <a:xfrm>
            <a:off x="7194550" y="2433955"/>
            <a:ext cx="2811145" cy="683895"/>
            <a:chOff x="9739" y="3037"/>
            <a:chExt cx="8133" cy="1077"/>
          </a:xfrm>
        </p:grpSpPr>
        <p:sp>
          <p:nvSpPr>
            <p:cNvPr id="32" name="矩形 31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9771" y="3603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7205345" y="3202305"/>
            <a:ext cx="2811145" cy="683895"/>
            <a:chOff x="9739" y="3037"/>
            <a:chExt cx="8133" cy="1077"/>
          </a:xfrm>
        </p:grpSpPr>
        <p:sp>
          <p:nvSpPr>
            <p:cNvPr id="41" name="矩形 40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9771" y="3603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7183755" y="4897120"/>
            <a:ext cx="2811145" cy="695960"/>
            <a:chOff x="9739" y="3037"/>
            <a:chExt cx="8133" cy="1096"/>
          </a:xfrm>
        </p:grpSpPr>
        <p:sp>
          <p:nvSpPr>
            <p:cNvPr id="44" name="矩形 4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9771" y="3622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pic>
        <p:nvPicPr>
          <p:cNvPr id="2" name="圖片 1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矩形 33"/>
          <p:cNvSpPr/>
          <p:nvPr/>
        </p:nvSpPr>
        <p:spPr>
          <a:xfrm>
            <a:off x="6438265" y="2877185"/>
            <a:ext cx="91694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 Bold" panose="020B0604020202090204" charset="0"/>
                <a:ea typeface="Microsoft YaHei" charset="-122"/>
                <a:cs typeface="Arial Bold" panose="020B0604020202090204" charset="0"/>
              </a:rPr>
              <a:t>Title</a:t>
            </a:r>
          </a:p>
        </p:txBody>
      </p:sp>
      <p:grpSp>
        <p:nvGrpSpPr>
          <p:cNvPr id="27" name="Group 66"/>
          <p:cNvGrpSpPr/>
          <p:nvPr/>
        </p:nvGrpSpPr>
        <p:grpSpPr bwMode="auto">
          <a:xfrm>
            <a:off x="661495" y="1314245"/>
            <a:ext cx="5800745" cy="4877404"/>
            <a:chOff x="720" y="839"/>
            <a:chExt cx="3740" cy="3146"/>
          </a:xfrm>
          <a:solidFill>
            <a:schemeClr val="accent1">
              <a:lumMod val="50000"/>
            </a:schemeClr>
          </a:solidFill>
        </p:grpSpPr>
        <p:sp>
          <p:nvSpPr>
            <p:cNvPr id="28" name="Freeform 67"/>
            <p:cNvSpPr/>
            <p:nvPr/>
          </p:nvSpPr>
          <p:spPr bwMode="gray">
            <a:xfrm>
              <a:off x="720" y="1296"/>
              <a:ext cx="1495" cy="1136"/>
            </a:xfrm>
            <a:custGeom>
              <a:avLst/>
              <a:gdLst>
                <a:gd name="T0" fmla="*/ 3 w 2990"/>
                <a:gd name="T1" fmla="*/ 357 h 2273"/>
                <a:gd name="T2" fmla="*/ 23 w 2990"/>
                <a:gd name="T3" fmla="*/ 365 h 2273"/>
                <a:gd name="T4" fmla="*/ 29 w 2990"/>
                <a:gd name="T5" fmla="*/ 390 h 2273"/>
                <a:gd name="T6" fmla="*/ 28 w 2990"/>
                <a:gd name="T7" fmla="*/ 419 h 2273"/>
                <a:gd name="T8" fmla="*/ 18 w 2990"/>
                <a:gd name="T9" fmla="*/ 419 h 2273"/>
                <a:gd name="T10" fmla="*/ 0 w 2990"/>
                <a:gd name="T11" fmla="*/ 429 h 2273"/>
                <a:gd name="T12" fmla="*/ 31 w 2990"/>
                <a:gd name="T13" fmla="*/ 438 h 2273"/>
                <a:gd name="T14" fmla="*/ 47 w 2990"/>
                <a:gd name="T15" fmla="*/ 456 h 2273"/>
                <a:gd name="T16" fmla="*/ 49 w 2990"/>
                <a:gd name="T17" fmla="*/ 490 h 2273"/>
                <a:gd name="T18" fmla="*/ 71 w 2990"/>
                <a:gd name="T19" fmla="*/ 507 h 2273"/>
                <a:gd name="T20" fmla="*/ 109 w 2990"/>
                <a:gd name="T21" fmla="*/ 521 h 2273"/>
                <a:gd name="T22" fmla="*/ 152 w 2990"/>
                <a:gd name="T23" fmla="*/ 516 h 2273"/>
                <a:gd name="T24" fmla="*/ 185 w 2990"/>
                <a:gd name="T25" fmla="*/ 542 h 2273"/>
                <a:gd name="T26" fmla="*/ 259 w 2990"/>
                <a:gd name="T27" fmla="*/ 549 h 2273"/>
                <a:gd name="T28" fmla="*/ 414 w 2990"/>
                <a:gd name="T29" fmla="*/ 546 h 2273"/>
                <a:gd name="T30" fmla="*/ 539 w 2990"/>
                <a:gd name="T31" fmla="*/ 549 h 2273"/>
                <a:gd name="T32" fmla="*/ 585 w 2990"/>
                <a:gd name="T33" fmla="*/ 458 h 2273"/>
                <a:gd name="T34" fmla="*/ 714 w 2990"/>
                <a:gd name="T35" fmla="*/ 339 h 2273"/>
                <a:gd name="T36" fmla="*/ 743 w 2990"/>
                <a:gd name="T37" fmla="*/ 295 h 2273"/>
                <a:gd name="T38" fmla="*/ 727 w 2990"/>
                <a:gd name="T39" fmla="*/ 263 h 2273"/>
                <a:gd name="T40" fmla="*/ 716 w 2990"/>
                <a:gd name="T41" fmla="*/ 233 h 2273"/>
                <a:gd name="T42" fmla="*/ 678 w 2990"/>
                <a:gd name="T43" fmla="*/ 213 h 2273"/>
                <a:gd name="T44" fmla="*/ 631 w 2990"/>
                <a:gd name="T45" fmla="*/ 198 h 2273"/>
                <a:gd name="T46" fmla="*/ 592 w 2990"/>
                <a:gd name="T47" fmla="*/ 185 h 2273"/>
                <a:gd name="T48" fmla="*/ 578 w 2990"/>
                <a:gd name="T49" fmla="*/ 170 h 2273"/>
                <a:gd name="T50" fmla="*/ 594 w 2990"/>
                <a:gd name="T51" fmla="*/ 148 h 2273"/>
                <a:gd name="T52" fmla="*/ 598 w 2990"/>
                <a:gd name="T53" fmla="*/ 114 h 2273"/>
                <a:gd name="T54" fmla="*/ 580 w 2990"/>
                <a:gd name="T55" fmla="*/ 75 h 2273"/>
                <a:gd name="T56" fmla="*/ 562 w 2990"/>
                <a:gd name="T57" fmla="*/ 63 h 2273"/>
                <a:gd name="T58" fmla="*/ 540 w 2990"/>
                <a:gd name="T59" fmla="*/ 55 h 2273"/>
                <a:gd name="T60" fmla="*/ 520 w 2990"/>
                <a:gd name="T61" fmla="*/ 29 h 2273"/>
                <a:gd name="T62" fmla="*/ 517 w 2990"/>
                <a:gd name="T63" fmla="*/ 8 h 2273"/>
                <a:gd name="T64" fmla="*/ 492 w 2990"/>
                <a:gd name="T65" fmla="*/ 0 h 2273"/>
                <a:gd name="T66" fmla="*/ 479 w 2990"/>
                <a:gd name="T67" fmla="*/ 21 h 2273"/>
                <a:gd name="T68" fmla="*/ 449 w 2990"/>
                <a:gd name="T69" fmla="*/ 35 h 2273"/>
                <a:gd name="T70" fmla="*/ 438 w 2990"/>
                <a:gd name="T71" fmla="*/ 79 h 2273"/>
                <a:gd name="T72" fmla="*/ 411 w 2990"/>
                <a:gd name="T73" fmla="*/ 85 h 2273"/>
                <a:gd name="T74" fmla="*/ 384 w 2990"/>
                <a:gd name="T75" fmla="*/ 75 h 2273"/>
                <a:gd name="T76" fmla="*/ 363 w 2990"/>
                <a:gd name="T77" fmla="*/ 71 h 2273"/>
                <a:gd name="T78" fmla="*/ 334 w 2990"/>
                <a:gd name="T79" fmla="*/ 122 h 2273"/>
                <a:gd name="T80" fmla="*/ 344 w 2990"/>
                <a:gd name="T81" fmla="*/ 140 h 2273"/>
                <a:gd name="T82" fmla="*/ 322 w 2990"/>
                <a:gd name="T83" fmla="*/ 144 h 2273"/>
                <a:gd name="T84" fmla="*/ 295 w 2990"/>
                <a:gd name="T85" fmla="*/ 136 h 2273"/>
                <a:gd name="T86" fmla="*/ 257 w 2990"/>
                <a:gd name="T87" fmla="*/ 138 h 2273"/>
                <a:gd name="T88" fmla="*/ 266 w 2990"/>
                <a:gd name="T89" fmla="*/ 148 h 2273"/>
                <a:gd name="T90" fmla="*/ 262 w 2990"/>
                <a:gd name="T91" fmla="*/ 173 h 2273"/>
                <a:gd name="T92" fmla="*/ 263 w 2990"/>
                <a:gd name="T93" fmla="*/ 220 h 2273"/>
                <a:gd name="T94" fmla="*/ 241 w 2990"/>
                <a:gd name="T95" fmla="*/ 242 h 2273"/>
                <a:gd name="T96" fmla="*/ 230 w 2990"/>
                <a:gd name="T97" fmla="*/ 267 h 2273"/>
                <a:gd name="T98" fmla="*/ 177 w 2990"/>
                <a:gd name="T99" fmla="*/ 281 h 2273"/>
                <a:gd name="T100" fmla="*/ 147 w 2990"/>
                <a:gd name="T101" fmla="*/ 286 h 2273"/>
                <a:gd name="T102" fmla="*/ 114 w 2990"/>
                <a:gd name="T103" fmla="*/ 294 h 2273"/>
                <a:gd name="T104" fmla="*/ 80 w 2990"/>
                <a:gd name="T105" fmla="*/ 302 h 2273"/>
                <a:gd name="T106" fmla="*/ 80 w 2990"/>
                <a:gd name="T107" fmla="*/ 289 h 2273"/>
                <a:gd name="T108" fmla="*/ 55 w 2990"/>
                <a:gd name="T109" fmla="*/ 291 h 2273"/>
                <a:gd name="T110" fmla="*/ 29 w 2990"/>
                <a:gd name="T111" fmla="*/ 297 h 2273"/>
                <a:gd name="T112" fmla="*/ 10 w 2990"/>
                <a:gd name="T113" fmla="*/ 318 h 227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990"/>
                <a:gd name="T172" fmla="*/ 0 h 2273"/>
                <a:gd name="T173" fmla="*/ 2990 w 2990"/>
                <a:gd name="T174" fmla="*/ 2273 h 227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990" h="2273">
                  <a:moveTo>
                    <a:pt x="29" y="1289"/>
                  </a:moveTo>
                  <a:lnTo>
                    <a:pt x="4" y="1329"/>
                  </a:lnTo>
                  <a:lnTo>
                    <a:pt x="12" y="1378"/>
                  </a:lnTo>
                  <a:lnTo>
                    <a:pt x="12" y="1382"/>
                  </a:lnTo>
                  <a:lnTo>
                    <a:pt x="10" y="1395"/>
                  </a:lnTo>
                  <a:lnTo>
                    <a:pt x="10" y="1411"/>
                  </a:lnTo>
                  <a:lnTo>
                    <a:pt x="10" y="1429"/>
                  </a:lnTo>
                  <a:lnTo>
                    <a:pt x="14" y="1443"/>
                  </a:lnTo>
                  <a:lnTo>
                    <a:pt x="20" y="1451"/>
                  </a:lnTo>
                  <a:lnTo>
                    <a:pt x="31" y="1453"/>
                  </a:lnTo>
                  <a:lnTo>
                    <a:pt x="43" y="1451"/>
                  </a:lnTo>
                  <a:lnTo>
                    <a:pt x="55" y="1449"/>
                  </a:lnTo>
                  <a:lnTo>
                    <a:pt x="73" y="1451"/>
                  </a:lnTo>
                  <a:lnTo>
                    <a:pt x="94" y="1462"/>
                  </a:lnTo>
                  <a:lnTo>
                    <a:pt x="116" y="1480"/>
                  </a:lnTo>
                  <a:lnTo>
                    <a:pt x="132" y="1502"/>
                  </a:lnTo>
                  <a:lnTo>
                    <a:pt x="136" y="1514"/>
                  </a:lnTo>
                  <a:lnTo>
                    <a:pt x="132" y="1525"/>
                  </a:lnTo>
                  <a:lnTo>
                    <a:pt x="126" y="1537"/>
                  </a:lnTo>
                  <a:lnTo>
                    <a:pt x="120" y="1549"/>
                  </a:lnTo>
                  <a:lnTo>
                    <a:pt x="116" y="1561"/>
                  </a:lnTo>
                  <a:lnTo>
                    <a:pt x="116" y="1577"/>
                  </a:lnTo>
                  <a:lnTo>
                    <a:pt x="114" y="1596"/>
                  </a:lnTo>
                  <a:lnTo>
                    <a:pt x="110" y="1618"/>
                  </a:lnTo>
                  <a:lnTo>
                    <a:pt x="108" y="1640"/>
                  </a:lnTo>
                  <a:lnTo>
                    <a:pt x="108" y="1657"/>
                  </a:lnTo>
                  <a:lnTo>
                    <a:pt x="112" y="1669"/>
                  </a:lnTo>
                  <a:lnTo>
                    <a:pt x="114" y="1679"/>
                  </a:lnTo>
                  <a:lnTo>
                    <a:pt x="114" y="1691"/>
                  </a:lnTo>
                  <a:lnTo>
                    <a:pt x="106" y="1699"/>
                  </a:lnTo>
                  <a:lnTo>
                    <a:pt x="96" y="1703"/>
                  </a:lnTo>
                  <a:lnTo>
                    <a:pt x="89" y="1701"/>
                  </a:lnTo>
                  <a:lnTo>
                    <a:pt x="83" y="1695"/>
                  </a:lnTo>
                  <a:lnTo>
                    <a:pt x="77" y="1687"/>
                  </a:lnTo>
                  <a:lnTo>
                    <a:pt x="69" y="1679"/>
                  </a:lnTo>
                  <a:lnTo>
                    <a:pt x="63" y="1673"/>
                  </a:lnTo>
                  <a:lnTo>
                    <a:pt x="53" y="1675"/>
                  </a:lnTo>
                  <a:lnTo>
                    <a:pt x="41" y="1685"/>
                  </a:lnTo>
                  <a:lnTo>
                    <a:pt x="26" y="1699"/>
                  </a:lnTo>
                  <a:lnTo>
                    <a:pt x="12" y="1708"/>
                  </a:lnTo>
                  <a:lnTo>
                    <a:pt x="4" y="1712"/>
                  </a:lnTo>
                  <a:lnTo>
                    <a:pt x="0" y="1716"/>
                  </a:lnTo>
                  <a:lnTo>
                    <a:pt x="6" y="1720"/>
                  </a:lnTo>
                  <a:lnTo>
                    <a:pt x="20" y="1724"/>
                  </a:lnTo>
                  <a:lnTo>
                    <a:pt x="41" y="1728"/>
                  </a:lnTo>
                  <a:lnTo>
                    <a:pt x="65" y="1734"/>
                  </a:lnTo>
                  <a:lnTo>
                    <a:pt x="89" y="1740"/>
                  </a:lnTo>
                  <a:lnTo>
                    <a:pt x="110" y="1746"/>
                  </a:lnTo>
                  <a:lnTo>
                    <a:pt x="126" y="1754"/>
                  </a:lnTo>
                  <a:lnTo>
                    <a:pt x="136" y="1764"/>
                  </a:lnTo>
                  <a:lnTo>
                    <a:pt x="140" y="1771"/>
                  </a:lnTo>
                  <a:lnTo>
                    <a:pt x="150" y="1779"/>
                  </a:lnTo>
                  <a:lnTo>
                    <a:pt x="159" y="1785"/>
                  </a:lnTo>
                  <a:lnTo>
                    <a:pt x="169" y="1795"/>
                  </a:lnTo>
                  <a:lnTo>
                    <a:pt x="177" y="1807"/>
                  </a:lnTo>
                  <a:lnTo>
                    <a:pt x="185" y="1825"/>
                  </a:lnTo>
                  <a:lnTo>
                    <a:pt x="187" y="1848"/>
                  </a:lnTo>
                  <a:lnTo>
                    <a:pt x="185" y="1870"/>
                  </a:lnTo>
                  <a:lnTo>
                    <a:pt x="179" y="1888"/>
                  </a:lnTo>
                  <a:lnTo>
                    <a:pt x="175" y="1905"/>
                  </a:lnTo>
                  <a:lnTo>
                    <a:pt x="177" y="1921"/>
                  </a:lnTo>
                  <a:lnTo>
                    <a:pt x="185" y="1941"/>
                  </a:lnTo>
                  <a:lnTo>
                    <a:pt x="195" y="1960"/>
                  </a:lnTo>
                  <a:lnTo>
                    <a:pt x="207" y="1978"/>
                  </a:lnTo>
                  <a:lnTo>
                    <a:pt x="218" y="1986"/>
                  </a:lnTo>
                  <a:lnTo>
                    <a:pt x="232" y="1990"/>
                  </a:lnTo>
                  <a:lnTo>
                    <a:pt x="246" y="1994"/>
                  </a:lnTo>
                  <a:lnTo>
                    <a:pt x="260" y="2002"/>
                  </a:lnTo>
                  <a:lnTo>
                    <a:pt x="270" y="2014"/>
                  </a:lnTo>
                  <a:lnTo>
                    <a:pt x="281" y="2029"/>
                  </a:lnTo>
                  <a:lnTo>
                    <a:pt x="299" y="2045"/>
                  </a:lnTo>
                  <a:lnTo>
                    <a:pt x="327" y="2057"/>
                  </a:lnTo>
                  <a:lnTo>
                    <a:pt x="352" y="2067"/>
                  </a:lnTo>
                  <a:lnTo>
                    <a:pt x="378" y="2076"/>
                  </a:lnTo>
                  <a:lnTo>
                    <a:pt x="402" y="2082"/>
                  </a:lnTo>
                  <a:lnTo>
                    <a:pt x="421" y="2086"/>
                  </a:lnTo>
                  <a:lnTo>
                    <a:pt x="435" y="2084"/>
                  </a:lnTo>
                  <a:lnTo>
                    <a:pt x="457" y="2078"/>
                  </a:lnTo>
                  <a:lnTo>
                    <a:pt x="484" y="2073"/>
                  </a:lnTo>
                  <a:lnTo>
                    <a:pt x="514" y="2065"/>
                  </a:lnTo>
                  <a:lnTo>
                    <a:pt x="543" y="2059"/>
                  </a:lnTo>
                  <a:lnTo>
                    <a:pt x="569" y="2057"/>
                  </a:lnTo>
                  <a:lnTo>
                    <a:pt x="589" y="2057"/>
                  </a:lnTo>
                  <a:lnTo>
                    <a:pt x="608" y="2065"/>
                  </a:lnTo>
                  <a:lnTo>
                    <a:pt x="626" y="2078"/>
                  </a:lnTo>
                  <a:lnTo>
                    <a:pt x="642" y="2096"/>
                  </a:lnTo>
                  <a:lnTo>
                    <a:pt x="661" y="2116"/>
                  </a:lnTo>
                  <a:lnTo>
                    <a:pt x="687" y="2134"/>
                  </a:lnTo>
                  <a:lnTo>
                    <a:pt x="711" y="2149"/>
                  </a:lnTo>
                  <a:lnTo>
                    <a:pt x="726" y="2161"/>
                  </a:lnTo>
                  <a:lnTo>
                    <a:pt x="738" y="2171"/>
                  </a:lnTo>
                  <a:lnTo>
                    <a:pt x="742" y="2177"/>
                  </a:lnTo>
                  <a:lnTo>
                    <a:pt x="744" y="2179"/>
                  </a:lnTo>
                  <a:lnTo>
                    <a:pt x="856" y="2218"/>
                  </a:lnTo>
                  <a:lnTo>
                    <a:pt x="892" y="2242"/>
                  </a:lnTo>
                  <a:lnTo>
                    <a:pt x="949" y="2236"/>
                  </a:lnTo>
                  <a:lnTo>
                    <a:pt x="986" y="2191"/>
                  </a:lnTo>
                  <a:lnTo>
                    <a:pt x="1035" y="2199"/>
                  </a:lnTo>
                  <a:lnTo>
                    <a:pt x="1152" y="2222"/>
                  </a:lnTo>
                  <a:lnTo>
                    <a:pt x="1201" y="2261"/>
                  </a:lnTo>
                  <a:lnTo>
                    <a:pt x="1256" y="2273"/>
                  </a:lnTo>
                  <a:lnTo>
                    <a:pt x="1392" y="2236"/>
                  </a:lnTo>
                  <a:lnTo>
                    <a:pt x="1431" y="2260"/>
                  </a:lnTo>
                  <a:lnTo>
                    <a:pt x="1539" y="2189"/>
                  </a:lnTo>
                  <a:lnTo>
                    <a:pt x="1657" y="2187"/>
                  </a:lnTo>
                  <a:lnTo>
                    <a:pt x="1726" y="2155"/>
                  </a:lnTo>
                  <a:lnTo>
                    <a:pt x="1821" y="2167"/>
                  </a:lnTo>
                  <a:lnTo>
                    <a:pt x="1935" y="2242"/>
                  </a:lnTo>
                  <a:lnTo>
                    <a:pt x="2026" y="2230"/>
                  </a:lnTo>
                  <a:lnTo>
                    <a:pt x="2088" y="2265"/>
                  </a:lnTo>
                  <a:lnTo>
                    <a:pt x="2193" y="2230"/>
                  </a:lnTo>
                  <a:lnTo>
                    <a:pt x="2155" y="2197"/>
                  </a:lnTo>
                  <a:lnTo>
                    <a:pt x="2161" y="2147"/>
                  </a:lnTo>
                  <a:lnTo>
                    <a:pt x="2214" y="2128"/>
                  </a:lnTo>
                  <a:lnTo>
                    <a:pt x="2242" y="2063"/>
                  </a:lnTo>
                  <a:lnTo>
                    <a:pt x="2124" y="1970"/>
                  </a:lnTo>
                  <a:lnTo>
                    <a:pt x="2128" y="1890"/>
                  </a:lnTo>
                  <a:lnTo>
                    <a:pt x="2199" y="1850"/>
                  </a:lnTo>
                  <a:lnTo>
                    <a:pt x="2337" y="1834"/>
                  </a:lnTo>
                  <a:lnTo>
                    <a:pt x="2484" y="1797"/>
                  </a:lnTo>
                  <a:lnTo>
                    <a:pt x="2545" y="1764"/>
                  </a:lnTo>
                  <a:lnTo>
                    <a:pt x="2624" y="1777"/>
                  </a:lnTo>
                  <a:lnTo>
                    <a:pt x="2592" y="1514"/>
                  </a:lnTo>
                  <a:lnTo>
                    <a:pt x="2673" y="1466"/>
                  </a:lnTo>
                  <a:lnTo>
                    <a:pt x="2752" y="1388"/>
                  </a:lnTo>
                  <a:lnTo>
                    <a:pt x="2856" y="1356"/>
                  </a:lnTo>
                  <a:lnTo>
                    <a:pt x="2939" y="1329"/>
                  </a:lnTo>
                  <a:lnTo>
                    <a:pt x="2966" y="1299"/>
                  </a:lnTo>
                  <a:lnTo>
                    <a:pt x="2957" y="1258"/>
                  </a:lnTo>
                  <a:lnTo>
                    <a:pt x="2990" y="1207"/>
                  </a:lnTo>
                  <a:lnTo>
                    <a:pt x="2988" y="1205"/>
                  </a:lnTo>
                  <a:lnTo>
                    <a:pt x="2982" y="1195"/>
                  </a:lnTo>
                  <a:lnTo>
                    <a:pt x="2972" y="1183"/>
                  </a:lnTo>
                  <a:lnTo>
                    <a:pt x="2961" y="1167"/>
                  </a:lnTo>
                  <a:lnTo>
                    <a:pt x="2949" y="1149"/>
                  </a:lnTo>
                  <a:lnTo>
                    <a:pt x="2937" y="1134"/>
                  </a:lnTo>
                  <a:lnTo>
                    <a:pt x="2929" y="1116"/>
                  </a:lnTo>
                  <a:lnTo>
                    <a:pt x="2923" y="1102"/>
                  </a:lnTo>
                  <a:lnTo>
                    <a:pt x="2915" y="1079"/>
                  </a:lnTo>
                  <a:lnTo>
                    <a:pt x="2905" y="1053"/>
                  </a:lnTo>
                  <a:lnTo>
                    <a:pt x="2898" y="1025"/>
                  </a:lnTo>
                  <a:lnTo>
                    <a:pt x="2888" y="1000"/>
                  </a:lnTo>
                  <a:lnTo>
                    <a:pt x="2880" y="982"/>
                  </a:lnTo>
                  <a:lnTo>
                    <a:pt x="2872" y="957"/>
                  </a:lnTo>
                  <a:lnTo>
                    <a:pt x="2870" y="941"/>
                  </a:lnTo>
                  <a:lnTo>
                    <a:pt x="2870" y="935"/>
                  </a:lnTo>
                  <a:lnTo>
                    <a:pt x="2864" y="933"/>
                  </a:lnTo>
                  <a:lnTo>
                    <a:pt x="2850" y="933"/>
                  </a:lnTo>
                  <a:lnTo>
                    <a:pt x="2829" y="929"/>
                  </a:lnTo>
                  <a:lnTo>
                    <a:pt x="2805" y="923"/>
                  </a:lnTo>
                  <a:lnTo>
                    <a:pt x="2781" y="913"/>
                  </a:lnTo>
                  <a:lnTo>
                    <a:pt x="2760" y="898"/>
                  </a:lnTo>
                  <a:lnTo>
                    <a:pt x="2734" y="874"/>
                  </a:lnTo>
                  <a:lnTo>
                    <a:pt x="2709" y="854"/>
                  </a:lnTo>
                  <a:lnTo>
                    <a:pt x="2687" y="837"/>
                  </a:lnTo>
                  <a:lnTo>
                    <a:pt x="2665" y="819"/>
                  </a:lnTo>
                  <a:lnTo>
                    <a:pt x="2648" y="809"/>
                  </a:lnTo>
                  <a:lnTo>
                    <a:pt x="2622" y="803"/>
                  </a:lnTo>
                  <a:lnTo>
                    <a:pt x="2590" y="801"/>
                  </a:lnTo>
                  <a:lnTo>
                    <a:pt x="2557" y="797"/>
                  </a:lnTo>
                  <a:lnTo>
                    <a:pt x="2524" y="795"/>
                  </a:lnTo>
                  <a:lnTo>
                    <a:pt x="2494" y="789"/>
                  </a:lnTo>
                  <a:lnTo>
                    <a:pt x="2468" y="781"/>
                  </a:lnTo>
                  <a:lnTo>
                    <a:pt x="2443" y="770"/>
                  </a:lnTo>
                  <a:lnTo>
                    <a:pt x="2417" y="760"/>
                  </a:lnTo>
                  <a:lnTo>
                    <a:pt x="2396" y="752"/>
                  </a:lnTo>
                  <a:lnTo>
                    <a:pt x="2378" y="746"/>
                  </a:lnTo>
                  <a:lnTo>
                    <a:pt x="2366" y="742"/>
                  </a:lnTo>
                  <a:lnTo>
                    <a:pt x="2360" y="740"/>
                  </a:lnTo>
                  <a:lnTo>
                    <a:pt x="2356" y="738"/>
                  </a:lnTo>
                  <a:lnTo>
                    <a:pt x="2348" y="730"/>
                  </a:lnTo>
                  <a:lnTo>
                    <a:pt x="2337" y="720"/>
                  </a:lnTo>
                  <a:lnTo>
                    <a:pt x="2325" y="709"/>
                  </a:lnTo>
                  <a:lnTo>
                    <a:pt x="2315" y="695"/>
                  </a:lnTo>
                  <a:lnTo>
                    <a:pt x="2309" y="683"/>
                  </a:lnTo>
                  <a:lnTo>
                    <a:pt x="2311" y="669"/>
                  </a:lnTo>
                  <a:lnTo>
                    <a:pt x="2321" y="655"/>
                  </a:lnTo>
                  <a:lnTo>
                    <a:pt x="2333" y="646"/>
                  </a:lnTo>
                  <a:lnTo>
                    <a:pt x="2348" y="634"/>
                  </a:lnTo>
                  <a:lnTo>
                    <a:pt x="2360" y="622"/>
                  </a:lnTo>
                  <a:lnTo>
                    <a:pt x="2372" y="610"/>
                  </a:lnTo>
                  <a:lnTo>
                    <a:pt x="2376" y="592"/>
                  </a:lnTo>
                  <a:lnTo>
                    <a:pt x="2378" y="569"/>
                  </a:lnTo>
                  <a:lnTo>
                    <a:pt x="2378" y="547"/>
                  </a:lnTo>
                  <a:lnTo>
                    <a:pt x="2380" y="528"/>
                  </a:lnTo>
                  <a:lnTo>
                    <a:pt x="2390" y="506"/>
                  </a:lnTo>
                  <a:lnTo>
                    <a:pt x="2396" y="490"/>
                  </a:lnTo>
                  <a:lnTo>
                    <a:pt x="2396" y="474"/>
                  </a:lnTo>
                  <a:lnTo>
                    <a:pt x="2390" y="459"/>
                  </a:lnTo>
                  <a:lnTo>
                    <a:pt x="2382" y="445"/>
                  </a:lnTo>
                  <a:lnTo>
                    <a:pt x="2374" y="433"/>
                  </a:lnTo>
                  <a:lnTo>
                    <a:pt x="2358" y="407"/>
                  </a:lnTo>
                  <a:lnTo>
                    <a:pt x="2342" y="378"/>
                  </a:lnTo>
                  <a:lnTo>
                    <a:pt x="2335" y="344"/>
                  </a:lnTo>
                  <a:lnTo>
                    <a:pt x="2329" y="321"/>
                  </a:lnTo>
                  <a:lnTo>
                    <a:pt x="2319" y="303"/>
                  </a:lnTo>
                  <a:lnTo>
                    <a:pt x="2307" y="287"/>
                  </a:lnTo>
                  <a:lnTo>
                    <a:pt x="2295" y="276"/>
                  </a:lnTo>
                  <a:lnTo>
                    <a:pt x="2285" y="270"/>
                  </a:lnTo>
                  <a:lnTo>
                    <a:pt x="2276" y="266"/>
                  </a:lnTo>
                  <a:lnTo>
                    <a:pt x="2264" y="266"/>
                  </a:lnTo>
                  <a:lnTo>
                    <a:pt x="2256" y="262"/>
                  </a:lnTo>
                  <a:lnTo>
                    <a:pt x="2248" y="254"/>
                  </a:lnTo>
                  <a:lnTo>
                    <a:pt x="2238" y="248"/>
                  </a:lnTo>
                  <a:lnTo>
                    <a:pt x="2224" y="246"/>
                  </a:lnTo>
                  <a:lnTo>
                    <a:pt x="2209" y="248"/>
                  </a:lnTo>
                  <a:lnTo>
                    <a:pt x="2191" y="248"/>
                  </a:lnTo>
                  <a:lnTo>
                    <a:pt x="2177" y="246"/>
                  </a:lnTo>
                  <a:lnTo>
                    <a:pt x="2169" y="238"/>
                  </a:lnTo>
                  <a:lnTo>
                    <a:pt x="2159" y="221"/>
                  </a:lnTo>
                  <a:lnTo>
                    <a:pt x="2150" y="197"/>
                  </a:lnTo>
                  <a:lnTo>
                    <a:pt x="2136" y="173"/>
                  </a:lnTo>
                  <a:lnTo>
                    <a:pt x="2120" y="156"/>
                  </a:lnTo>
                  <a:lnTo>
                    <a:pt x="2106" y="144"/>
                  </a:lnTo>
                  <a:lnTo>
                    <a:pt x="2092" y="136"/>
                  </a:lnTo>
                  <a:lnTo>
                    <a:pt x="2083" y="128"/>
                  </a:lnTo>
                  <a:lnTo>
                    <a:pt x="2077" y="118"/>
                  </a:lnTo>
                  <a:lnTo>
                    <a:pt x="2075" y="104"/>
                  </a:lnTo>
                  <a:lnTo>
                    <a:pt x="2071" y="87"/>
                  </a:lnTo>
                  <a:lnTo>
                    <a:pt x="2061" y="73"/>
                  </a:lnTo>
                  <a:lnTo>
                    <a:pt x="2053" y="63"/>
                  </a:lnTo>
                  <a:lnTo>
                    <a:pt x="2051" y="53"/>
                  </a:lnTo>
                  <a:lnTo>
                    <a:pt x="2057" y="41"/>
                  </a:lnTo>
                  <a:lnTo>
                    <a:pt x="2065" y="32"/>
                  </a:lnTo>
                  <a:lnTo>
                    <a:pt x="2071" y="20"/>
                  </a:lnTo>
                  <a:lnTo>
                    <a:pt x="2073" y="14"/>
                  </a:lnTo>
                  <a:lnTo>
                    <a:pt x="2063" y="8"/>
                  </a:lnTo>
                  <a:lnTo>
                    <a:pt x="2045" y="4"/>
                  </a:lnTo>
                  <a:lnTo>
                    <a:pt x="2020" y="2"/>
                  </a:lnTo>
                  <a:lnTo>
                    <a:pt x="1994" y="0"/>
                  </a:lnTo>
                  <a:lnTo>
                    <a:pt x="1970" y="0"/>
                  </a:lnTo>
                  <a:lnTo>
                    <a:pt x="1955" y="6"/>
                  </a:lnTo>
                  <a:lnTo>
                    <a:pt x="1945" y="14"/>
                  </a:lnTo>
                  <a:lnTo>
                    <a:pt x="1941" y="30"/>
                  </a:lnTo>
                  <a:lnTo>
                    <a:pt x="1937" y="45"/>
                  </a:lnTo>
                  <a:lnTo>
                    <a:pt x="1933" y="61"/>
                  </a:lnTo>
                  <a:lnTo>
                    <a:pt x="1927" y="75"/>
                  </a:lnTo>
                  <a:lnTo>
                    <a:pt x="1915" y="85"/>
                  </a:lnTo>
                  <a:lnTo>
                    <a:pt x="1898" y="87"/>
                  </a:lnTo>
                  <a:lnTo>
                    <a:pt x="1878" y="91"/>
                  </a:lnTo>
                  <a:lnTo>
                    <a:pt x="1858" y="93"/>
                  </a:lnTo>
                  <a:lnTo>
                    <a:pt x="1840" y="95"/>
                  </a:lnTo>
                  <a:lnTo>
                    <a:pt x="1823" y="102"/>
                  </a:lnTo>
                  <a:lnTo>
                    <a:pt x="1809" y="116"/>
                  </a:lnTo>
                  <a:lnTo>
                    <a:pt x="1797" y="140"/>
                  </a:lnTo>
                  <a:lnTo>
                    <a:pt x="1785" y="169"/>
                  </a:lnTo>
                  <a:lnTo>
                    <a:pt x="1777" y="203"/>
                  </a:lnTo>
                  <a:lnTo>
                    <a:pt x="1774" y="236"/>
                  </a:lnTo>
                  <a:lnTo>
                    <a:pt x="1770" y="262"/>
                  </a:lnTo>
                  <a:lnTo>
                    <a:pt x="1768" y="283"/>
                  </a:lnTo>
                  <a:lnTo>
                    <a:pt x="1762" y="303"/>
                  </a:lnTo>
                  <a:lnTo>
                    <a:pt x="1754" y="319"/>
                  </a:lnTo>
                  <a:lnTo>
                    <a:pt x="1740" y="329"/>
                  </a:lnTo>
                  <a:lnTo>
                    <a:pt x="1722" y="337"/>
                  </a:lnTo>
                  <a:lnTo>
                    <a:pt x="1703" y="341"/>
                  </a:lnTo>
                  <a:lnTo>
                    <a:pt x="1685" y="346"/>
                  </a:lnTo>
                  <a:lnTo>
                    <a:pt x="1669" y="350"/>
                  </a:lnTo>
                  <a:lnTo>
                    <a:pt x="1655" y="348"/>
                  </a:lnTo>
                  <a:lnTo>
                    <a:pt x="1644" y="341"/>
                  </a:lnTo>
                  <a:lnTo>
                    <a:pt x="1634" y="333"/>
                  </a:lnTo>
                  <a:lnTo>
                    <a:pt x="1618" y="331"/>
                  </a:lnTo>
                  <a:lnTo>
                    <a:pt x="1600" y="331"/>
                  </a:lnTo>
                  <a:lnTo>
                    <a:pt x="1581" y="329"/>
                  </a:lnTo>
                  <a:lnTo>
                    <a:pt x="1563" y="325"/>
                  </a:lnTo>
                  <a:lnTo>
                    <a:pt x="1549" y="315"/>
                  </a:lnTo>
                  <a:lnTo>
                    <a:pt x="1537" y="303"/>
                  </a:lnTo>
                  <a:lnTo>
                    <a:pt x="1524" y="289"/>
                  </a:lnTo>
                  <a:lnTo>
                    <a:pt x="1508" y="276"/>
                  </a:lnTo>
                  <a:lnTo>
                    <a:pt x="1494" y="266"/>
                  </a:lnTo>
                  <a:lnTo>
                    <a:pt x="1480" y="260"/>
                  </a:lnTo>
                  <a:lnTo>
                    <a:pt x="1468" y="260"/>
                  </a:lnTo>
                  <a:lnTo>
                    <a:pt x="1461" y="268"/>
                  </a:lnTo>
                  <a:lnTo>
                    <a:pt x="1449" y="287"/>
                  </a:lnTo>
                  <a:lnTo>
                    <a:pt x="1435" y="311"/>
                  </a:lnTo>
                  <a:lnTo>
                    <a:pt x="1417" y="341"/>
                  </a:lnTo>
                  <a:lnTo>
                    <a:pt x="1400" y="372"/>
                  </a:lnTo>
                  <a:lnTo>
                    <a:pt x="1382" y="407"/>
                  </a:lnTo>
                  <a:lnTo>
                    <a:pt x="1366" y="439"/>
                  </a:lnTo>
                  <a:lnTo>
                    <a:pt x="1348" y="467"/>
                  </a:lnTo>
                  <a:lnTo>
                    <a:pt x="1335" y="488"/>
                  </a:lnTo>
                  <a:lnTo>
                    <a:pt x="1327" y="506"/>
                  </a:lnTo>
                  <a:lnTo>
                    <a:pt x="1327" y="522"/>
                  </a:lnTo>
                  <a:lnTo>
                    <a:pt x="1335" y="533"/>
                  </a:lnTo>
                  <a:lnTo>
                    <a:pt x="1344" y="541"/>
                  </a:lnTo>
                  <a:lnTo>
                    <a:pt x="1358" y="549"/>
                  </a:lnTo>
                  <a:lnTo>
                    <a:pt x="1370" y="555"/>
                  </a:lnTo>
                  <a:lnTo>
                    <a:pt x="1376" y="563"/>
                  </a:lnTo>
                  <a:lnTo>
                    <a:pt x="1374" y="569"/>
                  </a:lnTo>
                  <a:lnTo>
                    <a:pt x="1362" y="575"/>
                  </a:lnTo>
                  <a:lnTo>
                    <a:pt x="1348" y="577"/>
                  </a:lnTo>
                  <a:lnTo>
                    <a:pt x="1331" y="577"/>
                  </a:lnTo>
                  <a:lnTo>
                    <a:pt x="1313" y="577"/>
                  </a:lnTo>
                  <a:lnTo>
                    <a:pt x="1297" y="577"/>
                  </a:lnTo>
                  <a:lnTo>
                    <a:pt x="1285" y="577"/>
                  </a:lnTo>
                  <a:lnTo>
                    <a:pt x="1274" y="571"/>
                  </a:lnTo>
                  <a:lnTo>
                    <a:pt x="1264" y="561"/>
                  </a:lnTo>
                  <a:lnTo>
                    <a:pt x="1252" y="551"/>
                  </a:lnTo>
                  <a:lnTo>
                    <a:pt x="1238" y="543"/>
                  </a:lnTo>
                  <a:lnTo>
                    <a:pt x="1222" y="541"/>
                  </a:lnTo>
                  <a:lnTo>
                    <a:pt x="1201" y="543"/>
                  </a:lnTo>
                  <a:lnTo>
                    <a:pt x="1177" y="547"/>
                  </a:lnTo>
                  <a:lnTo>
                    <a:pt x="1153" y="551"/>
                  </a:lnTo>
                  <a:lnTo>
                    <a:pt x="1126" y="553"/>
                  </a:lnTo>
                  <a:lnTo>
                    <a:pt x="1100" y="553"/>
                  </a:lnTo>
                  <a:lnTo>
                    <a:pt x="1079" y="551"/>
                  </a:lnTo>
                  <a:lnTo>
                    <a:pt x="1059" y="551"/>
                  </a:lnTo>
                  <a:lnTo>
                    <a:pt x="1039" y="553"/>
                  </a:lnTo>
                  <a:lnTo>
                    <a:pt x="1026" y="555"/>
                  </a:lnTo>
                  <a:lnTo>
                    <a:pt x="1014" y="561"/>
                  </a:lnTo>
                  <a:lnTo>
                    <a:pt x="1010" y="567"/>
                  </a:lnTo>
                  <a:lnTo>
                    <a:pt x="1014" y="577"/>
                  </a:lnTo>
                  <a:lnTo>
                    <a:pt x="1024" y="585"/>
                  </a:lnTo>
                  <a:lnTo>
                    <a:pt x="1035" y="589"/>
                  </a:lnTo>
                  <a:lnTo>
                    <a:pt x="1049" y="592"/>
                  </a:lnTo>
                  <a:lnTo>
                    <a:pt x="1061" y="594"/>
                  </a:lnTo>
                  <a:lnTo>
                    <a:pt x="1073" y="598"/>
                  </a:lnTo>
                  <a:lnTo>
                    <a:pt x="1081" y="604"/>
                  </a:lnTo>
                  <a:lnTo>
                    <a:pt x="1085" y="616"/>
                  </a:lnTo>
                  <a:lnTo>
                    <a:pt x="1081" y="632"/>
                  </a:lnTo>
                  <a:lnTo>
                    <a:pt x="1069" y="655"/>
                  </a:lnTo>
                  <a:lnTo>
                    <a:pt x="1057" y="677"/>
                  </a:lnTo>
                  <a:lnTo>
                    <a:pt x="1047" y="695"/>
                  </a:lnTo>
                  <a:lnTo>
                    <a:pt x="1041" y="715"/>
                  </a:lnTo>
                  <a:lnTo>
                    <a:pt x="1039" y="736"/>
                  </a:lnTo>
                  <a:lnTo>
                    <a:pt x="1045" y="762"/>
                  </a:lnTo>
                  <a:lnTo>
                    <a:pt x="1057" y="799"/>
                  </a:lnTo>
                  <a:lnTo>
                    <a:pt x="1061" y="833"/>
                  </a:lnTo>
                  <a:lnTo>
                    <a:pt x="1059" y="860"/>
                  </a:lnTo>
                  <a:lnTo>
                    <a:pt x="1051" y="882"/>
                  </a:lnTo>
                  <a:lnTo>
                    <a:pt x="1039" y="894"/>
                  </a:lnTo>
                  <a:lnTo>
                    <a:pt x="1024" y="905"/>
                  </a:lnTo>
                  <a:lnTo>
                    <a:pt x="1004" y="915"/>
                  </a:lnTo>
                  <a:lnTo>
                    <a:pt x="986" y="927"/>
                  </a:lnTo>
                  <a:lnTo>
                    <a:pt x="972" y="939"/>
                  </a:lnTo>
                  <a:lnTo>
                    <a:pt x="966" y="953"/>
                  </a:lnTo>
                  <a:lnTo>
                    <a:pt x="966" y="968"/>
                  </a:lnTo>
                  <a:lnTo>
                    <a:pt x="966" y="988"/>
                  </a:lnTo>
                  <a:lnTo>
                    <a:pt x="966" y="1010"/>
                  </a:lnTo>
                  <a:lnTo>
                    <a:pt x="965" y="1031"/>
                  </a:lnTo>
                  <a:lnTo>
                    <a:pt x="961" y="1049"/>
                  </a:lnTo>
                  <a:lnTo>
                    <a:pt x="953" y="1063"/>
                  </a:lnTo>
                  <a:lnTo>
                    <a:pt x="941" y="1069"/>
                  </a:lnTo>
                  <a:lnTo>
                    <a:pt x="921" y="1071"/>
                  </a:lnTo>
                  <a:lnTo>
                    <a:pt x="892" y="1075"/>
                  </a:lnTo>
                  <a:lnTo>
                    <a:pt x="858" y="1079"/>
                  </a:lnTo>
                  <a:lnTo>
                    <a:pt x="821" y="1085"/>
                  </a:lnTo>
                  <a:lnTo>
                    <a:pt x="783" y="1092"/>
                  </a:lnTo>
                  <a:lnTo>
                    <a:pt x="752" y="1100"/>
                  </a:lnTo>
                  <a:lnTo>
                    <a:pt x="728" y="1110"/>
                  </a:lnTo>
                  <a:lnTo>
                    <a:pt x="705" y="1124"/>
                  </a:lnTo>
                  <a:lnTo>
                    <a:pt x="685" y="1138"/>
                  </a:lnTo>
                  <a:lnTo>
                    <a:pt x="671" y="1151"/>
                  </a:lnTo>
                  <a:lnTo>
                    <a:pt x="655" y="1159"/>
                  </a:lnTo>
                  <a:lnTo>
                    <a:pt x="642" y="1163"/>
                  </a:lnTo>
                  <a:lnTo>
                    <a:pt x="628" y="1159"/>
                  </a:lnTo>
                  <a:lnTo>
                    <a:pt x="606" y="1153"/>
                  </a:lnTo>
                  <a:lnTo>
                    <a:pt x="585" y="1146"/>
                  </a:lnTo>
                  <a:lnTo>
                    <a:pt x="559" y="1138"/>
                  </a:lnTo>
                  <a:lnTo>
                    <a:pt x="535" y="1132"/>
                  </a:lnTo>
                  <a:lnTo>
                    <a:pt x="516" y="1130"/>
                  </a:lnTo>
                  <a:lnTo>
                    <a:pt x="500" y="1132"/>
                  </a:lnTo>
                  <a:lnTo>
                    <a:pt x="486" y="1142"/>
                  </a:lnTo>
                  <a:lnTo>
                    <a:pt x="470" y="1157"/>
                  </a:lnTo>
                  <a:lnTo>
                    <a:pt x="457" y="1177"/>
                  </a:lnTo>
                  <a:lnTo>
                    <a:pt x="443" y="1197"/>
                  </a:lnTo>
                  <a:lnTo>
                    <a:pt x="427" y="1212"/>
                  </a:lnTo>
                  <a:lnTo>
                    <a:pt x="413" y="1220"/>
                  </a:lnTo>
                  <a:lnTo>
                    <a:pt x="390" y="1220"/>
                  </a:lnTo>
                  <a:lnTo>
                    <a:pt x="362" y="1216"/>
                  </a:lnTo>
                  <a:lnTo>
                    <a:pt x="339" y="1212"/>
                  </a:lnTo>
                  <a:lnTo>
                    <a:pt x="319" y="1210"/>
                  </a:lnTo>
                  <a:lnTo>
                    <a:pt x="313" y="1207"/>
                  </a:lnTo>
                  <a:lnTo>
                    <a:pt x="309" y="1199"/>
                  </a:lnTo>
                  <a:lnTo>
                    <a:pt x="309" y="1189"/>
                  </a:lnTo>
                  <a:lnTo>
                    <a:pt x="313" y="1177"/>
                  </a:lnTo>
                  <a:lnTo>
                    <a:pt x="315" y="1167"/>
                  </a:lnTo>
                  <a:lnTo>
                    <a:pt x="317" y="1159"/>
                  </a:lnTo>
                  <a:lnTo>
                    <a:pt x="319" y="1157"/>
                  </a:lnTo>
                  <a:lnTo>
                    <a:pt x="315" y="1157"/>
                  </a:lnTo>
                  <a:lnTo>
                    <a:pt x="303" y="1159"/>
                  </a:lnTo>
                  <a:lnTo>
                    <a:pt x="287" y="1161"/>
                  </a:lnTo>
                  <a:lnTo>
                    <a:pt x="268" y="1163"/>
                  </a:lnTo>
                  <a:lnTo>
                    <a:pt x="250" y="1165"/>
                  </a:lnTo>
                  <a:lnTo>
                    <a:pt x="234" y="1165"/>
                  </a:lnTo>
                  <a:lnTo>
                    <a:pt x="220" y="1165"/>
                  </a:lnTo>
                  <a:lnTo>
                    <a:pt x="211" y="1171"/>
                  </a:lnTo>
                  <a:lnTo>
                    <a:pt x="201" y="1177"/>
                  </a:lnTo>
                  <a:lnTo>
                    <a:pt x="189" y="1185"/>
                  </a:lnTo>
                  <a:lnTo>
                    <a:pt x="171" y="1191"/>
                  </a:lnTo>
                  <a:lnTo>
                    <a:pt x="154" y="1193"/>
                  </a:lnTo>
                  <a:lnTo>
                    <a:pt x="136" y="1193"/>
                  </a:lnTo>
                  <a:lnTo>
                    <a:pt x="116" y="1191"/>
                  </a:lnTo>
                  <a:lnTo>
                    <a:pt x="100" y="1191"/>
                  </a:lnTo>
                  <a:lnTo>
                    <a:pt x="87" y="1197"/>
                  </a:lnTo>
                  <a:lnTo>
                    <a:pt x="77" y="1210"/>
                  </a:lnTo>
                  <a:lnTo>
                    <a:pt x="69" y="1228"/>
                  </a:lnTo>
                  <a:lnTo>
                    <a:pt x="59" y="1246"/>
                  </a:lnTo>
                  <a:lnTo>
                    <a:pt x="49" y="1262"/>
                  </a:lnTo>
                  <a:lnTo>
                    <a:pt x="39" y="1275"/>
                  </a:lnTo>
                  <a:lnTo>
                    <a:pt x="33" y="1285"/>
                  </a:lnTo>
                  <a:lnTo>
                    <a:pt x="29" y="1289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29" name="Freeform 68"/>
            <p:cNvSpPr/>
            <p:nvPr/>
          </p:nvSpPr>
          <p:spPr bwMode="gray">
            <a:xfrm>
              <a:off x="720" y="1296"/>
              <a:ext cx="1495" cy="1136"/>
            </a:xfrm>
            <a:custGeom>
              <a:avLst/>
              <a:gdLst>
                <a:gd name="T0" fmla="*/ 3 w 2990"/>
                <a:gd name="T1" fmla="*/ 357 h 2273"/>
                <a:gd name="T2" fmla="*/ 23 w 2990"/>
                <a:gd name="T3" fmla="*/ 365 h 2273"/>
                <a:gd name="T4" fmla="*/ 29 w 2990"/>
                <a:gd name="T5" fmla="*/ 390 h 2273"/>
                <a:gd name="T6" fmla="*/ 28 w 2990"/>
                <a:gd name="T7" fmla="*/ 419 h 2273"/>
                <a:gd name="T8" fmla="*/ 18 w 2990"/>
                <a:gd name="T9" fmla="*/ 419 h 2273"/>
                <a:gd name="T10" fmla="*/ 0 w 2990"/>
                <a:gd name="T11" fmla="*/ 429 h 2273"/>
                <a:gd name="T12" fmla="*/ 31 w 2990"/>
                <a:gd name="T13" fmla="*/ 438 h 2273"/>
                <a:gd name="T14" fmla="*/ 47 w 2990"/>
                <a:gd name="T15" fmla="*/ 456 h 2273"/>
                <a:gd name="T16" fmla="*/ 49 w 2990"/>
                <a:gd name="T17" fmla="*/ 490 h 2273"/>
                <a:gd name="T18" fmla="*/ 71 w 2990"/>
                <a:gd name="T19" fmla="*/ 507 h 2273"/>
                <a:gd name="T20" fmla="*/ 109 w 2990"/>
                <a:gd name="T21" fmla="*/ 521 h 2273"/>
                <a:gd name="T22" fmla="*/ 152 w 2990"/>
                <a:gd name="T23" fmla="*/ 516 h 2273"/>
                <a:gd name="T24" fmla="*/ 185 w 2990"/>
                <a:gd name="T25" fmla="*/ 542 h 2273"/>
                <a:gd name="T26" fmla="*/ 259 w 2990"/>
                <a:gd name="T27" fmla="*/ 549 h 2273"/>
                <a:gd name="T28" fmla="*/ 414 w 2990"/>
                <a:gd name="T29" fmla="*/ 546 h 2273"/>
                <a:gd name="T30" fmla="*/ 539 w 2990"/>
                <a:gd name="T31" fmla="*/ 549 h 2273"/>
                <a:gd name="T32" fmla="*/ 585 w 2990"/>
                <a:gd name="T33" fmla="*/ 458 h 2273"/>
                <a:gd name="T34" fmla="*/ 714 w 2990"/>
                <a:gd name="T35" fmla="*/ 339 h 2273"/>
                <a:gd name="T36" fmla="*/ 743 w 2990"/>
                <a:gd name="T37" fmla="*/ 295 h 2273"/>
                <a:gd name="T38" fmla="*/ 727 w 2990"/>
                <a:gd name="T39" fmla="*/ 263 h 2273"/>
                <a:gd name="T40" fmla="*/ 716 w 2990"/>
                <a:gd name="T41" fmla="*/ 233 h 2273"/>
                <a:gd name="T42" fmla="*/ 678 w 2990"/>
                <a:gd name="T43" fmla="*/ 213 h 2273"/>
                <a:gd name="T44" fmla="*/ 631 w 2990"/>
                <a:gd name="T45" fmla="*/ 198 h 2273"/>
                <a:gd name="T46" fmla="*/ 592 w 2990"/>
                <a:gd name="T47" fmla="*/ 185 h 2273"/>
                <a:gd name="T48" fmla="*/ 578 w 2990"/>
                <a:gd name="T49" fmla="*/ 170 h 2273"/>
                <a:gd name="T50" fmla="*/ 594 w 2990"/>
                <a:gd name="T51" fmla="*/ 148 h 2273"/>
                <a:gd name="T52" fmla="*/ 598 w 2990"/>
                <a:gd name="T53" fmla="*/ 114 h 2273"/>
                <a:gd name="T54" fmla="*/ 580 w 2990"/>
                <a:gd name="T55" fmla="*/ 75 h 2273"/>
                <a:gd name="T56" fmla="*/ 562 w 2990"/>
                <a:gd name="T57" fmla="*/ 63 h 2273"/>
                <a:gd name="T58" fmla="*/ 540 w 2990"/>
                <a:gd name="T59" fmla="*/ 55 h 2273"/>
                <a:gd name="T60" fmla="*/ 520 w 2990"/>
                <a:gd name="T61" fmla="*/ 29 h 2273"/>
                <a:gd name="T62" fmla="*/ 517 w 2990"/>
                <a:gd name="T63" fmla="*/ 8 h 2273"/>
                <a:gd name="T64" fmla="*/ 492 w 2990"/>
                <a:gd name="T65" fmla="*/ 0 h 2273"/>
                <a:gd name="T66" fmla="*/ 479 w 2990"/>
                <a:gd name="T67" fmla="*/ 21 h 2273"/>
                <a:gd name="T68" fmla="*/ 449 w 2990"/>
                <a:gd name="T69" fmla="*/ 35 h 2273"/>
                <a:gd name="T70" fmla="*/ 438 w 2990"/>
                <a:gd name="T71" fmla="*/ 79 h 2273"/>
                <a:gd name="T72" fmla="*/ 411 w 2990"/>
                <a:gd name="T73" fmla="*/ 85 h 2273"/>
                <a:gd name="T74" fmla="*/ 384 w 2990"/>
                <a:gd name="T75" fmla="*/ 75 h 2273"/>
                <a:gd name="T76" fmla="*/ 363 w 2990"/>
                <a:gd name="T77" fmla="*/ 71 h 2273"/>
                <a:gd name="T78" fmla="*/ 334 w 2990"/>
                <a:gd name="T79" fmla="*/ 122 h 2273"/>
                <a:gd name="T80" fmla="*/ 344 w 2990"/>
                <a:gd name="T81" fmla="*/ 140 h 2273"/>
                <a:gd name="T82" fmla="*/ 322 w 2990"/>
                <a:gd name="T83" fmla="*/ 144 h 2273"/>
                <a:gd name="T84" fmla="*/ 295 w 2990"/>
                <a:gd name="T85" fmla="*/ 136 h 2273"/>
                <a:gd name="T86" fmla="*/ 257 w 2990"/>
                <a:gd name="T87" fmla="*/ 138 h 2273"/>
                <a:gd name="T88" fmla="*/ 266 w 2990"/>
                <a:gd name="T89" fmla="*/ 148 h 2273"/>
                <a:gd name="T90" fmla="*/ 262 w 2990"/>
                <a:gd name="T91" fmla="*/ 173 h 2273"/>
                <a:gd name="T92" fmla="*/ 263 w 2990"/>
                <a:gd name="T93" fmla="*/ 220 h 2273"/>
                <a:gd name="T94" fmla="*/ 241 w 2990"/>
                <a:gd name="T95" fmla="*/ 242 h 2273"/>
                <a:gd name="T96" fmla="*/ 230 w 2990"/>
                <a:gd name="T97" fmla="*/ 267 h 2273"/>
                <a:gd name="T98" fmla="*/ 177 w 2990"/>
                <a:gd name="T99" fmla="*/ 281 h 2273"/>
                <a:gd name="T100" fmla="*/ 147 w 2990"/>
                <a:gd name="T101" fmla="*/ 286 h 2273"/>
                <a:gd name="T102" fmla="*/ 114 w 2990"/>
                <a:gd name="T103" fmla="*/ 294 h 2273"/>
                <a:gd name="T104" fmla="*/ 80 w 2990"/>
                <a:gd name="T105" fmla="*/ 302 h 2273"/>
                <a:gd name="T106" fmla="*/ 80 w 2990"/>
                <a:gd name="T107" fmla="*/ 289 h 2273"/>
                <a:gd name="T108" fmla="*/ 55 w 2990"/>
                <a:gd name="T109" fmla="*/ 291 h 2273"/>
                <a:gd name="T110" fmla="*/ 29 w 2990"/>
                <a:gd name="T111" fmla="*/ 297 h 2273"/>
                <a:gd name="T112" fmla="*/ 10 w 2990"/>
                <a:gd name="T113" fmla="*/ 318 h 227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990"/>
                <a:gd name="T172" fmla="*/ 0 h 2273"/>
                <a:gd name="T173" fmla="*/ 2990 w 2990"/>
                <a:gd name="T174" fmla="*/ 2273 h 227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990" h="2273">
                  <a:moveTo>
                    <a:pt x="29" y="1289"/>
                  </a:moveTo>
                  <a:lnTo>
                    <a:pt x="4" y="1329"/>
                  </a:lnTo>
                  <a:lnTo>
                    <a:pt x="12" y="1378"/>
                  </a:lnTo>
                  <a:lnTo>
                    <a:pt x="12" y="1382"/>
                  </a:lnTo>
                  <a:lnTo>
                    <a:pt x="10" y="1395"/>
                  </a:lnTo>
                  <a:lnTo>
                    <a:pt x="10" y="1411"/>
                  </a:lnTo>
                  <a:lnTo>
                    <a:pt x="10" y="1429"/>
                  </a:lnTo>
                  <a:lnTo>
                    <a:pt x="14" y="1443"/>
                  </a:lnTo>
                  <a:lnTo>
                    <a:pt x="20" y="1451"/>
                  </a:lnTo>
                  <a:lnTo>
                    <a:pt x="31" y="1453"/>
                  </a:lnTo>
                  <a:lnTo>
                    <a:pt x="43" y="1451"/>
                  </a:lnTo>
                  <a:lnTo>
                    <a:pt x="55" y="1449"/>
                  </a:lnTo>
                  <a:lnTo>
                    <a:pt x="73" y="1451"/>
                  </a:lnTo>
                  <a:lnTo>
                    <a:pt x="94" y="1462"/>
                  </a:lnTo>
                  <a:lnTo>
                    <a:pt x="116" y="1480"/>
                  </a:lnTo>
                  <a:lnTo>
                    <a:pt x="132" y="1502"/>
                  </a:lnTo>
                  <a:lnTo>
                    <a:pt x="136" y="1514"/>
                  </a:lnTo>
                  <a:lnTo>
                    <a:pt x="132" y="1525"/>
                  </a:lnTo>
                  <a:lnTo>
                    <a:pt x="126" y="1537"/>
                  </a:lnTo>
                  <a:lnTo>
                    <a:pt x="120" y="1549"/>
                  </a:lnTo>
                  <a:lnTo>
                    <a:pt x="116" y="1561"/>
                  </a:lnTo>
                  <a:lnTo>
                    <a:pt x="116" y="1577"/>
                  </a:lnTo>
                  <a:lnTo>
                    <a:pt x="114" y="1596"/>
                  </a:lnTo>
                  <a:lnTo>
                    <a:pt x="110" y="1618"/>
                  </a:lnTo>
                  <a:lnTo>
                    <a:pt x="108" y="1640"/>
                  </a:lnTo>
                  <a:lnTo>
                    <a:pt x="108" y="1657"/>
                  </a:lnTo>
                  <a:lnTo>
                    <a:pt x="112" y="1669"/>
                  </a:lnTo>
                  <a:lnTo>
                    <a:pt x="114" y="1679"/>
                  </a:lnTo>
                  <a:lnTo>
                    <a:pt x="114" y="1691"/>
                  </a:lnTo>
                  <a:lnTo>
                    <a:pt x="106" y="1699"/>
                  </a:lnTo>
                  <a:lnTo>
                    <a:pt x="96" y="1703"/>
                  </a:lnTo>
                  <a:lnTo>
                    <a:pt x="89" y="1701"/>
                  </a:lnTo>
                  <a:lnTo>
                    <a:pt x="83" y="1695"/>
                  </a:lnTo>
                  <a:lnTo>
                    <a:pt x="77" y="1687"/>
                  </a:lnTo>
                  <a:lnTo>
                    <a:pt x="69" y="1679"/>
                  </a:lnTo>
                  <a:lnTo>
                    <a:pt x="63" y="1673"/>
                  </a:lnTo>
                  <a:lnTo>
                    <a:pt x="53" y="1675"/>
                  </a:lnTo>
                  <a:lnTo>
                    <a:pt x="41" y="1685"/>
                  </a:lnTo>
                  <a:lnTo>
                    <a:pt x="26" y="1699"/>
                  </a:lnTo>
                  <a:lnTo>
                    <a:pt x="12" y="1708"/>
                  </a:lnTo>
                  <a:lnTo>
                    <a:pt x="4" y="1712"/>
                  </a:lnTo>
                  <a:lnTo>
                    <a:pt x="0" y="1716"/>
                  </a:lnTo>
                  <a:lnTo>
                    <a:pt x="6" y="1720"/>
                  </a:lnTo>
                  <a:lnTo>
                    <a:pt x="20" y="1724"/>
                  </a:lnTo>
                  <a:lnTo>
                    <a:pt x="41" y="1728"/>
                  </a:lnTo>
                  <a:lnTo>
                    <a:pt x="65" y="1734"/>
                  </a:lnTo>
                  <a:lnTo>
                    <a:pt x="89" y="1740"/>
                  </a:lnTo>
                  <a:lnTo>
                    <a:pt x="110" y="1746"/>
                  </a:lnTo>
                  <a:lnTo>
                    <a:pt x="126" y="1754"/>
                  </a:lnTo>
                  <a:lnTo>
                    <a:pt x="136" y="1764"/>
                  </a:lnTo>
                  <a:lnTo>
                    <a:pt x="140" y="1771"/>
                  </a:lnTo>
                  <a:lnTo>
                    <a:pt x="150" y="1779"/>
                  </a:lnTo>
                  <a:lnTo>
                    <a:pt x="159" y="1785"/>
                  </a:lnTo>
                  <a:lnTo>
                    <a:pt x="169" y="1795"/>
                  </a:lnTo>
                  <a:lnTo>
                    <a:pt x="177" y="1807"/>
                  </a:lnTo>
                  <a:lnTo>
                    <a:pt x="185" y="1825"/>
                  </a:lnTo>
                  <a:lnTo>
                    <a:pt x="187" y="1848"/>
                  </a:lnTo>
                  <a:lnTo>
                    <a:pt x="185" y="1870"/>
                  </a:lnTo>
                  <a:lnTo>
                    <a:pt x="179" y="1888"/>
                  </a:lnTo>
                  <a:lnTo>
                    <a:pt x="175" y="1905"/>
                  </a:lnTo>
                  <a:lnTo>
                    <a:pt x="177" y="1921"/>
                  </a:lnTo>
                  <a:lnTo>
                    <a:pt x="185" y="1941"/>
                  </a:lnTo>
                  <a:lnTo>
                    <a:pt x="195" y="1960"/>
                  </a:lnTo>
                  <a:lnTo>
                    <a:pt x="207" y="1978"/>
                  </a:lnTo>
                  <a:lnTo>
                    <a:pt x="218" y="1986"/>
                  </a:lnTo>
                  <a:lnTo>
                    <a:pt x="232" y="1990"/>
                  </a:lnTo>
                  <a:lnTo>
                    <a:pt x="246" y="1994"/>
                  </a:lnTo>
                  <a:lnTo>
                    <a:pt x="260" y="2002"/>
                  </a:lnTo>
                  <a:lnTo>
                    <a:pt x="270" y="2014"/>
                  </a:lnTo>
                  <a:lnTo>
                    <a:pt x="281" y="2029"/>
                  </a:lnTo>
                  <a:lnTo>
                    <a:pt x="299" y="2045"/>
                  </a:lnTo>
                  <a:lnTo>
                    <a:pt x="327" y="2057"/>
                  </a:lnTo>
                  <a:lnTo>
                    <a:pt x="352" y="2067"/>
                  </a:lnTo>
                  <a:lnTo>
                    <a:pt x="378" y="2076"/>
                  </a:lnTo>
                  <a:lnTo>
                    <a:pt x="402" y="2082"/>
                  </a:lnTo>
                  <a:lnTo>
                    <a:pt x="421" y="2086"/>
                  </a:lnTo>
                  <a:lnTo>
                    <a:pt x="435" y="2084"/>
                  </a:lnTo>
                  <a:lnTo>
                    <a:pt x="457" y="2078"/>
                  </a:lnTo>
                  <a:lnTo>
                    <a:pt x="484" y="2073"/>
                  </a:lnTo>
                  <a:lnTo>
                    <a:pt x="514" y="2065"/>
                  </a:lnTo>
                  <a:lnTo>
                    <a:pt x="543" y="2059"/>
                  </a:lnTo>
                  <a:lnTo>
                    <a:pt x="569" y="2057"/>
                  </a:lnTo>
                  <a:lnTo>
                    <a:pt x="589" y="2057"/>
                  </a:lnTo>
                  <a:lnTo>
                    <a:pt x="608" y="2065"/>
                  </a:lnTo>
                  <a:lnTo>
                    <a:pt x="626" y="2078"/>
                  </a:lnTo>
                  <a:lnTo>
                    <a:pt x="642" y="2096"/>
                  </a:lnTo>
                  <a:lnTo>
                    <a:pt x="661" y="2116"/>
                  </a:lnTo>
                  <a:lnTo>
                    <a:pt x="687" y="2134"/>
                  </a:lnTo>
                  <a:lnTo>
                    <a:pt x="711" y="2149"/>
                  </a:lnTo>
                  <a:lnTo>
                    <a:pt x="726" y="2161"/>
                  </a:lnTo>
                  <a:lnTo>
                    <a:pt x="738" y="2171"/>
                  </a:lnTo>
                  <a:lnTo>
                    <a:pt x="742" y="2177"/>
                  </a:lnTo>
                  <a:lnTo>
                    <a:pt x="744" y="2179"/>
                  </a:lnTo>
                  <a:lnTo>
                    <a:pt x="856" y="2218"/>
                  </a:lnTo>
                  <a:lnTo>
                    <a:pt x="892" y="2242"/>
                  </a:lnTo>
                  <a:lnTo>
                    <a:pt x="949" y="2236"/>
                  </a:lnTo>
                  <a:lnTo>
                    <a:pt x="986" y="2191"/>
                  </a:lnTo>
                  <a:lnTo>
                    <a:pt x="1035" y="2199"/>
                  </a:lnTo>
                  <a:lnTo>
                    <a:pt x="1152" y="2222"/>
                  </a:lnTo>
                  <a:lnTo>
                    <a:pt x="1201" y="2261"/>
                  </a:lnTo>
                  <a:lnTo>
                    <a:pt x="1256" y="2273"/>
                  </a:lnTo>
                  <a:lnTo>
                    <a:pt x="1392" y="2236"/>
                  </a:lnTo>
                  <a:lnTo>
                    <a:pt x="1431" y="2260"/>
                  </a:lnTo>
                  <a:lnTo>
                    <a:pt x="1539" y="2189"/>
                  </a:lnTo>
                  <a:lnTo>
                    <a:pt x="1657" y="2187"/>
                  </a:lnTo>
                  <a:lnTo>
                    <a:pt x="1726" y="2155"/>
                  </a:lnTo>
                  <a:lnTo>
                    <a:pt x="1821" y="2167"/>
                  </a:lnTo>
                  <a:lnTo>
                    <a:pt x="1935" y="2242"/>
                  </a:lnTo>
                  <a:lnTo>
                    <a:pt x="2026" y="2230"/>
                  </a:lnTo>
                  <a:lnTo>
                    <a:pt x="2088" y="2265"/>
                  </a:lnTo>
                  <a:lnTo>
                    <a:pt x="2193" y="2230"/>
                  </a:lnTo>
                  <a:lnTo>
                    <a:pt x="2155" y="2197"/>
                  </a:lnTo>
                  <a:lnTo>
                    <a:pt x="2161" y="2147"/>
                  </a:lnTo>
                  <a:lnTo>
                    <a:pt x="2214" y="2128"/>
                  </a:lnTo>
                  <a:lnTo>
                    <a:pt x="2242" y="2063"/>
                  </a:lnTo>
                  <a:lnTo>
                    <a:pt x="2124" y="1970"/>
                  </a:lnTo>
                  <a:lnTo>
                    <a:pt x="2128" y="1890"/>
                  </a:lnTo>
                  <a:lnTo>
                    <a:pt x="2199" y="1850"/>
                  </a:lnTo>
                  <a:lnTo>
                    <a:pt x="2337" y="1834"/>
                  </a:lnTo>
                  <a:lnTo>
                    <a:pt x="2484" y="1797"/>
                  </a:lnTo>
                  <a:lnTo>
                    <a:pt x="2545" y="1764"/>
                  </a:lnTo>
                  <a:lnTo>
                    <a:pt x="2624" y="1777"/>
                  </a:lnTo>
                  <a:lnTo>
                    <a:pt x="2592" y="1514"/>
                  </a:lnTo>
                  <a:lnTo>
                    <a:pt x="2673" y="1466"/>
                  </a:lnTo>
                  <a:lnTo>
                    <a:pt x="2752" y="1388"/>
                  </a:lnTo>
                  <a:lnTo>
                    <a:pt x="2856" y="1356"/>
                  </a:lnTo>
                  <a:lnTo>
                    <a:pt x="2939" y="1329"/>
                  </a:lnTo>
                  <a:lnTo>
                    <a:pt x="2966" y="1299"/>
                  </a:lnTo>
                  <a:lnTo>
                    <a:pt x="2957" y="1258"/>
                  </a:lnTo>
                  <a:lnTo>
                    <a:pt x="2990" y="1207"/>
                  </a:lnTo>
                  <a:lnTo>
                    <a:pt x="2988" y="1205"/>
                  </a:lnTo>
                  <a:lnTo>
                    <a:pt x="2982" y="1195"/>
                  </a:lnTo>
                  <a:lnTo>
                    <a:pt x="2972" y="1183"/>
                  </a:lnTo>
                  <a:lnTo>
                    <a:pt x="2961" y="1167"/>
                  </a:lnTo>
                  <a:lnTo>
                    <a:pt x="2949" y="1149"/>
                  </a:lnTo>
                  <a:lnTo>
                    <a:pt x="2937" y="1134"/>
                  </a:lnTo>
                  <a:lnTo>
                    <a:pt x="2929" y="1116"/>
                  </a:lnTo>
                  <a:lnTo>
                    <a:pt x="2923" y="1102"/>
                  </a:lnTo>
                  <a:lnTo>
                    <a:pt x="2915" y="1079"/>
                  </a:lnTo>
                  <a:lnTo>
                    <a:pt x="2905" y="1053"/>
                  </a:lnTo>
                  <a:lnTo>
                    <a:pt x="2898" y="1025"/>
                  </a:lnTo>
                  <a:lnTo>
                    <a:pt x="2888" y="1000"/>
                  </a:lnTo>
                  <a:lnTo>
                    <a:pt x="2880" y="982"/>
                  </a:lnTo>
                  <a:lnTo>
                    <a:pt x="2872" y="957"/>
                  </a:lnTo>
                  <a:lnTo>
                    <a:pt x="2870" y="941"/>
                  </a:lnTo>
                  <a:lnTo>
                    <a:pt x="2870" y="935"/>
                  </a:lnTo>
                  <a:lnTo>
                    <a:pt x="2864" y="933"/>
                  </a:lnTo>
                  <a:lnTo>
                    <a:pt x="2850" y="933"/>
                  </a:lnTo>
                  <a:lnTo>
                    <a:pt x="2829" y="929"/>
                  </a:lnTo>
                  <a:lnTo>
                    <a:pt x="2805" y="923"/>
                  </a:lnTo>
                  <a:lnTo>
                    <a:pt x="2781" y="913"/>
                  </a:lnTo>
                  <a:lnTo>
                    <a:pt x="2760" y="898"/>
                  </a:lnTo>
                  <a:lnTo>
                    <a:pt x="2734" y="874"/>
                  </a:lnTo>
                  <a:lnTo>
                    <a:pt x="2709" y="854"/>
                  </a:lnTo>
                  <a:lnTo>
                    <a:pt x="2687" y="837"/>
                  </a:lnTo>
                  <a:lnTo>
                    <a:pt x="2665" y="819"/>
                  </a:lnTo>
                  <a:lnTo>
                    <a:pt x="2648" y="809"/>
                  </a:lnTo>
                  <a:lnTo>
                    <a:pt x="2622" y="803"/>
                  </a:lnTo>
                  <a:lnTo>
                    <a:pt x="2590" y="801"/>
                  </a:lnTo>
                  <a:lnTo>
                    <a:pt x="2557" y="797"/>
                  </a:lnTo>
                  <a:lnTo>
                    <a:pt x="2524" y="795"/>
                  </a:lnTo>
                  <a:lnTo>
                    <a:pt x="2494" y="789"/>
                  </a:lnTo>
                  <a:lnTo>
                    <a:pt x="2468" y="781"/>
                  </a:lnTo>
                  <a:lnTo>
                    <a:pt x="2443" y="770"/>
                  </a:lnTo>
                  <a:lnTo>
                    <a:pt x="2417" y="760"/>
                  </a:lnTo>
                  <a:lnTo>
                    <a:pt x="2396" y="752"/>
                  </a:lnTo>
                  <a:lnTo>
                    <a:pt x="2378" y="746"/>
                  </a:lnTo>
                  <a:lnTo>
                    <a:pt x="2366" y="742"/>
                  </a:lnTo>
                  <a:lnTo>
                    <a:pt x="2360" y="740"/>
                  </a:lnTo>
                  <a:lnTo>
                    <a:pt x="2356" y="738"/>
                  </a:lnTo>
                  <a:lnTo>
                    <a:pt x="2348" y="730"/>
                  </a:lnTo>
                  <a:lnTo>
                    <a:pt x="2337" y="720"/>
                  </a:lnTo>
                  <a:lnTo>
                    <a:pt x="2325" y="709"/>
                  </a:lnTo>
                  <a:lnTo>
                    <a:pt x="2315" y="695"/>
                  </a:lnTo>
                  <a:lnTo>
                    <a:pt x="2309" y="683"/>
                  </a:lnTo>
                  <a:lnTo>
                    <a:pt x="2311" y="669"/>
                  </a:lnTo>
                  <a:lnTo>
                    <a:pt x="2321" y="655"/>
                  </a:lnTo>
                  <a:lnTo>
                    <a:pt x="2333" y="646"/>
                  </a:lnTo>
                  <a:lnTo>
                    <a:pt x="2348" y="634"/>
                  </a:lnTo>
                  <a:lnTo>
                    <a:pt x="2360" y="622"/>
                  </a:lnTo>
                  <a:lnTo>
                    <a:pt x="2372" y="610"/>
                  </a:lnTo>
                  <a:lnTo>
                    <a:pt x="2376" y="592"/>
                  </a:lnTo>
                  <a:lnTo>
                    <a:pt x="2378" y="569"/>
                  </a:lnTo>
                  <a:lnTo>
                    <a:pt x="2378" y="547"/>
                  </a:lnTo>
                  <a:lnTo>
                    <a:pt x="2380" y="528"/>
                  </a:lnTo>
                  <a:lnTo>
                    <a:pt x="2390" y="506"/>
                  </a:lnTo>
                  <a:lnTo>
                    <a:pt x="2396" y="490"/>
                  </a:lnTo>
                  <a:lnTo>
                    <a:pt x="2396" y="474"/>
                  </a:lnTo>
                  <a:lnTo>
                    <a:pt x="2390" y="459"/>
                  </a:lnTo>
                  <a:lnTo>
                    <a:pt x="2382" y="445"/>
                  </a:lnTo>
                  <a:lnTo>
                    <a:pt x="2374" y="433"/>
                  </a:lnTo>
                  <a:lnTo>
                    <a:pt x="2358" y="407"/>
                  </a:lnTo>
                  <a:lnTo>
                    <a:pt x="2342" y="378"/>
                  </a:lnTo>
                  <a:lnTo>
                    <a:pt x="2335" y="344"/>
                  </a:lnTo>
                  <a:lnTo>
                    <a:pt x="2329" y="321"/>
                  </a:lnTo>
                  <a:lnTo>
                    <a:pt x="2319" y="303"/>
                  </a:lnTo>
                  <a:lnTo>
                    <a:pt x="2307" y="287"/>
                  </a:lnTo>
                  <a:lnTo>
                    <a:pt x="2295" y="276"/>
                  </a:lnTo>
                  <a:lnTo>
                    <a:pt x="2285" y="270"/>
                  </a:lnTo>
                  <a:lnTo>
                    <a:pt x="2276" y="266"/>
                  </a:lnTo>
                  <a:lnTo>
                    <a:pt x="2264" y="266"/>
                  </a:lnTo>
                  <a:lnTo>
                    <a:pt x="2256" y="262"/>
                  </a:lnTo>
                  <a:lnTo>
                    <a:pt x="2248" y="254"/>
                  </a:lnTo>
                  <a:lnTo>
                    <a:pt x="2238" y="248"/>
                  </a:lnTo>
                  <a:lnTo>
                    <a:pt x="2224" y="246"/>
                  </a:lnTo>
                  <a:lnTo>
                    <a:pt x="2209" y="248"/>
                  </a:lnTo>
                  <a:lnTo>
                    <a:pt x="2191" y="248"/>
                  </a:lnTo>
                  <a:lnTo>
                    <a:pt x="2177" y="246"/>
                  </a:lnTo>
                  <a:lnTo>
                    <a:pt x="2169" y="238"/>
                  </a:lnTo>
                  <a:lnTo>
                    <a:pt x="2159" y="221"/>
                  </a:lnTo>
                  <a:lnTo>
                    <a:pt x="2150" y="197"/>
                  </a:lnTo>
                  <a:lnTo>
                    <a:pt x="2136" y="173"/>
                  </a:lnTo>
                  <a:lnTo>
                    <a:pt x="2120" y="156"/>
                  </a:lnTo>
                  <a:lnTo>
                    <a:pt x="2106" y="144"/>
                  </a:lnTo>
                  <a:lnTo>
                    <a:pt x="2092" y="136"/>
                  </a:lnTo>
                  <a:lnTo>
                    <a:pt x="2083" y="128"/>
                  </a:lnTo>
                  <a:lnTo>
                    <a:pt x="2077" y="118"/>
                  </a:lnTo>
                  <a:lnTo>
                    <a:pt x="2075" y="104"/>
                  </a:lnTo>
                  <a:lnTo>
                    <a:pt x="2071" y="87"/>
                  </a:lnTo>
                  <a:lnTo>
                    <a:pt x="2061" y="73"/>
                  </a:lnTo>
                  <a:lnTo>
                    <a:pt x="2053" y="63"/>
                  </a:lnTo>
                  <a:lnTo>
                    <a:pt x="2051" y="53"/>
                  </a:lnTo>
                  <a:lnTo>
                    <a:pt x="2057" y="41"/>
                  </a:lnTo>
                  <a:lnTo>
                    <a:pt x="2065" y="32"/>
                  </a:lnTo>
                  <a:lnTo>
                    <a:pt x="2071" y="20"/>
                  </a:lnTo>
                  <a:lnTo>
                    <a:pt x="2073" y="14"/>
                  </a:lnTo>
                  <a:lnTo>
                    <a:pt x="2063" y="8"/>
                  </a:lnTo>
                  <a:lnTo>
                    <a:pt x="2045" y="4"/>
                  </a:lnTo>
                  <a:lnTo>
                    <a:pt x="2020" y="2"/>
                  </a:lnTo>
                  <a:lnTo>
                    <a:pt x="1994" y="0"/>
                  </a:lnTo>
                  <a:lnTo>
                    <a:pt x="1970" y="0"/>
                  </a:lnTo>
                  <a:lnTo>
                    <a:pt x="1955" y="6"/>
                  </a:lnTo>
                  <a:lnTo>
                    <a:pt x="1945" y="14"/>
                  </a:lnTo>
                  <a:lnTo>
                    <a:pt x="1941" y="30"/>
                  </a:lnTo>
                  <a:lnTo>
                    <a:pt x="1937" y="45"/>
                  </a:lnTo>
                  <a:lnTo>
                    <a:pt x="1933" y="61"/>
                  </a:lnTo>
                  <a:lnTo>
                    <a:pt x="1927" y="75"/>
                  </a:lnTo>
                  <a:lnTo>
                    <a:pt x="1915" y="85"/>
                  </a:lnTo>
                  <a:lnTo>
                    <a:pt x="1898" y="87"/>
                  </a:lnTo>
                  <a:lnTo>
                    <a:pt x="1878" y="91"/>
                  </a:lnTo>
                  <a:lnTo>
                    <a:pt x="1858" y="93"/>
                  </a:lnTo>
                  <a:lnTo>
                    <a:pt x="1840" y="95"/>
                  </a:lnTo>
                  <a:lnTo>
                    <a:pt x="1823" y="102"/>
                  </a:lnTo>
                  <a:lnTo>
                    <a:pt x="1809" y="116"/>
                  </a:lnTo>
                  <a:lnTo>
                    <a:pt x="1797" y="140"/>
                  </a:lnTo>
                  <a:lnTo>
                    <a:pt x="1785" y="169"/>
                  </a:lnTo>
                  <a:lnTo>
                    <a:pt x="1777" y="203"/>
                  </a:lnTo>
                  <a:lnTo>
                    <a:pt x="1774" y="236"/>
                  </a:lnTo>
                  <a:lnTo>
                    <a:pt x="1770" y="262"/>
                  </a:lnTo>
                  <a:lnTo>
                    <a:pt x="1768" y="283"/>
                  </a:lnTo>
                  <a:lnTo>
                    <a:pt x="1762" y="303"/>
                  </a:lnTo>
                  <a:lnTo>
                    <a:pt x="1754" y="319"/>
                  </a:lnTo>
                  <a:lnTo>
                    <a:pt x="1740" y="329"/>
                  </a:lnTo>
                  <a:lnTo>
                    <a:pt x="1722" y="337"/>
                  </a:lnTo>
                  <a:lnTo>
                    <a:pt x="1703" y="341"/>
                  </a:lnTo>
                  <a:lnTo>
                    <a:pt x="1685" y="346"/>
                  </a:lnTo>
                  <a:lnTo>
                    <a:pt x="1669" y="350"/>
                  </a:lnTo>
                  <a:lnTo>
                    <a:pt x="1655" y="348"/>
                  </a:lnTo>
                  <a:lnTo>
                    <a:pt x="1644" y="341"/>
                  </a:lnTo>
                  <a:lnTo>
                    <a:pt x="1634" y="333"/>
                  </a:lnTo>
                  <a:lnTo>
                    <a:pt x="1618" y="331"/>
                  </a:lnTo>
                  <a:lnTo>
                    <a:pt x="1600" y="331"/>
                  </a:lnTo>
                  <a:lnTo>
                    <a:pt x="1581" y="329"/>
                  </a:lnTo>
                  <a:lnTo>
                    <a:pt x="1563" y="325"/>
                  </a:lnTo>
                  <a:lnTo>
                    <a:pt x="1549" y="315"/>
                  </a:lnTo>
                  <a:lnTo>
                    <a:pt x="1537" y="303"/>
                  </a:lnTo>
                  <a:lnTo>
                    <a:pt x="1524" y="289"/>
                  </a:lnTo>
                  <a:lnTo>
                    <a:pt x="1508" y="276"/>
                  </a:lnTo>
                  <a:lnTo>
                    <a:pt x="1494" y="266"/>
                  </a:lnTo>
                  <a:lnTo>
                    <a:pt x="1480" y="260"/>
                  </a:lnTo>
                  <a:lnTo>
                    <a:pt x="1468" y="260"/>
                  </a:lnTo>
                  <a:lnTo>
                    <a:pt x="1461" y="268"/>
                  </a:lnTo>
                  <a:lnTo>
                    <a:pt x="1449" y="287"/>
                  </a:lnTo>
                  <a:lnTo>
                    <a:pt x="1435" y="311"/>
                  </a:lnTo>
                  <a:lnTo>
                    <a:pt x="1417" y="341"/>
                  </a:lnTo>
                  <a:lnTo>
                    <a:pt x="1400" y="372"/>
                  </a:lnTo>
                  <a:lnTo>
                    <a:pt x="1382" y="407"/>
                  </a:lnTo>
                  <a:lnTo>
                    <a:pt x="1366" y="439"/>
                  </a:lnTo>
                  <a:lnTo>
                    <a:pt x="1348" y="467"/>
                  </a:lnTo>
                  <a:lnTo>
                    <a:pt x="1335" y="488"/>
                  </a:lnTo>
                  <a:lnTo>
                    <a:pt x="1327" y="506"/>
                  </a:lnTo>
                  <a:lnTo>
                    <a:pt x="1327" y="522"/>
                  </a:lnTo>
                  <a:lnTo>
                    <a:pt x="1335" y="533"/>
                  </a:lnTo>
                  <a:lnTo>
                    <a:pt x="1344" y="541"/>
                  </a:lnTo>
                  <a:lnTo>
                    <a:pt x="1358" y="549"/>
                  </a:lnTo>
                  <a:lnTo>
                    <a:pt x="1370" y="555"/>
                  </a:lnTo>
                  <a:lnTo>
                    <a:pt x="1376" y="563"/>
                  </a:lnTo>
                  <a:lnTo>
                    <a:pt x="1374" y="569"/>
                  </a:lnTo>
                  <a:lnTo>
                    <a:pt x="1362" y="575"/>
                  </a:lnTo>
                  <a:lnTo>
                    <a:pt x="1348" y="577"/>
                  </a:lnTo>
                  <a:lnTo>
                    <a:pt x="1331" y="577"/>
                  </a:lnTo>
                  <a:lnTo>
                    <a:pt x="1313" y="577"/>
                  </a:lnTo>
                  <a:lnTo>
                    <a:pt x="1297" y="577"/>
                  </a:lnTo>
                  <a:lnTo>
                    <a:pt x="1285" y="577"/>
                  </a:lnTo>
                  <a:lnTo>
                    <a:pt x="1274" y="571"/>
                  </a:lnTo>
                  <a:lnTo>
                    <a:pt x="1264" y="561"/>
                  </a:lnTo>
                  <a:lnTo>
                    <a:pt x="1252" y="551"/>
                  </a:lnTo>
                  <a:lnTo>
                    <a:pt x="1238" y="543"/>
                  </a:lnTo>
                  <a:lnTo>
                    <a:pt x="1222" y="541"/>
                  </a:lnTo>
                  <a:lnTo>
                    <a:pt x="1201" y="543"/>
                  </a:lnTo>
                  <a:lnTo>
                    <a:pt x="1177" y="547"/>
                  </a:lnTo>
                  <a:lnTo>
                    <a:pt x="1153" y="551"/>
                  </a:lnTo>
                  <a:lnTo>
                    <a:pt x="1126" y="553"/>
                  </a:lnTo>
                  <a:lnTo>
                    <a:pt x="1100" y="553"/>
                  </a:lnTo>
                  <a:lnTo>
                    <a:pt x="1079" y="551"/>
                  </a:lnTo>
                  <a:lnTo>
                    <a:pt x="1059" y="551"/>
                  </a:lnTo>
                  <a:lnTo>
                    <a:pt x="1039" y="553"/>
                  </a:lnTo>
                  <a:lnTo>
                    <a:pt x="1026" y="555"/>
                  </a:lnTo>
                  <a:lnTo>
                    <a:pt x="1014" y="561"/>
                  </a:lnTo>
                  <a:lnTo>
                    <a:pt x="1010" y="567"/>
                  </a:lnTo>
                  <a:lnTo>
                    <a:pt x="1014" y="577"/>
                  </a:lnTo>
                  <a:lnTo>
                    <a:pt x="1024" y="585"/>
                  </a:lnTo>
                  <a:lnTo>
                    <a:pt x="1035" y="589"/>
                  </a:lnTo>
                  <a:lnTo>
                    <a:pt x="1049" y="592"/>
                  </a:lnTo>
                  <a:lnTo>
                    <a:pt x="1061" y="594"/>
                  </a:lnTo>
                  <a:lnTo>
                    <a:pt x="1073" y="598"/>
                  </a:lnTo>
                  <a:lnTo>
                    <a:pt x="1081" y="604"/>
                  </a:lnTo>
                  <a:lnTo>
                    <a:pt x="1085" y="616"/>
                  </a:lnTo>
                  <a:lnTo>
                    <a:pt x="1081" y="632"/>
                  </a:lnTo>
                  <a:lnTo>
                    <a:pt x="1069" y="655"/>
                  </a:lnTo>
                  <a:lnTo>
                    <a:pt x="1057" y="677"/>
                  </a:lnTo>
                  <a:lnTo>
                    <a:pt x="1047" y="695"/>
                  </a:lnTo>
                  <a:lnTo>
                    <a:pt x="1041" y="715"/>
                  </a:lnTo>
                  <a:lnTo>
                    <a:pt x="1039" y="736"/>
                  </a:lnTo>
                  <a:lnTo>
                    <a:pt x="1045" y="762"/>
                  </a:lnTo>
                  <a:lnTo>
                    <a:pt x="1057" y="799"/>
                  </a:lnTo>
                  <a:lnTo>
                    <a:pt x="1061" y="833"/>
                  </a:lnTo>
                  <a:lnTo>
                    <a:pt x="1059" y="860"/>
                  </a:lnTo>
                  <a:lnTo>
                    <a:pt x="1051" y="882"/>
                  </a:lnTo>
                  <a:lnTo>
                    <a:pt x="1039" y="894"/>
                  </a:lnTo>
                  <a:lnTo>
                    <a:pt x="1024" y="905"/>
                  </a:lnTo>
                  <a:lnTo>
                    <a:pt x="1004" y="915"/>
                  </a:lnTo>
                  <a:lnTo>
                    <a:pt x="986" y="927"/>
                  </a:lnTo>
                  <a:lnTo>
                    <a:pt x="972" y="939"/>
                  </a:lnTo>
                  <a:lnTo>
                    <a:pt x="966" y="953"/>
                  </a:lnTo>
                  <a:lnTo>
                    <a:pt x="966" y="968"/>
                  </a:lnTo>
                  <a:lnTo>
                    <a:pt x="966" y="988"/>
                  </a:lnTo>
                  <a:lnTo>
                    <a:pt x="966" y="1010"/>
                  </a:lnTo>
                  <a:lnTo>
                    <a:pt x="965" y="1031"/>
                  </a:lnTo>
                  <a:lnTo>
                    <a:pt x="961" y="1049"/>
                  </a:lnTo>
                  <a:lnTo>
                    <a:pt x="953" y="1063"/>
                  </a:lnTo>
                  <a:lnTo>
                    <a:pt x="941" y="1069"/>
                  </a:lnTo>
                  <a:lnTo>
                    <a:pt x="921" y="1071"/>
                  </a:lnTo>
                  <a:lnTo>
                    <a:pt x="892" y="1075"/>
                  </a:lnTo>
                  <a:lnTo>
                    <a:pt x="858" y="1079"/>
                  </a:lnTo>
                  <a:lnTo>
                    <a:pt x="821" y="1085"/>
                  </a:lnTo>
                  <a:lnTo>
                    <a:pt x="783" y="1092"/>
                  </a:lnTo>
                  <a:lnTo>
                    <a:pt x="752" y="1100"/>
                  </a:lnTo>
                  <a:lnTo>
                    <a:pt x="728" y="1110"/>
                  </a:lnTo>
                  <a:lnTo>
                    <a:pt x="705" y="1124"/>
                  </a:lnTo>
                  <a:lnTo>
                    <a:pt x="685" y="1138"/>
                  </a:lnTo>
                  <a:lnTo>
                    <a:pt x="671" y="1151"/>
                  </a:lnTo>
                  <a:lnTo>
                    <a:pt x="655" y="1159"/>
                  </a:lnTo>
                  <a:lnTo>
                    <a:pt x="642" y="1163"/>
                  </a:lnTo>
                  <a:lnTo>
                    <a:pt x="628" y="1159"/>
                  </a:lnTo>
                  <a:lnTo>
                    <a:pt x="606" y="1153"/>
                  </a:lnTo>
                  <a:lnTo>
                    <a:pt x="585" y="1146"/>
                  </a:lnTo>
                  <a:lnTo>
                    <a:pt x="559" y="1138"/>
                  </a:lnTo>
                  <a:lnTo>
                    <a:pt x="535" y="1132"/>
                  </a:lnTo>
                  <a:lnTo>
                    <a:pt x="516" y="1130"/>
                  </a:lnTo>
                  <a:lnTo>
                    <a:pt x="500" y="1132"/>
                  </a:lnTo>
                  <a:lnTo>
                    <a:pt x="486" y="1142"/>
                  </a:lnTo>
                  <a:lnTo>
                    <a:pt x="470" y="1157"/>
                  </a:lnTo>
                  <a:lnTo>
                    <a:pt x="457" y="1177"/>
                  </a:lnTo>
                  <a:lnTo>
                    <a:pt x="443" y="1197"/>
                  </a:lnTo>
                  <a:lnTo>
                    <a:pt x="427" y="1212"/>
                  </a:lnTo>
                  <a:lnTo>
                    <a:pt x="413" y="1220"/>
                  </a:lnTo>
                  <a:lnTo>
                    <a:pt x="390" y="1220"/>
                  </a:lnTo>
                  <a:lnTo>
                    <a:pt x="362" y="1216"/>
                  </a:lnTo>
                  <a:lnTo>
                    <a:pt x="339" y="1212"/>
                  </a:lnTo>
                  <a:lnTo>
                    <a:pt x="319" y="1210"/>
                  </a:lnTo>
                  <a:lnTo>
                    <a:pt x="313" y="1207"/>
                  </a:lnTo>
                  <a:lnTo>
                    <a:pt x="309" y="1199"/>
                  </a:lnTo>
                  <a:lnTo>
                    <a:pt x="309" y="1189"/>
                  </a:lnTo>
                  <a:lnTo>
                    <a:pt x="313" y="1177"/>
                  </a:lnTo>
                  <a:lnTo>
                    <a:pt x="315" y="1167"/>
                  </a:lnTo>
                  <a:lnTo>
                    <a:pt x="317" y="1159"/>
                  </a:lnTo>
                  <a:lnTo>
                    <a:pt x="319" y="1157"/>
                  </a:lnTo>
                  <a:lnTo>
                    <a:pt x="315" y="1157"/>
                  </a:lnTo>
                  <a:lnTo>
                    <a:pt x="303" y="1159"/>
                  </a:lnTo>
                  <a:lnTo>
                    <a:pt x="287" y="1161"/>
                  </a:lnTo>
                  <a:lnTo>
                    <a:pt x="268" y="1163"/>
                  </a:lnTo>
                  <a:lnTo>
                    <a:pt x="250" y="1165"/>
                  </a:lnTo>
                  <a:lnTo>
                    <a:pt x="234" y="1165"/>
                  </a:lnTo>
                  <a:lnTo>
                    <a:pt x="220" y="1165"/>
                  </a:lnTo>
                  <a:lnTo>
                    <a:pt x="211" y="1171"/>
                  </a:lnTo>
                  <a:lnTo>
                    <a:pt x="201" y="1177"/>
                  </a:lnTo>
                  <a:lnTo>
                    <a:pt x="189" y="1185"/>
                  </a:lnTo>
                  <a:lnTo>
                    <a:pt x="171" y="1191"/>
                  </a:lnTo>
                  <a:lnTo>
                    <a:pt x="154" y="1193"/>
                  </a:lnTo>
                  <a:lnTo>
                    <a:pt x="136" y="1193"/>
                  </a:lnTo>
                  <a:lnTo>
                    <a:pt x="116" y="1191"/>
                  </a:lnTo>
                  <a:lnTo>
                    <a:pt x="100" y="1191"/>
                  </a:lnTo>
                  <a:lnTo>
                    <a:pt x="87" y="1197"/>
                  </a:lnTo>
                  <a:lnTo>
                    <a:pt x="77" y="1210"/>
                  </a:lnTo>
                  <a:lnTo>
                    <a:pt x="69" y="1228"/>
                  </a:lnTo>
                  <a:lnTo>
                    <a:pt x="59" y="1246"/>
                  </a:lnTo>
                  <a:lnTo>
                    <a:pt x="49" y="1262"/>
                  </a:lnTo>
                  <a:lnTo>
                    <a:pt x="39" y="1275"/>
                  </a:lnTo>
                  <a:lnTo>
                    <a:pt x="33" y="1285"/>
                  </a:lnTo>
                  <a:lnTo>
                    <a:pt x="29" y="1289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30" name="Freeform 69"/>
            <p:cNvSpPr/>
            <p:nvPr/>
          </p:nvSpPr>
          <p:spPr bwMode="gray">
            <a:xfrm>
              <a:off x="900" y="2373"/>
              <a:ext cx="1448" cy="781"/>
            </a:xfrm>
            <a:custGeom>
              <a:avLst/>
              <a:gdLst>
                <a:gd name="T0" fmla="*/ 682 w 2896"/>
                <a:gd name="T1" fmla="*/ 376 h 1563"/>
                <a:gd name="T2" fmla="*/ 665 w 2896"/>
                <a:gd name="T3" fmla="*/ 372 h 1563"/>
                <a:gd name="T4" fmla="*/ 658 w 2896"/>
                <a:gd name="T5" fmla="*/ 380 h 1563"/>
                <a:gd name="T6" fmla="*/ 653 w 2896"/>
                <a:gd name="T7" fmla="*/ 378 h 1563"/>
                <a:gd name="T8" fmla="*/ 623 w 2896"/>
                <a:gd name="T9" fmla="*/ 368 h 1563"/>
                <a:gd name="T10" fmla="*/ 626 w 2896"/>
                <a:gd name="T11" fmla="*/ 363 h 1563"/>
                <a:gd name="T12" fmla="*/ 630 w 2896"/>
                <a:gd name="T13" fmla="*/ 349 h 1563"/>
                <a:gd name="T14" fmla="*/ 616 w 2896"/>
                <a:gd name="T15" fmla="*/ 326 h 1563"/>
                <a:gd name="T16" fmla="*/ 604 w 2896"/>
                <a:gd name="T17" fmla="*/ 331 h 1563"/>
                <a:gd name="T18" fmla="*/ 589 w 2896"/>
                <a:gd name="T19" fmla="*/ 341 h 1563"/>
                <a:gd name="T20" fmla="*/ 568 w 2896"/>
                <a:gd name="T21" fmla="*/ 333 h 1563"/>
                <a:gd name="T22" fmla="*/ 557 w 2896"/>
                <a:gd name="T23" fmla="*/ 332 h 1563"/>
                <a:gd name="T24" fmla="*/ 536 w 2896"/>
                <a:gd name="T25" fmla="*/ 348 h 1563"/>
                <a:gd name="T26" fmla="*/ 511 w 2896"/>
                <a:gd name="T27" fmla="*/ 355 h 1563"/>
                <a:gd name="T28" fmla="*/ 491 w 2896"/>
                <a:gd name="T29" fmla="*/ 376 h 1563"/>
                <a:gd name="T30" fmla="*/ 459 w 2896"/>
                <a:gd name="T31" fmla="*/ 388 h 1563"/>
                <a:gd name="T32" fmla="*/ 442 w 2896"/>
                <a:gd name="T33" fmla="*/ 382 h 1563"/>
                <a:gd name="T34" fmla="*/ 431 w 2896"/>
                <a:gd name="T35" fmla="*/ 370 h 1563"/>
                <a:gd name="T36" fmla="*/ 400 w 2896"/>
                <a:gd name="T37" fmla="*/ 364 h 1563"/>
                <a:gd name="T38" fmla="*/ 389 w 2896"/>
                <a:gd name="T39" fmla="*/ 353 h 1563"/>
                <a:gd name="T40" fmla="*/ 364 w 2896"/>
                <a:gd name="T41" fmla="*/ 368 h 1563"/>
                <a:gd name="T42" fmla="*/ 348 w 2896"/>
                <a:gd name="T43" fmla="*/ 384 h 1563"/>
                <a:gd name="T44" fmla="*/ 335 w 2896"/>
                <a:gd name="T45" fmla="*/ 390 h 1563"/>
                <a:gd name="T46" fmla="*/ 339 w 2896"/>
                <a:gd name="T47" fmla="*/ 373 h 1563"/>
                <a:gd name="T48" fmla="*/ 331 w 2896"/>
                <a:gd name="T49" fmla="*/ 359 h 1563"/>
                <a:gd name="T50" fmla="*/ 302 w 2896"/>
                <a:gd name="T51" fmla="*/ 366 h 1563"/>
                <a:gd name="T52" fmla="*/ 264 w 2896"/>
                <a:gd name="T53" fmla="*/ 352 h 1563"/>
                <a:gd name="T54" fmla="*/ 246 w 2896"/>
                <a:gd name="T55" fmla="*/ 351 h 1563"/>
                <a:gd name="T56" fmla="*/ 221 w 2896"/>
                <a:gd name="T57" fmla="*/ 336 h 1563"/>
                <a:gd name="T58" fmla="*/ 200 w 2896"/>
                <a:gd name="T59" fmla="*/ 320 h 1563"/>
                <a:gd name="T60" fmla="*/ 178 w 2896"/>
                <a:gd name="T61" fmla="*/ 301 h 1563"/>
                <a:gd name="T62" fmla="*/ 171 w 2896"/>
                <a:gd name="T63" fmla="*/ 281 h 1563"/>
                <a:gd name="T64" fmla="*/ 158 w 2896"/>
                <a:gd name="T65" fmla="*/ 288 h 1563"/>
                <a:gd name="T66" fmla="*/ 142 w 2896"/>
                <a:gd name="T67" fmla="*/ 265 h 1563"/>
                <a:gd name="T68" fmla="*/ 109 w 2896"/>
                <a:gd name="T69" fmla="*/ 235 h 1563"/>
                <a:gd name="T70" fmla="*/ 89 w 2896"/>
                <a:gd name="T71" fmla="*/ 223 h 1563"/>
                <a:gd name="T72" fmla="*/ 74 w 2896"/>
                <a:gd name="T73" fmla="*/ 228 h 1563"/>
                <a:gd name="T74" fmla="*/ 46 w 2896"/>
                <a:gd name="T75" fmla="*/ 195 h 1563"/>
                <a:gd name="T76" fmla="*/ 19 w 2896"/>
                <a:gd name="T77" fmla="*/ 169 h 1563"/>
                <a:gd name="T78" fmla="*/ 10 w 2896"/>
                <a:gd name="T79" fmla="*/ 162 h 1563"/>
                <a:gd name="T80" fmla="*/ 0 w 2896"/>
                <a:gd name="T81" fmla="*/ 157 h 1563"/>
                <a:gd name="T82" fmla="*/ 3 w 2896"/>
                <a:gd name="T83" fmla="*/ 135 h 1563"/>
                <a:gd name="T84" fmla="*/ 1 w 2896"/>
                <a:gd name="T85" fmla="*/ 112 h 1563"/>
                <a:gd name="T86" fmla="*/ 11 w 2896"/>
                <a:gd name="T87" fmla="*/ 109 h 1563"/>
                <a:gd name="T88" fmla="*/ 22 w 2896"/>
                <a:gd name="T89" fmla="*/ 118 h 1563"/>
                <a:gd name="T90" fmla="*/ 38 w 2896"/>
                <a:gd name="T91" fmla="*/ 112 h 1563"/>
                <a:gd name="T92" fmla="*/ 43 w 2896"/>
                <a:gd name="T93" fmla="*/ 90 h 1563"/>
                <a:gd name="T94" fmla="*/ 25 w 2896"/>
                <a:gd name="T95" fmla="*/ 76 h 1563"/>
                <a:gd name="T96" fmla="*/ 29 w 2896"/>
                <a:gd name="T97" fmla="*/ 51 h 1563"/>
                <a:gd name="T98" fmla="*/ 39 w 2896"/>
                <a:gd name="T99" fmla="*/ 36 h 1563"/>
                <a:gd name="T100" fmla="*/ 71 w 2896"/>
                <a:gd name="T101" fmla="*/ 26 h 1563"/>
                <a:gd name="T102" fmla="*/ 148 w 2896"/>
                <a:gd name="T103" fmla="*/ 20 h 1563"/>
                <a:gd name="T104" fmla="*/ 258 w 2896"/>
                <a:gd name="T105" fmla="*/ 20 h 1563"/>
                <a:gd name="T106" fmla="*/ 365 w 2896"/>
                <a:gd name="T107" fmla="*/ 3 h 1563"/>
                <a:gd name="T108" fmla="*/ 417 w 2896"/>
                <a:gd name="T109" fmla="*/ 39 h 1563"/>
                <a:gd name="T110" fmla="*/ 399 w 2896"/>
                <a:gd name="T111" fmla="*/ 107 h 1563"/>
                <a:gd name="T112" fmla="*/ 467 w 2896"/>
                <a:gd name="T113" fmla="*/ 166 h 1563"/>
                <a:gd name="T114" fmla="*/ 552 w 2896"/>
                <a:gd name="T115" fmla="*/ 189 h 1563"/>
                <a:gd name="T116" fmla="*/ 640 w 2896"/>
                <a:gd name="T117" fmla="*/ 234 h 1563"/>
                <a:gd name="T118" fmla="*/ 685 w 2896"/>
                <a:gd name="T119" fmla="*/ 200 h 1563"/>
                <a:gd name="T120" fmla="*/ 711 w 2896"/>
                <a:gd name="T121" fmla="*/ 258 h 1563"/>
                <a:gd name="T122" fmla="*/ 713 w 2896"/>
                <a:gd name="T123" fmla="*/ 353 h 1563"/>
                <a:gd name="T124" fmla="*/ 689 w 2896"/>
                <a:gd name="T125" fmla="*/ 384 h 156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896"/>
                <a:gd name="T190" fmla="*/ 0 h 1563"/>
                <a:gd name="T191" fmla="*/ 2896 w 2896"/>
                <a:gd name="T192" fmla="*/ 1563 h 1563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896" h="1563">
                  <a:moveTo>
                    <a:pt x="2754" y="1539"/>
                  </a:moveTo>
                  <a:lnTo>
                    <a:pt x="2752" y="1535"/>
                  </a:lnTo>
                  <a:lnTo>
                    <a:pt x="2746" y="1528"/>
                  </a:lnTo>
                  <a:lnTo>
                    <a:pt x="2738" y="1516"/>
                  </a:lnTo>
                  <a:lnTo>
                    <a:pt x="2728" y="1504"/>
                  </a:lnTo>
                  <a:lnTo>
                    <a:pt x="2715" y="1496"/>
                  </a:lnTo>
                  <a:lnTo>
                    <a:pt x="2699" y="1490"/>
                  </a:lnTo>
                  <a:lnTo>
                    <a:pt x="2685" y="1486"/>
                  </a:lnTo>
                  <a:lnTo>
                    <a:pt x="2671" y="1486"/>
                  </a:lnTo>
                  <a:lnTo>
                    <a:pt x="2658" y="1490"/>
                  </a:lnTo>
                  <a:lnTo>
                    <a:pt x="2650" y="1500"/>
                  </a:lnTo>
                  <a:lnTo>
                    <a:pt x="2644" y="1510"/>
                  </a:lnTo>
                  <a:lnTo>
                    <a:pt x="2640" y="1516"/>
                  </a:lnTo>
                  <a:lnTo>
                    <a:pt x="2636" y="1520"/>
                  </a:lnTo>
                  <a:lnTo>
                    <a:pt x="2632" y="1522"/>
                  </a:lnTo>
                  <a:lnTo>
                    <a:pt x="2630" y="1524"/>
                  </a:lnTo>
                  <a:lnTo>
                    <a:pt x="2628" y="1524"/>
                  </a:lnTo>
                  <a:lnTo>
                    <a:pt x="2624" y="1522"/>
                  </a:lnTo>
                  <a:lnTo>
                    <a:pt x="2612" y="1514"/>
                  </a:lnTo>
                  <a:lnTo>
                    <a:pt x="2591" y="1504"/>
                  </a:lnTo>
                  <a:lnTo>
                    <a:pt x="2559" y="1492"/>
                  </a:lnTo>
                  <a:lnTo>
                    <a:pt x="2534" y="1486"/>
                  </a:lnTo>
                  <a:lnTo>
                    <a:pt x="2510" y="1480"/>
                  </a:lnTo>
                  <a:lnTo>
                    <a:pt x="2492" y="1474"/>
                  </a:lnTo>
                  <a:lnTo>
                    <a:pt x="2480" y="1472"/>
                  </a:lnTo>
                  <a:lnTo>
                    <a:pt x="2477" y="1472"/>
                  </a:lnTo>
                  <a:lnTo>
                    <a:pt x="2480" y="1468"/>
                  </a:lnTo>
                  <a:lnTo>
                    <a:pt x="2488" y="1463"/>
                  </a:lnTo>
                  <a:lnTo>
                    <a:pt x="2502" y="1453"/>
                  </a:lnTo>
                  <a:lnTo>
                    <a:pt x="2514" y="1443"/>
                  </a:lnTo>
                  <a:lnTo>
                    <a:pt x="2524" y="1431"/>
                  </a:lnTo>
                  <a:lnTo>
                    <a:pt x="2528" y="1421"/>
                  </a:lnTo>
                  <a:lnTo>
                    <a:pt x="2526" y="1411"/>
                  </a:lnTo>
                  <a:lnTo>
                    <a:pt x="2518" y="1396"/>
                  </a:lnTo>
                  <a:lnTo>
                    <a:pt x="2506" y="1376"/>
                  </a:lnTo>
                  <a:lnTo>
                    <a:pt x="2494" y="1356"/>
                  </a:lnTo>
                  <a:lnTo>
                    <a:pt x="2482" y="1337"/>
                  </a:lnTo>
                  <a:lnTo>
                    <a:pt x="2471" y="1319"/>
                  </a:lnTo>
                  <a:lnTo>
                    <a:pt x="2463" y="1307"/>
                  </a:lnTo>
                  <a:lnTo>
                    <a:pt x="2461" y="1303"/>
                  </a:lnTo>
                  <a:lnTo>
                    <a:pt x="2457" y="1305"/>
                  </a:lnTo>
                  <a:lnTo>
                    <a:pt x="2445" y="1309"/>
                  </a:lnTo>
                  <a:lnTo>
                    <a:pt x="2429" y="1317"/>
                  </a:lnTo>
                  <a:lnTo>
                    <a:pt x="2414" y="1325"/>
                  </a:lnTo>
                  <a:lnTo>
                    <a:pt x="2398" y="1333"/>
                  </a:lnTo>
                  <a:lnTo>
                    <a:pt x="2384" y="1341"/>
                  </a:lnTo>
                  <a:lnTo>
                    <a:pt x="2376" y="1348"/>
                  </a:lnTo>
                  <a:lnTo>
                    <a:pt x="2366" y="1358"/>
                  </a:lnTo>
                  <a:lnTo>
                    <a:pt x="2354" y="1366"/>
                  </a:lnTo>
                  <a:lnTo>
                    <a:pt x="2339" y="1366"/>
                  </a:lnTo>
                  <a:lnTo>
                    <a:pt x="2321" y="1362"/>
                  </a:lnTo>
                  <a:lnTo>
                    <a:pt x="2305" y="1354"/>
                  </a:lnTo>
                  <a:lnTo>
                    <a:pt x="2290" y="1344"/>
                  </a:lnTo>
                  <a:lnTo>
                    <a:pt x="2272" y="1335"/>
                  </a:lnTo>
                  <a:lnTo>
                    <a:pt x="2256" y="1327"/>
                  </a:lnTo>
                  <a:lnTo>
                    <a:pt x="2246" y="1321"/>
                  </a:lnTo>
                  <a:lnTo>
                    <a:pt x="2242" y="1319"/>
                  </a:lnTo>
                  <a:lnTo>
                    <a:pt x="2238" y="1323"/>
                  </a:lnTo>
                  <a:lnTo>
                    <a:pt x="2228" y="1331"/>
                  </a:lnTo>
                  <a:lnTo>
                    <a:pt x="2215" y="1342"/>
                  </a:lnTo>
                  <a:lnTo>
                    <a:pt x="2197" y="1354"/>
                  </a:lnTo>
                  <a:lnTo>
                    <a:pt x="2177" y="1370"/>
                  </a:lnTo>
                  <a:lnTo>
                    <a:pt x="2160" y="1382"/>
                  </a:lnTo>
                  <a:lnTo>
                    <a:pt x="2142" y="1394"/>
                  </a:lnTo>
                  <a:lnTo>
                    <a:pt x="2126" y="1402"/>
                  </a:lnTo>
                  <a:lnTo>
                    <a:pt x="2108" y="1405"/>
                  </a:lnTo>
                  <a:lnTo>
                    <a:pt x="2087" y="1411"/>
                  </a:lnTo>
                  <a:lnTo>
                    <a:pt x="2063" y="1415"/>
                  </a:lnTo>
                  <a:lnTo>
                    <a:pt x="2043" y="1423"/>
                  </a:lnTo>
                  <a:lnTo>
                    <a:pt x="2028" y="1431"/>
                  </a:lnTo>
                  <a:lnTo>
                    <a:pt x="2017" y="1445"/>
                  </a:lnTo>
                  <a:lnTo>
                    <a:pt x="2004" y="1465"/>
                  </a:lnTo>
                  <a:lnTo>
                    <a:pt x="1986" y="1486"/>
                  </a:lnTo>
                  <a:lnTo>
                    <a:pt x="1963" y="1506"/>
                  </a:lnTo>
                  <a:lnTo>
                    <a:pt x="1937" y="1522"/>
                  </a:lnTo>
                  <a:lnTo>
                    <a:pt x="1910" y="1531"/>
                  </a:lnTo>
                  <a:lnTo>
                    <a:pt x="1884" y="1539"/>
                  </a:lnTo>
                  <a:lnTo>
                    <a:pt x="1860" y="1547"/>
                  </a:lnTo>
                  <a:lnTo>
                    <a:pt x="1837" y="1555"/>
                  </a:lnTo>
                  <a:lnTo>
                    <a:pt x="1815" y="1561"/>
                  </a:lnTo>
                  <a:lnTo>
                    <a:pt x="1795" y="1561"/>
                  </a:lnTo>
                  <a:lnTo>
                    <a:pt x="1784" y="1553"/>
                  </a:lnTo>
                  <a:lnTo>
                    <a:pt x="1776" y="1541"/>
                  </a:lnTo>
                  <a:lnTo>
                    <a:pt x="1770" y="1528"/>
                  </a:lnTo>
                  <a:lnTo>
                    <a:pt x="1768" y="1514"/>
                  </a:lnTo>
                  <a:lnTo>
                    <a:pt x="1764" y="1502"/>
                  </a:lnTo>
                  <a:lnTo>
                    <a:pt x="1756" y="1492"/>
                  </a:lnTo>
                  <a:lnTo>
                    <a:pt x="1744" y="1484"/>
                  </a:lnTo>
                  <a:lnTo>
                    <a:pt x="1723" y="1480"/>
                  </a:lnTo>
                  <a:lnTo>
                    <a:pt x="1697" y="1478"/>
                  </a:lnTo>
                  <a:lnTo>
                    <a:pt x="1669" y="1476"/>
                  </a:lnTo>
                  <a:lnTo>
                    <a:pt x="1642" y="1472"/>
                  </a:lnTo>
                  <a:lnTo>
                    <a:pt x="1614" y="1466"/>
                  </a:lnTo>
                  <a:lnTo>
                    <a:pt x="1601" y="1459"/>
                  </a:lnTo>
                  <a:lnTo>
                    <a:pt x="1591" y="1449"/>
                  </a:lnTo>
                  <a:lnTo>
                    <a:pt x="1583" y="1439"/>
                  </a:lnTo>
                  <a:lnTo>
                    <a:pt x="1575" y="1429"/>
                  </a:lnTo>
                  <a:lnTo>
                    <a:pt x="1567" y="1419"/>
                  </a:lnTo>
                  <a:lnTo>
                    <a:pt x="1557" y="1415"/>
                  </a:lnTo>
                  <a:lnTo>
                    <a:pt x="1545" y="1415"/>
                  </a:lnTo>
                  <a:lnTo>
                    <a:pt x="1528" y="1421"/>
                  </a:lnTo>
                  <a:lnTo>
                    <a:pt x="1502" y="1437"/>
                  </a:lnTo>
                  <a:lnTo>
                    <a:pt x="1479" y="1455"/>
                  </a:lnTo>
                  <a:lnTo>
                    <a:pt x="1455" y="1472"/>
                  </a:lnTo>
                  <a:lnTo>
                    <a:pt x="1435" y="1492"/>
                  </a:lnTo>
                  <a:lnTo>
                    <a:pt x="1421" y="1508"/>
                  </a:lnTo>
                  <a:lnTo>
                    <a:pt x="1410" y="1520"/>
                  </a:lnTo>
                  <a:lnTo>
                    <a:pt x="1402" y="1528"/>
                  </a:lnTo>
                  <a:lnTo>
                    <a:pt x="1390" y="1537"/>
                  </a:lnTo>
                  <a:lnTo>
                    <a:pt x="1378" y="1547"/>
                  </a:lnTo>
                  <a:lnTo>
                    <a:pt x="1364" y="1555"/>
                  </a:lnTo>
                  <a:lnTo>
                    <a:pt x="1353" y="1561"/>
                  </a:lnTo>
                  <a:lnTo>
                    <a:pt x="1345" y="1563"/>
                  </a:lnTo>
                  <a:lnTo>
                    <a:pt x="1339" y="1561"/>
                  </a:lnTo>
                  <a:lnTo>
                    <a:pt x="1339" y="1553"/>
                  </a:lnTo>
                  <a:lnTo>
                    <a:pt x="1343" y="1541"/>
                  </a:lnTo>
                  <a:lnTo>
                    <a:pt x="1347" y="1528"/>
                  </a:lnTo>
                  <a:lnTo>
                    <a:pt x="1353" y="1510"/>
                  </a:lnTo>
                  <a:lnTo>
                    <a:pt x="1356" y="1492"/>
                  </a:lnTo>
                  <a:lnTo>
                    <a:pt x="1358" y="1476"/>
                  </a:lnTo>
                  <a:lnTo>
                    <a:pt x="1358" y="1461"/>
                  </a:lnTo>
                  <a:lnTo>
                    <a:pt x="1353" y="1449"/>
                  </a:lnTo>
                  <a:lnTo>
                    <a:pt x="1343" y="1441"/>
                  </a:lnTo>
                  <a:lnTo>
                    <a:pt x="1321" y="1437"/>
                  </a:lnTo>
                  <a:lnTo>
                    <a:pt x="1301" y="1441"/>
                  </a:lnTo>
                  <a:lnTo>
                    <a:pt x="1282" y="1449"/>
                  </a:lnTo>
                  <a:lnTo>
                    <a:pt x="1260" y="1457"/>
                  </a:lnTo>
                  <a:lnTo>
                    <a:pt x="1234" y="1463"/>
                  </a:lnTo>
                  <a:lnTo>
                    <a:pt x="1205" y="1465"/>
                  </a:lnTo>
                  <a:lnTo>
                    <a:pt x="1173" y="1459"/>
                  </a:lnTo>
                  <a:lnTo>
                    <a:pt x="1140" y="1449"/>
                  </a:lnTo>
                  <a:lnTo>
                    <a:pt x="1106" y="1435"/>
                  </a:lnTo>
                  <a:lnTo>
                    <a:pt x="1077" y="1421"/>
                  </a:lnTo>
                  <a:lnTo>
                    <a:pt x="1053" y="1409"/>
                  </a:lnTo>
                  <a:lnTo>
                    <a:pt x="1038" y="1402"/>
                  </a:lnTo>
                  <a:lnTo>
                    <a:pt x="1026" y="1398"/>
                  </a:lnTo>
                  <a:lnTo>
                    <a:pt x="1012" y="1400"/>
                  </a:lnTo>
                  <a:lnTo>
                    <a:pt x="998" y="1404"/>
                  </a:lnTo>
                  <a:lnTo>
                    <a:pt x="984" y="1405"/>
                  </a:lnTo>
                  <a:lnTo>
                    <a:pt x="969" y="1404"/>
                  </a:lnTo>
                  <a:lnTo>
                    <a:pt x="951" y="1396"/>
                  </a:lnTo>
                  <a:lnTo>
                    <a:pt x="931" y="1380"/>
                  </a:lnTo>
                  <a:lnTo>
                    <a:pt x="908" y="1364"/>
                  </a:lnTo>
                  <a:lnTo>
                    <a:pt x="884" y="1346"/>
                  </a:lnTo>
                  <a:lnTo>
                    <a:pt x="860" y="1331"/>
                  </a:lnTo>
                  <a:lnTo>
                    <a:pt x="843" y="1317"/>
                  </a:lnTo>
                  <a:lnTo>
                    <a:pt x="831" y="1307"/>
                  </a:lnTo>
                  <a:lnTo>
                    <a:pt x="817" y="1297"/>
                  </a:lnTo>
                  <a:lnTo>
                    <a:pt x="799" y="1283"/>
                  </a:lnTo>
                  <a:lnTo>
                    <a:pt x="778" y="1268"/>
                  </a:lnTo>
                  <a:lnTo>
                    <a:pt x="754" y="1250"/>
                  </a:lnTo>
                  <a:lnTo>
                    <a:pt x="734" y="1234"/>
                  </a:lnTo>
                  <a:lnTo>
                    <a:pt x="717" y="1219"/>
                  </a:lnTo>
                  <a:lnTo>
                    <a:pt x="709" y="1207"/>
                  </a:lnTo>
                  <a:lnTo>
                    <a:pt x="705" y="1189"/>
                  </a:lnTo>
                  <a:lnTo>
                    <a:pt x="701" y="1169"/>
                  </a:lnTo>
                  <a:lnTo>
                    <a:pt x="697" y="1150"/>
                  </a:lnTo>
                  <a:lnTo>
                    <a:pt x="691" y="1134"/>
                  </a:lnTo>
                  <a:lnTo>
                    <a:pt x="683" y="1126"/>
                  </a:lnTo>
                  <a:lnTo>
                    <a:pt x="675" y="1126"/>
                  </a:lnTo>
                  <a:lnTo>
                    <a:pt x="666" y="1132"/>
                  </a:lnTo>
                  <a:lnTo>
                    <a:pt x="656" y="1140"/>
                  </a:lnTo>
                  <a:lnTo>
                    <a:pt x="644" y="1148"/>
                  </a:lnTo>
                  <a:lnTo>
                    <a:pt x="632" y="1154"/>
                  </a:lnTo>
                  <a:lnTo>
                    <a:pt x="620" y="1156"/>
                  </a:lnTo>
                  <a:lnTo>
                    <a:pt x="612" y="1152"/>
                  </a:lnTo>
                  <a:lnTo>
                    <a:pt x="606" y="1142"/>
                  </a:lnTo>
                  <a:lnTo>
                    <a:pt x="591" y="1100"/>
                  </a:lnTo>
                  <a:lnTo>
                    <a:pt x="565" y="1063"/>
                  </a:lnTo>
                  <a:lnTo>
                    <a:pt x="532" y="1026"/>
                  </a:lnTo>
                  <a:lnTo>
                    <a:pt x="510" y="1006"/>
                  </a:lnTo>
                  <a:lnTo>
                    <a:pt x="484" y="984"/>
                  </a:lnTo>
                  <a:lnTo>
                    <a:pt x="461" y="963"/>
                  </a:lnTo>
                  <a:lnTo>
                    <a:pt x="437" y="943"/>
                  </a:lnTo>
                  <a:lnTo>
                    <a:pt x="419" y="923"/>
                  </a:lnTo>
                  <a:lnTo>
                    <a:pt x="406" y="908"/>
                  </a:lnTo>
                  <a:lnTo>
                    <a:pt x="390" y="894"/>
                  </a:lnTo>
                  <a:lnTo>
                    <a:pt x="374" y="890"/>
                  </a:lnTo>
                  <a:lnTo>
                    <a:pt x="356" y="892"/>
                  </a:lnTo>
                  <a:lnTo>
                    <a:pt x="343" y="900"/>
                  </a:lnTo>
                  <a:lnTo>
                    <a:pt x="331" y="910"/>
                  </a:lnTo>
                  <a:lnTo>
                    <a:pt x="321" y="919"/>
                  </a:lnTo>
                  <a:lnTo>
                    <a:pt x="309" y="921"/>
                  </a:lnTo>
                  <a:lnTo>
                    <a:pt x="295" y="913"/>
                  </a:lnTo>
                  <a:lnTo>
                    <a:pt x="280" y="898"/>
                  </a:lnTo>
                  <a:lnTo>
                    <a:pt x="266" y="870"/>
                  </a:lnTo>
                  <a:lnTo>
                    <a:pt x="246" y="839"/>
                  </a:lnTo>
                  <a:lnTo>
                    <a:pt x="217" y="809"/>
                  </a:lnTo>
                  <a:lnTo>
                    <a:pt x="183" y="782"/>
                  </a:lnTo>
                  <a:lnTo>
                    <a:pt x="152" y="756"/>
                  </a:lnTo>
                  <a:lnTo>
                    <a:pt x="124" y="734"/>
                  </a:lnTo>
                  <a:lnTo>
                    <a:pt x="105" y="717"/>
                  </a:lnTo>
                  <a:lnTo>
                    <a:pt x="87" y="697"/>
                  </a:lnTo>
                  <a:lnTo>
                    <a:pt x="73" y="677"/>
                  </a:lnTo>
                  <a:lnTo>
                    <a:pt x="61" y="662"/>
                  </a:lnTo>
                  <a:lnTo>
                    <a:pt x="53" y="652"/>
                  </a:lnTo>
                  <a:lnTo>
                    <a:pt x="51" y="648"/>
                  </a:lnTo>
                  <a:lnTo>
                    <a:pt x="47" y="648"/>
                  </a:lnTo>
                  <a:lnTo>
                    <a:pt x="40" y="650"/>
                  </a:lnTo>
                  <a:lnTo>
                    <a:pt x="30" y="650"/>
                  </a:lnTo>
                  <a:lnTo>
                    <a:pt x="20" y="648"/>
                  </a:lnTo>
                  <a:lnTo>
                    <a:pt x="8" y="646"/>
                  </a:lnTo>
                  <a:lnTo>
                    <a:pt x="2" y="638"/>
                  </a:lnTo>
                  <a:lnTo>
                    <a:pt x="0" y="628"/>
                  </a:lnTo>
                  <a:lnTo>
                    <a:pt x="4" y="614"/>
                  </a:lnTo>
                  <a:lnTo>
                    <a:pt x="10" y="593"/>
                  </a:lnTo>
                  <a:lnTo>
                    <a:pt x="14" y="575"/>
                  </a:lnTo>
                  <a:lnTo>
                    <a:pt x="14" y="559"/>
                  </a:lnTo>
                  <a:lnTo>
                    <a:pt x="12" y="541"/>
                  </a:lnTo>
                  <a:lnTo>
                    <a:pt x="10" y="524"/>
                  </a:lnTo>
                  <a:lnTo>
                    <a:pt x="12" y="504"/>
                  </a:lnTo>
                  <a:lnTo>
                    <a:pt x="12" y="482"/>
                  </a:lnTo>
                  <a:lnTo>
                    <a:pt x="8" y="463"/>
                  </a:lnTo>
                  <a:lnTo>
                    <a:pt x="6" y="449"/>
                  </a:lnTo>
                  <a:lnTo>
                    <a:pt x="4" y="439"/>
                  </a:lnTo>
                  <a:lnTo>
                    <a:pt x="10" y="431"/>
                  </a:lnTo>
                  <a:lnTo>
                    <a:pt x="22" y="427"/>
                  </a:lnTo>
                  <a:lnTo>
                    <a:pt x="34" y="429"/>
                  </a:lnTo>
                  <a:lnTo>
                    <a:pt x="44" y="437"/>
                  </a:lnTo>
                  <a:lnTo>
                    <a:pt x="51" y="449"/>
                  </a:lnTo>
                  <a:lnTo>
                    <a:pt x="57" y="461"/>
                  </a:lnTo>
                  <a:lnTo>
                    <a:pt x="65" y="471"/>
                  </a:lnTo>
                  <a:lnTo>
                    <a:pt x="75" y="475"/>
                  </a:lnTo>
                  <a:lnTo>
                    <a:pt x="87" y="473"/>
                  </a:lnTo>
                  <a:lnTo>
                    <a:pt x="105" y="465"/>
                  </a:lnTo>
                  <a:lnTo>
                    <a:pt x="118" y="463"/>
                  </a:lnTo>
                  <a:lnTo>
                    <a:pt x="132" y="463"/>
                  </a:lnTo>
                  <a:lnTo>
                    <a:pt x="144" y="459"/>
                  </a:lnTo>
                  <a:lnTo>
                    <a:pt x="152" y="451"/>
                  </a:lnTo>
                  <a:lnTo>
                    <a:pt x="158" y="435"/>
                  </a:lnTo>
                  <a:lnTo>
                    <a:pt x="164" y="412"/>
                  </a:lnTo>
                  <a:lnTo>
                    <a:pt x="169" y="394"/>
                  </a:lnTo>
                  <a:lnTo>
                    <a:pt x="171" y="376"/>
                  </a:lnTo>
                  <a:lnTo>
                    <a:pt x="169" y="360"/>
                  </a:lnTo>
                  <a:lnTo>
                    <a:pt x="156" y="347"/>
                  </a:lnTo>
                  <a:lnTo>
                    <a:pt x="140" y="335"/>
                  </a:lnTo>
                  <a:lnTo>
                    <a:pt x="122" y="325"/>
                  </a:lnTo>
                  <a:lnTo>
                    <a:pt x="108" y="315"/>
                  </a:lnTo>
                  <a:lnTo>
                    <a:pt x="99" y="305"/>
                  </a:lnTo>
                  <a:lnTo>
                    <a:pt x="97" y="293"/>
                  </a:lnTo>
                  <a:lnTo>
                    <a:pt x="101" y="278"/>
                  </a:lnTo>
                  <a:lnTo>
                    <a:pt x="108" y="254"/>
                  </a:lnTo>
                  <a:lnTo>
                    <a:pt x="114" y="229"/>
                  </a:lnTo>
                  <a:lnTo>
                    <a:pt x="118" y="205"/>
                  </a:lnTo>
                  <a:lnTo>
                    <a:pt x="124" y="183"/>
                  </a:lnTo>
                  <a:lnTo>
                    <a:pt x="132" y="168"/>
                  </a:lnTo>
                  <a:lnTo>
                    <a:pt x="140" y="158"/>
                  </a:lnTo>
                  <a:lnTo>
                    <a:pt x="148" y="150"/>
                  </a:lnTo>
                  <a:lnTo>
                    <a:pt x="154" y="146"/>
                  </a:lnTo>
                  <a:lnTo>
                    <a:pt x="158" y="142"/>
                  </a:lnTo>
                  <a:lnTo>
                    <a:pt x="160" y="140"/>
                  </a:lnTo>
                  <a:lnTo>
                    <a:pt x="162" y="138"/>
                  </a:lnTo>
                  <a:lnTo>
                    <a:pt x="256" y="152"/>
                  </a:lnTo>
                  <a:lnTo>
                    <a:pt x="284" y="105"/>
                  </a:lnTo>
                  <a:lnTo>
                    <a:pt x="355" y="42"/>
                  </a:lnTo>
                  <a:lnTo>
                    <a:pt x="384" y="24"/>
                  </a:lnTo>
                  <a:lnTo>
                    <a:pt x="492" y="61"/>
                  </a:lnTo>
                  <a:lnTo>
                    <a:pt x="530" y="87"/>
                  </a:lnTo>
                  <a:lnTo>
                    <a:pt x="589" y="81"/>
                  </a:lnTo>
                  <a:lnTo>
                    <a:pt x="626" y="36"/>
                  </a:lnTo>
                  <a:lnTo>
                    <a:pt x="792" y="67"/>
                  </a:lnTo>
                  <a:lnTo>
                    <a:pt x="841" y="106"/>
                  </a:lnTo>
                  <a:lnTo>
                    <a:pt x="896" y="118"/>
                  </a:lnTo>
                  <a:lnTo>
                    <a:pt x="1032" y="81"/>
                  </a:lnTo>
                  <a:lnTo>
                    <a:pt x="1071" y="105"/>
                  </a:lnTo>
                  <a:lnTo>
                    <a:pt x="1179" y="34"/>
                  </a:lnTo>
                  <a:lnTo>
                    <a:pt x="1297" y="32"/>
                  </a:lnTo>
                  <a:lnTo>
                    <a:pt x="1366" y="0"/>
                  </a:lnTo>
                  <a:lnTo>
                    <a:pt x="1461" y="12"/>
                  </a:lnTo>
                  <a:lnTo>
                    <a:pt x="1575" y="87"/>
                  </a:lnTo>
                  <a:lnTo>
                    <a:pt x="1666" y="75"/>
                  </a:lnTo>
                  <a:lnTo>
                    <a:pt x="1669" y="110"/>
                  </a:lnTo>
                  <a:lnTo>
                    <a:pt x="1628" y="138"/>
                  </a:lnTo>
                  <a:lnTo>
                    <a:pt x="1667" y="158"/>
                  </a:lnTo>
                  <a:lnTo>
                    <a:pt x="1666" y="205"/>
                  </a:lnTo>
                  <a:lnTo>
                    <a:pt x="1632" y="295"/>
                  </a:lnTo>
                  <a:lnTo>
                    <a:pt x="1634" y="347"/>
                  </a:lnTo>
                  <a:lnTo>
                    <a:pt x="1589" y="349"/>
                  </a:lnTo>
                  <a:lnTo>
                    <a:pt x="1595" y="431"/>
                  </a:lnTo>
                  <a:lnTo>
                    <a:pt x="1650" y="520"/>
                  </a:lnTo>
                  <a:lnTo>
                    <a:pt x="1701" y="632"/>
                  </a:lnTo>
                  <a:lnTo>
                    <a:pt x="1774" y="628"/>
                  </a:lnTo>
                  <a:lnTo>
                    <a:pt x="1845" y="663"/>
                  </a:lnTo>
                  <a:lnTo>
                    <a:pt x="1870" y="665"/>
                  </a:lnTo>
                  <a:lnTo>
                    <a:pt x="1902" y="683"/>
                  </a:lnTo>
                  <a:lnTo>
                    <a:pt x="1978" y="730"/>
                  </a:lnTo>
                  <a:lnTo>
                    <a:pt x="2041" y="726"/>
                  </a:lnTo>
                  <a:lnTo>
                    <a:pt x="2110" y="758"/>
                  </a:lnTo>
                  <a:lnTo>
                    <a:pt x="2207" y="756"/>
                  </a:lnTo>
                  <a:lnTo>
                    <a:pt x="2321" y="799"/>
                  </a:lnTo>
                  <a:lnTo>
                    <a:pt x="2402" y="860"/>
                  </a:lnTo>
                  <a:lnTo>
                    <a:pt x="2410" y="913"/>
                  </a:lnTo>
                  <a:lnTo>
                    <a:pt x="2486" y="923"/>
                  </a:lnTo>
                  <a:lnTo>
                    <a:pt x="2557" y="939"/>
                  </a:lnTo>
                  <a:lnTo>
                    <a:pt x="2628" y="843"/>
                  </a:lnTo>
                  <a:lnTo>
                    <a:pt x="2644" y="793"/>
                  </a:lnTo>
                  <a:lnTo>
                    <a:pt x="2634" y="758"/>
                  </a:lnTo>
                  <a:lnTo>
                    <a:pt x="2681" y="764"/>
                  </a:lnTo>
                  <a:lnTo>
                    <a:pt x="2740" y="803"/>
                  </a:lnTo>
                  <a:lnTo>
                    <a:pt x="2786" y="829"/>
                  </a:lnTo>
                  <a:lnTo>
                    <a:pt x="2817" y="925"/>
                  </a:lnTo>
                  <a:lnTo>
                    <a:pt x="2880" y="992"/>
                  </a:lnTo>
                  <a:lnTo>
                    <a:pt x="2874" y="1020"/>
                  </a:lnTo>
                  <a:lnTo>
                    <a:pt x="2841" y="1033"/>
                  </a:lnTo>
                  <a:lnTo>
                    <a:pt x="2880" y="1106"/>
                  </a:lnTo>
                  <a:lnTo>
                    <a:pt x="2894" y="1240"/>
                  </a:lnTo>
                  <a:lnTo>
                    <a:pt x="2896" y="1358"/>
                  </a:lnTo>
                  <a:lnTo>
                    <a:pt x="2858" y="1378"/>
                  </a:lnTo>
                  <a:lnTo>
                    <a:pt x="2849" y="1413"/>
                  </a:lnTo>
                  <a:lnTo>
                    <a:pt x="2829" y="1472"/>
                  </a:lnTo>
                  <a:lnTo>
                    <a:pt x="2835" y="1528"/>
                  </a:lnTo>
                  <a:lnTo>
                    <a:pt x="2799" y="1541"/>
                  </a:lnTo>
                  <a:lnTo>
                    <a:pt x="2774" y="1520"/>
                  </a:lnTo>
                  <a:lnTo>
                    <a:pt x="2754" y="1539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31" name="Freeform 70"/>
            <p:cNvSpPr/>
            <p:nvPr/>
          </p:nvSpPr>
          <p:spPr bwMode="gray">
            <a:xfrm>
              <a:off x="900" y="2373"/>
              <a:ext cx="1448" cy="781"/>
            </a:xfrm>
            <a:custGeom>
              <a:avLst/>
              <a:gdLst>
                <a:gd name="T0" fmla="*/ 682 w 2896"/>
                <a:gd name="T1" fmla="*/ 376 h 1563"/>
                <a:gd name="T2" fmla="*/ 665 w 2896"/>
                <a:gd name="T3" fmla="*/ 372 h 1563"/>
                <a:gd name="T4" fmla="*/ 658 w 2896"/>
                <a:gd name="T5" fmla="*/ 380 h 1563"/>
                <a:gd name="T6" fmla="*/ 653 w 2896"/>
                <a:gd name="T7" fmla="*/ 378 h 1563"/>
                <a:gd name="T8" fmla="*/ 623 w 2896"/>
                <a:gd name="T9" fmla="*/ 368 h 1563"/>
                <a:gd name="T10" fmla="*/ 626 w 2896"/>
                <a:gd name="T11" fmla="*/ 363 h 1563"/>
                <a:gd name="T12" fmla="*/ 630 w 2896"/>
                <a:gd name="T13" fmla="*/ 349 h 1563"/>
                <a:gd name="T14" fmla="*/ 616 w 2896"/>
                <a:gd name="T15" fmla="*/ 326 h 1563"/>
                <a:gd name="T16" fmla="*/ 604 w 2896"/>
                <a:gd name="T17" fmla="*/ 331 h 1563"/>
                <a:gd name="T18" fmla="*/ 589 w 2896"/>
                <a:gd name="T19" fmla="*/ 341 h 1563"/>
                <a:gd name="T20" fmla="*/ 568 w 2896"/>
                <a:gd name="T21" fmla="*/ 333 h 1563"/>
                <a:gd name="T22" fmla="*/ 557 w 2896"/>
                <a:gd name="T23" fmla="*/ 332 h 1563"/>
                <a:gd name="T24" fmla="*/ 536 w 2896"/>
                <a:gd name="T25" fmla="*/ 348 h 1563"/>
                <a:gd name="T26" fmla="*/ 511 w 2896"/>
                <a:gd name="T27" fmla="*/ 355 h 1563"/>
                <a:gd name="T28" fmla="*/ 491 w 2896"/>
                <a:gd name="T29" fmla="*/ 376 h 1563"/>
                <a:gd name="T30" fmla="*/ 459 w 2896"/>
                <a:gd name="T31" fmla="*/ 388 h 1563"/>
                <a:gd name="T32" fmla="*/ 442 w 2896"/>
                <a:gd name="T33" fmla="*/ 382 h 1563"/>
                <a:gd name="T34" fmla="*/ 431 w 2896"/>
                <a:gd name="T35" fmla="*/ 370 h 1563"/>
                <a:gd name="T36" fmla="*/ 400 w 2896"/>
                <a:gd name="T37" fmla="*/ 364 h 1563"/>
                <a:gd name="T38" fmla="*/ 389 w 2896"/>
                <a:gd name="T39" fmla="*/ 353 h 1563"/>
                <a:gd name="T40" fmla="*/ 364 w 2896"/>
                <a:gd name="T41" fmla="*/ 368 h 1563"/>
                <a:gd name="T42" fmla="*/ 348 w 2896"/>
                <a:gd name="T43" fmla="*/ 384 h 1563"/>
                <a:gd name="T44" fmla="*/ 335 w 2896"/>
                <a:gd name="T45" fmla="*/ 390 h 1563"/>
                <a:gd name="T46" fmla="*/ 339 w 2896"/>
                <a:gd name="T47" fmla="*/ 373 h 1563"/>
                <a:gd name="T48" fmla="*/ 331 w 2896"/>
                <a:gd name="T49" fmla="*/ 359 h 1563"/>
                <a:gd name="T50" fmla="*/ 302 w 2896"/>
                <a:gd name="T51" fmla="*/ 366 h 1563"/>
                <a:gd name="T52" fmla="*/ 264 w 2896"/>
                <a:gd name="T53" fmla="*/ 352 h 1563"/>
                <a:gd name="T54" fmla="*/ 246 w 2896"/>
                <a:gd name="T55" fmla="*/ 351 h 1563"/>
                <a:gd name="T56" fmla="*/ 221 w 2896"/>
                <a:gd name="T57" fmla="*/ 336 h 1563"/>
                <a:gd name="T58" fmla="*/ 200 w 2896"/>
                <a:gd name="T59" fmla="*/ 320 h 1563"/>
                <a:gd name="T60" fmla="*/ 178 w 2896"/>
                <a:gd name="T61" fmla="*/ 301 h 1563"/>
                <a:gd name="T62" fmla="*/ 171 w 2896"/>
                <a:gd name="T63" fmla="*/ 281 h 1563"/>
                <a:gd name="T64" fmla="*/ 158 w 2896"/>
                <a:gd name="T65" fmla="*/ 288 h 1563"/>
                <a:gd name="T66" fmla="*/ 142 w 2896"/>
                <a:gd name="T67" fmla="*/ 265 h 1563"/>
                <a:gd name="T68" fmla="*/ 109 w 2896"/>
                <a:gd name="T69" fmla="*/ 235 h 1563"/>
                <a:gd name="T70" fmla="*/ 89 w 2896"/>
                <a:gd name="T71" fmla="*/ 223 h 1563"/>
                <a:gd name="T72" fmla="*/ 74 w 2896"/>
                <a:gd name="T73" fmla="*/ 228 h 1563"/>
                <a:gd name="T74" fmla="*/ 46 w 2896"/>
                <a:gd name="T75" fmla="*/ 195 h 1563"/>
                <a:gd name="T76" fmla="*/ 19 w 2896"/>
                <a:gd name="T77" fmla="*/ 169 h 1563"/>
                <a:gd name="T78" fmla="*/ 10 w 2896"/>
                <a:gd name="T79" fmla="*/ 162 h 1563"/>
                <a:gd name="T80" fmla="*/ 0 w 2896"/>
                <a:gd name="T81" fmla="*/ 157 h 1563"/>
                <a:gd name="T82" fmla="*/ 3 w 2896"/>
                <a:gd name="T83" fmla="*/ 135 h 1563"/>
                <a:gd name="T84" fmla="*/ 1 w 2896"/>
                <a:gd name="T85" fmla="*/ 112 h 1563"/>
                <a:gd name="T86" fmla="*/ 11 w 2896"/>
                <a:gd name="T87" fmla="*/ 109 h 1563"/>
                <a:gd name="T88" fmla="*/ 22 w 2896"/>
                <a:gd name="T89" fmla="*/ 118 h 1563"/>
                <a:gd name="T90" fmla="*/ 38 w 2896"/>
                <a:gd name="T91" fmla="*/ 112 h 1563"/>
                <a:gd name="T92" fmla="*/ 43 w 2896"/>
                <a:gd name="T93" fmla="*/ 90 h 1563"/>
                <a:gd name="T94" fmla="*/ 25 w 2896"/>
                <a:gd name="T95" fmla="*/ 76 h 1563"/>
                <a:gd name="T96" fmla="*/ 29 w 2896"/>
                <a:gd name="T97" fmla="*/ 51 h 1563"/>
                <a:gd name="T98" fmla="*/ 39 w 2896"/>
                <a:gd name="T99" fmla="*/ 36 h 1563"/>
                <a:gd name="T100" fmla="*/ 71 w 2896"/>
                <a:gd name="T101" fmla="*/ 26 h 1563"/>
                <a:gd name="T102" fmla="*/ 148 w 2896"/>
                <a:gd name="T103" fmla="*/ 20 h 1563"/>
                <a:gd name="T104" fmla="*/ 258 w 2896"/>
                <a:gd name="T105" fmla="*/ 20 h 1563"/>
                <a:gd name="T106" fmla="*/ 365 w 2896"/>
                <a:gd name="T107" fmla="*/ 3 h 1563"/>
                <a:gd name="T108" fmla="*/ 417 w 2896"/>
                <a:gd name="T109" fmla="*/ 39 h 1563"/>
                <a:gd name="T110" fmla="*/ 399 w 2896"/>
                <a:gd name="T111" fmla="*/ 107 h 1563"/>
                <a:gd name="T112" fmla="*/ 467 w 2896"/>
                <a:gd name="T113" fmla="*/ 166 h 1563"/>
                <a:gd name="T114" fmla="*/ 552 w 2896"/>
                <a:gd name="T115" fmla="*/ 189 h 1563"/>
                <a:gd name="T116" fmla="*/ 640 w 2896"/>
                <a:gd name="T117" fmla="*/ 234 h 1563"/>
                <a:gd name="T118" fmla="*/ 685 w 2896"/>
                <a:gd name="T119" fmla="*/ 200 h 1563"/>
                <a:gd name="T120" fmla="*/ 711 w 2896"/>
                <a:gd name="T121" fmla="*/ 258 h 1563"/>
                <a:gd name="T122" fmla="*/ 713 w 2896"/>
                <a:gd name="T123" fmla="*/ 353 h 1563"/>
                <a:gd name="T124" fmla="*/ 689 w 2896"/>
                <a:gd name="T125" fmla="*/ 384 h 156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896"/>
                <a:gd name="T190" fmla="*/ 0 h 1563"/>
                <a:gd name="T191" fmla="*/ 2896 w 2896"/>
                <a:gd name="T192" fmla="*/ 1563 h 1563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896" h="1563">
                  <a:moveTo>
                    <a:pt x="2754" y="1539"/>
                  </a:moveTo>
                  <a:lnTo>
                    <a:pt x="2752" y="1535"/>
                  </a:lnTo>
                  <a:lnTo>
                    <a:pt x="2746" y="1528"/>
                  </a:lnTo>
                  <a:lnTo>
                    <a:pt x="2738" y="1516"/>
                  </a:lnTo>
                  <a:lnTo>
                    <a:pt x="2728" y="1504"/>
                  </a:lnTo>
                  <a:lnTo>
                    <a:pt x="2715" y="1496"/>
                  </a:lnTo>
                  <a:lnTo>
                    <a:pt x="2699" y="1490"/>
                  </a:lnTo>
                  <a:lnTo>
                    <a:pt x="2685" y="1486"/>
                  </a:lnTo>
                  <a:lnTo>
                    <a:pt x="2671" y="1486"/>
                  </a:lnTo>
                  <a:lnTo>
                    <a:pt x="2658" y="1490"/>
                  </a:lnTo>
                  <a:lnTo>
                    <a:pt x="2650" y="1500"/>
                  </a:lnTo>
                  <a:lnTo>
                    <a:pt x="2644" y="1510"/>
                  </a:lnTo>
                  <a:lnTo>
                    <a:pt x="2640" y="1516"/>
                  </a:lnTo>
                  <a:lnTo>
                    <a:pt x="2636" y="1520"/>
                  </a:lnTo>
                  <a:lnTo>
                    <a:pt x="2632" y="1522"/>
                  </a:lnTo>
                  <a:lnTo>
                    <a:pt x="2630" y="1524"/>
                  </a:lnTo>
                  <a:lnTo>
                    <a:pt x="2628" y="1524"/>
                  </a:lnTo>
                  <a:lnTo>
                    <a:pt x="2624" y="1522"/>
                  </a:lnTo>
                  <a:lnTo>
                    <a:pt x="2612" y="1514"/>
                  </a:lnTo>
                  <a:lnTo>
                    <a:pt x="2591" y="1504"/>
                  </a:lnTo>
                  <a:lnTo>
                    <a:pt x="2559" y="1492"/>
                  </a:lnTo>
                  <a:lnTo>
                    <a:pt x="2534" y="1486"/>
                  </a:lnTo>
                  <a:lnTo>
                    <a:pt x="2510" y="1480"/>
                  </a:lnTo>
                  <a:lnTo>
                    <a:pt x="2492" y="1474"/>
                  </a:lnTo>
                  <a:lnTo>
                    <a:pt x="2480" y="1472"/>
                  </a:lnTo>
                  <a:lnTo>
                    <a:pt x="2477" y="1472"/>
                  </a:lnTo>
                  <a:lnTo>
                    <a:pt x="2480" y="1468"/>
                  </a:lnTo>
                  <a:lnTo>
                    <a:pt x="2488" y="1463"/>
                  </a:lnTo>
                  <a:lnTo>
                    <a:pt x="2502" y="1453"/>
                  </a:lnTo>
                  <a:lnTo>
                    <a:pt x="2514" y="1443"/>
                  </a:lnTo>
                  <a:lnTo>
                    <a:pt x="2524" y="1431"/>
                  </a:lnTo>
                  <a:lnTo>
                    <a:pt x="2528" y="1421"/>
                  </a:lnTo>
                  <a:lnTo>
                    <a:pt x="2526" y="1411"/>
                  </a:lnTo>
                  <a:lnTo>
                    <a:pt x="2518" y="1396"/>
                  </a:lnTo>
                  <a:lnTo>
                    <a:pt x="2506" y="1376"/>
                  </a:lnTo>
                  <a:lnTo>
                    <a:pt x="2494" y="1356"/>
                  </a:lnTo>
                  <a:lnTo>
                    <a:pt x="2482" y="1337"/>
                  </a:lnTo>
                  <a:lnTo>
                    <a:pt x="2471" y="1319"/>
                  </a:lnTo>
                  <a:lnTo>
                    <a:pt x="2463" y="1307"/>
                  </a:lnTo>
                  <a:lnTo>
                    <a:pt x="2461" y="1303"/>
                  </a:lnTo>
                  <a:lnTo>
                    <a:pt x="2457" y="1305"/>
                  </a:lnTo>
                  <a:lnTo>
                    <a:pt x="2445" y="1309"/>
                  </a:lnTo>
                  <a:lnTo>
                    <a:pt x="2429" y="1317"/>
                  </a:lnTo>
                  <a:lnTo>
                    <a:pt x="2414" y="1325"/>
                  </a:lnTo>
                  <a:lnTo>
                    <a:pt x="2398" y="1333"/>
                  </a:lnTo>
                  <a:lnTo>
                    <a:pt x="2384" y="1341"/>
                  </a:lnTo>
                  <a:lnTo>
                    <a:pt x="2376" y="1348"/>
                  </a:lnTo>
                  <a:lnTo>
                    <a:pt x="2366" y="1358"/>
                  </a:lnTo>
                  <a:lnTo>
                    <a:pt x="2354" y="1366"/>
                  </a:lnTo>
                  <a:lnTo>
                    <a:pt x="2339" y="1366"/>
                  </a:lnTo>
                  <a:lnTo>
                    <a:pt x="2321" y="1362"/>
                  </a:lnTo>
                  <a:lnTo>
                    <a:pt x="2305" y="1354"/>
                  </a:lnTo>
                  <a:lnTo>
                    <a:pt x="2290" y="1344"/>
                  </a:lnTo>
                  <a:lnTo>
                    <a:pt x="2272" y="1335"/>
                  </a:lnTo>
                  <a:lnTo>
                    <a:pt x="2256" y="1327"/>
                  </a:lnTo>
                  <a:lnTo>
                    <a:pt x="2246" y="1321"/>
                  </a:lnTo>
                  <a:lnTo>
                    <a:pt x="2242" y="1319"/>
                  </a:lnTo>
                  <a:lnTo>
                    <a:pt x="2238" y="1323"/>
                  </a:lnTo>
                  <a:lnTo>
                    <a:pt x="2228" y="1331"/>
                  </a:lnTo>
                  <a:lnTo>
                    <a:pt x="2215" y="1342"/>
                  </a:lnTo>
                  <a:lnTo>
                    <a:pt x="2197" y="1354"/>
                  </a:lnTo>
                  <a:lnTo>
                    <a:pt x="2177" y="1370"/>
                  </a:lnTo>
                  <a:lnTo>
                    <a:pt x="2160" y="1382"/>
                  </a:lnTo>
                  <a:lnTo>
                    <a:pt x="2142" y="1394"/>
                  </a:lnTo>
                  <a:lnTo>
                    <a:pt x="2126" y="1402"/>
                  </a:lnTo>
                  <a:lnTo>
                    <a:pt x="2108" y="1405"/>
                  </a:lnTo>
                  <a:lnTo>
                    <a:pt x="2087" y="1411"/>
                  </a:lnTo>
                  <a:lnTo>
                    <a:pt x="2063" y="1415"/>
                  </a:lnTo>
                  <a:lnTo>
                    <a:pt x="2043" y="1423"/>
                  </a:lnTo>
                  <a:lnTo>
                    <a:pt x="2028" y="1431"/>
                  </a:lnTo>
                  <a:lnTo>
                    <a:pt x="2017" y="1445"/>
                  </a:lnTo>
                  <a:lnTo>
                    <a:pt x="2004" y="1465"/>
                  </a:lnTo>
                  <a:lnTo>
                    <a:pt x="1986" y="1486"/>
                  </a:lnTo>
                  <a:lnTo>
                    <a:pt x="1963" y="1506"/>
                  </a:lnTo>
                  <a:lnTo>
                    <a:pt x="1937" y="1522"/>
                  </a:lnTo>
                  <a:lnTo>
                    <a:pt x="1910" y="1531"/>
                  </a:lnTo>
                  <a:lnTo>
                    <a:pt x="1884" y="1539"/>
                  </a:lnTo>
                  <a:lnTo>
                    <a:pt x="1860" y="1547"/>
                  </a:lnTo>
                  <a:lnTo>
                    <a:pt x="1837" y="1555"/>
                  </a:lnTo>
                  <a:lnTo>
                    <a:pt x="1815" y="1561"/>
                  </a:lnTo>
                  <a:lnTo>
                    <a:pt x="1795" y="1561"/>
                  </a:lnTo>
                  <a:lnTo>
                    <a:pt x="1784" y="1553"/>
                  </a:lnTo>
                  <a:lnTo>
                    <a:pt x="1776" y="1541"/>
                  </a:lnTo>
                  <a:lnTo>
                    <a:pt x="1770" y="1528"/>
                  </a:lnTo>
                  <a:lnTo>
                    <a:pt x="1768" y="1514"/>
                  </a:lnTo>
                  <a:lnTo>
                    <a:pt x="1764" y="1502"/>
                  </a:lnTo>
                  <a:lnTo>
                    <a:pt x="1756" y="1492"/>
                  </a:lnTo>
                  <a:lnTo>
                    <a:pt x="1744" y="1484"/>
                  </a:lnTo>
                  <a:lnTo>
                    <a:pt x="1723" y="1480"/>
                  </a:lnTo>
                  <a:lnTo>
                    <a:pt x="1697" y="1478"/>
                  </a:lnTo>
                  <a:lnTo>
                    <a:pt x="1669" y="1476"/>
                  </a:lnTo>
                  <a:lnTo>
                    <a:pt x="1642" y="1472"/>
                  </a:lnTo>
                  <a:lnTo>
                    <a:pt x="1614" y="1466"/>
                  </a:lnTo>
                  <a:lnTo>
                    <a:pt x="1601" y="1459"/>
                  </a:lnTo>
                  <a:lnTo>
                    <a:pt x="1591" y="1449"/>
                  </a:lnTo>
                  <a:lnTo>
                    <a:pt x="1583" y="1439"/>
                  </a:lnTo>
                  <a:lnTo>
                    <a:pt x="1575" y="1429"/>
                  </a:lnTo>
                  <a:lnTo>
                    <a:pt x="1567" y="1419"/>
                  </a:lnTo>
                  <a:lnTo>
                    <a:pt x="1557" y="1415"/>
                  </a:lnTo>
                  <a:lnTo>
                    <a:pt x="1545" y="1415"/>
                  </a:lnTo>
                  <a:lnTo>
                    <a:pt x="1528" y="1421"/>
                  </a:lnTo>
                  <a:lnTo>
                    <a:pt x="1502" y="1437"/>
                  </a:lnTo>
                  <a:lnTo>
                    <a:pt x="1479" y="1455"/>
                  </a:lnTo>
                  <a:lnTo>
                    <a:pt x="1455" y="1472"/>
                  </a:lnTo>
                  <a:lnTo>
                    <a:pt x="1435" y="1492"/>
                  </a:lnTo>
                  <a:lnTo>
                    <a:pt x="1421" y="1508"/>
                  </a:lnTo>
                  <a:lnTo>
                    <a:pt x="1410" y="1520"/>
                  </a:lnTo>
                  <a:lnTo>
                    <a:pt x="1402" y="1528"/>
                  </a:lnTo>
                  <a:lnTo>
                    <a:pt x="1390" y="1537"/>
                  </a:lnTo>
                  <a:lnTo>
                    <a:pt x="1378" y="1547"/>
                  </a:lnTo>
                  <a:lnTo>
                    <a:pt x="1364" y="1555"/>
                  </a:lnTo>
                  <a:lnTo>
                    <a:pt x="1353" y="1561"/>
                  </a:lnTo>
                  <a:lnTo>
                    <a:pt x="1345" y="1563"/>
                  </a:lnTo>
                  <a:lnTo>
                    <a:pt x="1339" y="1561"/>
                  </a:lnTo>
                  <a:lnTo>
                    <a:pt x="1339" y="1553"/>
                  </a:lnTo>
                  <a:lnTo>
                    <a:pt x="1343" y="1541"/>
                  </a:lnTo>
                  <a:lnTo>
                    <a:pt x="1347" y="1528"/>
                  </a:lnTo>
                  <a:lnTo>
                    <a:pt x="1353" y="1510"/>
                  </a:lnTo>
                  <a:lnTo>
                    <a:pt x="1356" y="1492"/>
                  </a:lnTo>
                  <a:lnTo>
                    <a:pt x="1358" y="1476"/>
                  </a:lnTo>
                  <a:lnTo>
                    <a:pt x="1358" y="1461"/>
                  </a:lnTo>
                  <a:lnTo>
                    <a:pt x="1353" y="1449"/>
                  </a:lnTo>
                  <a:lnTo>
                    <a:pt x="1343" y="1441"/>
                  </a:lnTo>
                  <a:lnTo>
                    <a:pt x="1321" y="1437"/>
                  </a:lnTo>
                  <a:lnTo>
                    <a:pt x="1301" y="1441"/>
                  </a:lnTo>
                  <a:lnTo>
                    <a:pt x="1282" y="1449"/>
                  </a:lnTo>
                  <a:lnTo>
                    <a:pt x="1260" y="1457"/>
                  </a:lnTo>
                  <a:lnTo>
                    <a:pt x="1234" y="1463"/>
                  </a:lnTo>
                  <a:lnTo>
                    <a:pt x="1205" y="1465"/>
                  </a:lnTo>
                  <a:lnTo>
                    <a:pt x="1173" y="1459"/>
                  </a:lnTo>
                  <a:lnTo>
                    <a:pt x="1140" y="1449"/>
                  </a:lnTo>
                  <a:lnTo>
                    <a:pt x="1106" y="1435"/>
                  </a:lnTo>
                  <a:lnTo>
                    <a:pt x="1077" y="1421"/>
                  </a:lnTo>
                  <a:lnTo>
                    <a:pt x="1053" y="1409"/>
                  </a:lnTo>
                  <a:lnTo>
                    <a:pt x="1038" y="1402"/>
                  </a:lnTo>
                  <a:lnTo>
                    <a:pt x="1026" y="1398"/>
                  </a:lnTo>
                  <a:lnTo>
                    <a:pt x="1012" y="1400"/>
                  </a:lnTo>
                  <a:lnTo>
                    <a:pt x="998" y="1404"/>
                  </a:lnTo>
                  <a:lnTo>
                    <a:pt x="984" y="1405"/>
                  </a:lnTo>
                  <a:lnTo>
                    <a:pt x="969" y="1404"/>
                  </a:lnTo>
                  <a:lnTo>
                    <a:pt x="951" y="1396"/>
                  </a:lnTo>
                  <a:lnTo>
                    <a:pt x="931" y="1380"/>
                  </a:lnTo>
                  <a:lnTo>
                    <a:pt x="908" y="1364"/>
                  </a:lnTo>
                  <a:lnTo>
                    <a:pt x="884" y="1346"/>
                  </a:lnTo>
                  <a:lnTo>
                    <a:pt x="860" y="1331"/>
                  </a:lnTo>
                  <a:lnTo>
                    <a:pt x="843" y="1317"/>
                  </a:lnTo>
                  <a:lnTo>
                    <a:pt x="831" y="1307"/>
                  </a:lnTo>
                  <a:lnTo>
                    <a:pt x="817" y="1297"/>
                  </a:lnTo>
                  <a:lnTo>
                    <a:pt x="799" y="1283"/>
                  </a:lnTo>
                  <a:lnTo>
                    <a:pt x="778" y="1268"/>
                  </a:lnTo>
                  <a:lnTo>
                    <a:pt x="754" y="1250"/>
                  </a:lnTo>
                  <a:lnTo>
                    <a:pt x="734" y="1234"/>
                  </a:lnTo>
                  <a:lnTo>
                    <a:pt x="717" y="1219"/>
                  </a:lnTo>
                  <a:lnTo>
                    <a:pt x="709" y="1207"/>
                  </a:lnTo>
                  <a:lnTo>
                    <a:pt x="705" y="1189"/>
                  </a:lnTo>
                  <a:lnTo>
                    <a:pt x="701" y="1169"/>
                  </a:lnTo>
                  <a:lnTo>
                    <a:pt x="697" y="1150"/>
                  </a:lnTo>
                  <a:lnTo>
                    <a:pt x="691" y="1134"/>
                  </a:lnTo>
                  <a:lnTo>
                    <a:pt x="683" y="1126"/>
                  </a:lnTo>
                  <a:lnTo>
                    <a:pt x="675" y="1126"/>
                  </a:lnTo>
                  <a:lnTo>
                    <a:pt x="666" y="1132"/>
                  </a:lnTo>
                  <a:lnTo>
                    <a:pt x="656" y="1140"/>
                  </a:lnTo>
                  <a:lnTo>
                    <a:pt x="644" y="1148"/>
                  </a:lnTo>
                  <a:lnTo>
                    <a:pt x="632" y="1154"/>
                  </a:lnTo>
                  <a:lnTo>
                    <a:pt x="620" y="1156"/>
                  </a:lnTo>
                  <a:lnTo>
                    <a:pt x="612" y="1152"/>
                  </a:lnTo>
                  <a:lnTo>
                    <a:pt x="606" y="1142"/>
                  </a:lnTo>
                  <a:lnTo>
                    <a:pt x="591" y="1100"/>
                  </a:lnTo>
                  <a:lnTo>
                    <a:pt x="565" y="1063"/>
                  </a:lnTo>
                  <a:lnTo>
                    <a:pt x="532" y="1026"/>
                  </a:lnTo>
                  <a:lnTo>
                    <a:pt x="510" y="1006"/>
                  </a:lnTo>
                  <a:lnTo>
                    <a:pt x="484" y="984"/>
                  </a:lnTo>
                  <a:lnTo>
                    <a:pt x="461" y="963"/>
                  </a:lnTo>
                  <a:lnTo>
                    <a:pt x="437" y="943"/>
                  </a:lnTo>
                  <a:lnTo>
                    <a:pt x="419" y="923"/>
                  </a:lnTo>
                  <a:lnTo>
                    <a:pt x="406" y="908"/>
                  </a:lnTo>
                  <a:lnTo>
                    <a:pt x="390" y="894"/>
                  </a:lnTo>
                  <a:lnTo>
                    <a:pt x="374" y="890"/>
                  </a:lnTo>
                  <a:lnTo>
                    <a:pt x="356" y="892"/>
                  </a:lnTo>
                  <a:lnTo>
                    <a:pt x="343" y="900"/>
                  </a:lnTo>
                  <a:lnTo>
                    <a:pt x="331" y="910"/>
                  </a:lnTo>
                  <a:lnTo>
                    <a:pt x="321" y="919"/>
                  </a:lnTo>
                  <a:lnTo>
                    <a:pt x="309" y="921"/>
                  </a:lnTo>
                  <a:lnTo>
                    <a:pt x="295" y="913"/>
                  </a:lnTo>
                  <a:lnTo>
                    <a:pt x="280" y="898"/>
                  </a:lnTo>
                  <a:lnTo>
                    <a:pt x="266" y="870"/>
                  </a:lnTo>
                  <a:lnTo>
                    <a:pt x="246" y="839"/>
                  </a:lnTo>
                  <a:lnTo>
                    <a:pt x="217" y="809"/>
                  </a:lnTo>
                  <a:lnTo>
                    <a:pt x="183" y="782"/>
                  </a:lnTo>
                  <a:lnTo>
                    <a:pt x="152" y="756"/>
                  </a:lnTo>
                  <a:lnTo>
                    <a:pt x="124" y="734"/>
                  </a:lnTo>
                  <a:lnTo>
                    <a:pt x="105" y="717"/>
                  </a:lnTo>
                  <a:lnTo>
                    <a:pt x="87" y="697"/>
                  </a:lnTo>
                  <a:lnTo>
                    <a:pt x="73" y="677"/>
                  </a:lnTo>
                  <a:lnTo>
                    <a:pt x="61" y="662"/>
                  </a:lnTo>
                  <a:lnTo>
                    <a:pt x="53" y="652"/>
                  </a:lnTo>
                  <a:lnTo>
                    <a:pt x="51" y="648"/>
                  </a:lnTo>
                  <a:lnTo>
                    <a:pt x="47" y="648"/>
                  </a:lnTo>
                  <a:lnTo>
                    <a:pt x="40" y="650"/>
                  </a:lnTo>
                  <a:lnTo>
                    <a:pt x="30" y="650"/>
                  </a:lnTo>
                  <a:lnTo>
                    <a:pt x="20" y="648"/>
                  </a:lnTo>
                  <a:lnTo>
                    <a:pt x="8" y="646"/>
                  </a:lnTo>
                  <a:lnTo>
                    <a:pt x="2" y="638"/>
                  </a:lnTo>
                  <a:lnTo>
                    <a:pt x="0" y="628"/>
                  </a:lnTo>
                  <a:lnTo>
                    <a:pt x="4" y="614"/>
                  </a:lnTo>
                  <a:lnTo>
                    <a:pt x="10" y="593"/>
                  </a:lnTo>
                  <a:lnTo>
                    <a:pt x="14" y="575"/>
                  </a:lnTo>
                  <a:lnTo>
                    <a:pt x="14" y="559"/>
                  </a:lnTo>
                  <a:lnTo>
                    <a:pt x="12" y="541"/>
                  </a:lnTo>
                  <a:lnTo>
                    <a:pt x="10" y="524"/>
                  </a:lnTo>
                  <a:lnTo>
                    <a:pt x="12" y="504"/>
                  </a:lnTo>
                  <a:lnTo>
                    <a:pt x="12" y="482"/>
                  </a:lnTo>
                  <a:lnTo>
                    <a:pt x="8" y="463"/>
                  </a:lnTo>
                  <a:lnTo>
                    <a:pt x="6" y="449"/>
                  </a:lnTo>
                  <a:lnTo>
                    <a:pt x="4" y="439"/>
                  </a:lnTo>
                  <a:lnTo>
                    <a:pt x="10" y="431"/>
                  </a:lnTo>
                  <a:lnTo>
                    <a:pt x="22" y="427"/>
                  </a:lnTo>
                  <a:lnTo>
                    <a:pt x="34" y="429"/>
                  </a:lnTo>
                  <a:lnTo>
                    <a:pt x="44" y="437"/>
                  </a:lnTo>
                  <a:lnTo>
                    <a:pt x="51" y="449"/>
                  </a:lnTo>
                  <a:lnTo>
                    <a:pt x="57" y="461"/>
                  </a:lnTo>
                  <a:lnTo>
                    <a:pt x="65" y="471"/>
                  </a:lnTo>
                  <a:lnTo>
                    <a:pt x="75" y="475"/>
                  </a:lnTo>
                  <a:lnTo>
                    <a:pt x="87" y="473"/>
                  </a:lnTo>
                  <a:lnTo>
                    <a:pt x="105" y="465"/>
                  </a:lnTo>
                  <a:lnTo>
                    <a:pt x="118" y="463"/>
                  </a:lnTo>
                  <a:lnTo>
                    <a:pt x="132" y="463"/>
                  </a:lnTo>
                  <a:lnTo>
                    <a:pt x="144" y="459"/>
                  </a:lnTo>
                  <a:lnTo>
                    <a:pt x="152" y="451"/>
                  </a:lnTo>
                  <a:lnTo>
                    <a:pt x="158" y="435"/>
                  </a:lnTo>
                  <a:lnTo>
                    <a:pt x="164" y="412"/>
                  </a:lnTo>
                  <a:lnTo>
                    <a:pt x="169" y="394"/>
                  </a:lnTo>
                  <a:lnTo>
                    <a:pt x="171" y="376"/>
                  </a:lnTo>
                  <a:lnTo>
                    <a:pt x="169" y="360"/>
                  </a:lnTo>
                  <a:lnTo>
                    <a:pt x="156" y="347"/>
                  </a:lnTo>
                  <a:lnTo>
                    <a:pt x="140" y="335"/>
                  </a:lnTo>
                  <a:lnTo>
                    <a:pt x="122" y="325"/>
                  </a:lnTo>
                  <a:lnTo>
                    <a:pt x="108" y="315"/>
                  </a:lnTo>
                  <a:lnTo>
                    <a:pt x="99" y="305"/>
                  </a:lnTo>
                  <a:lnTo>
                    <a:pt x="97" y="293"/>
                  </a:lnTo>
                  <a:lnTo>
                    <a:pt x="101" y="278"/>
                  </a:lnTo>
                  <a:lnTo>
                    <a:pt x="108" y="254"/>
                  </a:lnTo>
                  <a:lnTo>
                    <a:pt x="114" y="229"/>
                  </a:lnTo>
                  <a:lnTo>
                    <a:pt x="118" y="205"/>
                  </a:lnTo>
                  <a:lnTo>
                    <a:pt x="124" y="183"/>
                  </a:lnTo>
                  <a:lnTo>
                    <a:pt x="132" y="168"/>
                  </a:lnTo>
                  <a:lnTo>
                    <a:pt x="140" y="158"/>
                  </a:lnTo>
                  <a:lnTo>
                    <a:pt x="148" y="150"/>
                  </a:lnTo>
                  <a:lnTo>
                    <a:pt x="154" y="146"/>
                  </a:lnTo>
                  <a:lnTo>
                    <a:pt x="158" y="142"/>
                  </a:lnTo>
                  <a:lnTo>
                    <a:pt x="160" y="140"/>
                  </a:lnTo>
                  <a:lnTo>
                    <a:pt x="162" y="138"/>
                  </a:lnTo>
                  <a:lnTo>
                    <a:pt x="256" y="152"/>
                  </a:lnTo>
                  <a:lnTo>
                    <a:pt x="284" y="105"/>
                  </a:lnTo>
                  <a:lnTo>
                    <a:pt x="355" y="42"/>
                  </a:lnTo>
                  <a:lnTo>
                    <a:pt x="384" y="24"/>
                  </a:lnTo>
                  <a:lnTo>
                    <a:pt x="492" y="61"/>
                  </a:lnTo>
                  <a:lnTo>
                    <a:pt x="530" y="87"/>
                  </a:lnTo>
                  <a:lnTo>
                    <a:pt x="589" y="81"/>
                  </a:lnTo>
                  <a:lnTo>
                    <a:pt x="626" y="36"/>
                  </a:lnTo>
                  <a:lnTo>
                    <a:pt x="792" y="67"/>
                  </a:lnTo>
                  <a:lnTo>
                    <a:pt x="841" y="106"/>
                  </a:lnTo>
                  <a:lnTo>
                    <a:pt x="896" y="118"/>
                  </a:lnTo>
                  <a:lnTo>
                    <a:pt x="1032" y="81"/>
                  </a:lnTo>
                  <a:lnTo>
                    <a:pt x="1071" y="105"/>
                  </a:lnTo>
                  <a:lnTo>
                    <a:pt x="1179" y="34"/>
                  </a:lnTo>
                  <a:lnTo>
                    <a:pt x="1297" y="32"/>
                  </a:lnTo>
                  <a:lnTo>
                    <a:pt x="1366" y="0"/>
                  </a:lnTo>
                  <a:lnTo>
                    <a:pt x="1461" y="12"/>
                  </a:lnTo>
                  <a:lnTo>
                    <a:pt x="1575" y="87"/>
                  </a:lnTo>
                  <a:lnTo>
                    <a:pt x="1666" y="75"/>
                  </a:lnTo>
                  <a:lnTo>
                    <a:pt x="1669" y="110"/>
                  </a:lnTo>
                  <a:lnTo>
                    <a:pt x="1628" y="138"/>
                  </a:lnTo>
                  <a:lnTo>
                    <a:pt x="1667" y="158"/>
                  </a:lnTo>
                  <a:lnTo>
                    <a:pt x="1666" y="205"/>
                  </a:lnTo>
                  <a:lnTo>
                    <a:pt x="1632" y="295"/>
                  </a:lnTo>
                  <a:lnTo>
                    <a:pt x="1634" y="347"/>
                  </a:lnTo>
                  <a:lnTo>
                    <a:pt x="1589" y="349"/>
                  </a:lnTo>
                  <a:lnTo>
                    <a:pt x="1595" y="431"/>
                  </a:lnTo>
                  <a:lnTo>
                    <a:pt x="1650" y="520"/>
                  </a:lnTo>
                  <a:lnTo>
                    <a:pt x="1701" y="632"/>
                  </a:lnTo>
                  <a:lnTo>
                    <a:pt x="1774" y="628"/>
                  </a:lnTo>
                  <a:lnTo>
                    <a:pt x="1845" y="663"/>
                  </a:lnTo>
                  <a:lnTo>
                    <a:pt x="1870" y="665"/>
                  </a:lnTo>
                  <a:lnTo>
                    <a:pt x="1902" y="683"/>
                  </a:lnTo>
                  <a:lnTo>
                    <a:pt x="1978" y="730"/>
                  </a:lnTo>
                  <a:lnTo>
                    <a:pt x="2041" y="726"/>
                  </a:lnTo>
                  <a:lnTo>
                    <a:pt x="2110" y="758"/>
                  </a:lnTo>
                  <a:lnTo>
                    <a:pt x="2207" y="756"/>
                  </a:lnTo>
                  <a:lnTo>
                    <a:pt x="2321" y="799"/>
                  </a:lnTo>
                  <a:lnTo>
                    <a:pt x="2402" y="860"/>
                  </a:lnTo>
                  <a:lnTo>
                    <a:pt x="2410" y="913"/>
                  </a:lnTo>
                  <a:lnTo>
                    <a:pt x="2486" y="923"/>
                  </a:lnTo>
                  <a:lnTo>
                    <a:pt x="2557" y="939"/>
                  </a:lnTo>
                  <a:lnTo>
                    <a:pt x="2628" y="843"/>
                  </a:lnTo>
                  <a:lnTo>
                    <a:pt x="2644" y="793"/>
                  </a:lnTo>
                  <a:lnTo>
                    <a:pt x="2634" y="758"/>
                  </a:lnTo>
                  <a:lnTo>
                    <a:pt x="2681" y="764"/>
                  </a:lnTo>
                  <a:lnTo>
                    <a:pt x="2740" y="803"/>
                  </a:lnTo>
                  <a:lnTo>
                    <a:pt x="2786" y="829"/>
                  </a:lnTo>
                  <a:lnTo>
                    <a:pt x="2817" y="925"/>
                  </a:lnTo>
                  <a:lnTo>
                    <a:pt x="2880" y="992"/>
                  </a:lnTo>
                  <a:lnTo>
                    <a:pt x="2874" y="1020"/>
                  </a:lnTo>
                  <a:lnTo>
                    <a:pt x="2841" y="1033"/>
                  </a:lnTo>
                  <a:lnTo>
                    <a:pt x="2880" y="1106"/>
                  </a:lnTo>
                  <a:lnTo>
                    <a:pt x="2894" y="1240"/>
                  </a:lnTo>
                  <a:lnTo>
                    <a:pt x="2896" y="1358"/>
                  </a:lnTo>
                  <a:lnTo>
                    <a:pt x="2858" y="1378"/>
                  </a:lnTo>
                  <a:lnTo>
                    <a:pt x="2849" y="1413"/>
                  </a:lnTo>
                  <a:lnTo>
                    <a:pt x="2829" y="1472"/>
                  </a:lnTo>
                  <a:lnTo>
                    <a:pt x="2835" y="1528"/>
                  </a:lnTo>
                  <a:lnTo>
                    <a:pt x="2799" y="1541"/>
                  </a:lnTo>
                  <a:lnTo>
                    <a:pt x="2774" y="1520"/>
                  </a:lnTo>
                  <a:lnTo>
                    <a:pt x="2754" y="1539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32" name="Freeform 71"/>
            <p:cNvSpPr/>
            <p:nvPr/>
          </p:nvSpPr>
          <p:spPr bwMode="gray">
            <a:xfrm>
              <a:off x="2215" y="3052"/>
              <a:ext cx="676" cy="694"/>
            </a:xfrm>
            <a:custGeom>
              <a:avLst/>
              <a:gdLst>
                <a:gd name="T0" fmla="*/ 297 w 1352"/>
                <a:gd name="T1" fmla="*/ 258 h 1388"/>
                <a:gd name="T2" fmla="*/ 288 w 1352"/>
                <a:gd name="T3" fmla="*/ 267 h 1388"/>
                <a:gd name="T4" fmla="*/ 280 w 1352"/>
                <a:gd name="T5" fmla="*/ 277 h 1388"/>
                <a:gd name="T6" fmla="*/ 265 w 1352"/>
                <a:gd name="T7" fmla="*/ 279 h 1388"/>
                <a:gd name="T8" fmla="*/ 258 w 1352"/>
                <a:gd name="T9" fmla="*/ 281 h 1388"/>
                <a:gd name="T10" fmla="*/ 248 w 1352"/>
                <a:gd name="T11" fmla="*/ 285 h 1388"/>
                <a:gd name="T12" fmla="*/ 240 w 1352"/>
                <a:gd name="T13" fmla="*/ 279 h 1388"/>
                <a:gd name="T14" fmla="*/ 237 w 1352"/>
                <a:gd name="T15" fmla="*/ 285 h 1388"/>
                <a:gd name="T16" fmla="*/ 231 w 1352"/>
                <a:gd name="T17" fmla="*/ 284 h 1388"/>
                <a:gd name="T18" fmla="*/ 228 w 1352"/>
                <a:gd name="T19" fmla="*/ 281 h 1388"/>
                <a:gd name="T20" fmla="*/ 218 w 1352"/>
                <a:gd name="T21" fmla="*/ 290 h 1388"/>
                <a:gd name="T22" fmla="*/ 202 w 1352"/>
                <a:gd name="T23" fmla="*/ 282 h 1388"/>
                <a:gd name="T24" fmla="*/ 188 w 1352"/>
                <a:gd name="T25" fmla="*/ 290 h 1388"/>
                <a:gd name="T26" fmla="*/ 174 w 1352"/>
                <a:gd name="T27" fmla="*/ 293 h 1388"/>
                <a:gd name="T28" fmla="*/ 162 w 1352"/>
                <a:gd name="T29" fmla="*/ 303 h 1388"/>
                <a:gd name="T30" fmla="*/ 169 w 1352"/>
                <a:gd name="T31" fmla="*/ 330 h 1388"/>
                <a:gd name="T32" fmla="*/ 165 w 1352"/>
                <a:gd name="T33" fmla="*/ 346 h 1388"/>
                <a:gd name="T34" fmla="*/ 146 w 1352"/>
                <a:gd name="T35" fmla="*/ 341 h 1388"/>
                <a:gd name="T36" fmla="*/ 142 w 1352"/>
                <a:gd name="T37" fmla="*/ 322 h 1388"/>
                <a:gd name="T38" fmla="*/ 130 w 1352"/>
                <a:gd name="T39" fmla="*/ 330 h 1388"/>
                <a:gd name="T40" fmla="*/ 113 w 1352"/>
                <a:gd name="T41" fmla="*/ 336 h 1388"/>
                <a:gd name="T42" fmla="*/ 98 w 1352"/>
                <a:gd name="T43" fmla="*/ 327 h 1388"/>
                <a:gd name="T44" fmla="*/ 94 w 1352"/>
                <a:gd name="T45" fmla="*/ 310 h 1388"/>
                <a:gd name="T46" fmla="*/ 76 w 1352"/>
                <a:gd name="T47" fmla="*/ 308 h 1388"/>
                <a:gd name="T48" fmla="*/ 67 w 1352"/>
                <a:gd name="T49" fmla="*/ 301 h 1388"/>
                <a:gd name="T50" fmla="*/ 72 w 1352"/>
                <a:gd name="T51" fmla="*/ 280 h 1388"/>
                <a:gd name="T52" fmla="*/ 79 w 1352"/>
                <a:gd name="T53" fmla="*/ 267 h 1388"/>
                <a:gd name="T54" fmla="*/ 63 w 1352"/>
                <a:gd name="T55" fmla="*/ 263 h 1388"/>
                <a:gd name="T56" fmla="*/ 53 w 1352"/>
                <a:gd name="T57" fmla="*/ 245 h 1388"/>
                <a:gd name="T58" fmla="*/ 47 w 1352"/>
                <a:gd name="T59" fmla="*/ 227 h 1388"/>
                <a:gd name="T60" fmla="*/ 51 w 1352"/>
                <a:gd name="T61" fmla="*/ 218 h 1388"/>
                <a:gd name="T62" fmla="*/ 48 w 1352"/>
                <a:gd name="T63" fmla="*/ 217 h 1388"/>
                <a:gd name="T64" fmla="*/ 24 w 1352"/>
                <a:gd name="T65" fmla="*/ 220 h 1388"/>
                <a:gd name="T66" fmla="*/ 9 w 1352"/>
                <a:gd name="T67" fmla="*/ 229 h 1388"/>
                <a:gd name="T68" fmla="*/ 3 w 1352"/>
                <a:gd name="T69" fmla="*/ 224 h 1388"/>
                <a:gd name="T70" fmla="*/ 8 w 1352"/>
                <a:gd name="T71" fmla="*/ 215 h 1388"/>
                <a:gd name="T72" fmla="*/ 3 w 1352"/>
                <a:gd name="T73" fmla="*/ 206 h 1388"/>
                <a:gd name="T74" fmla="*/ 5 w 1352"/>
                <a:gd name="T75" fmla="*/ 189 h 1388"/>
                <a:gd name="T76" fmla="*/ 15 w 1352"/>
                <a:gd name="T77" fmla="*/ 172 h 1388"/>
                <a:gd name="T78" fmla="*/ 28 w 1352"/>
                <a:gd name="T79" fmla="*/ 162 h 1388"/>
                <a:gd name="T80" fmla="*/ 38 w 1352"/>
                <a:gd name="T81" fmla="*/ 150 h 1388"/>
                <a:gd name="T82" fmla="*/ 49 w 1352"/>
                <a:gd name="T83" fmla="*/ 131 h 1388"/>
                <a:gd name="T84" fmla="*/ 53 w 1352"/>
                <a:gd name="T85" fmla="*/ 89 h 1388"/>
                <a:gd name="T86" fmla="*/ 47 w 1352"/>
                <a:gd name="T87" fmla="*/ 72 h 1388"/>
                <a:gd name="T88" fmla="*/ 31 w 1352"/>
                <a:gd name="T89" fmla="*/ 60 h 1388"/>
                <a:gd name="T90" fmla="*/ 51 w 1352"/>
                <a:gd name="T91" fmla="*/ 42 h 1388"/>
                <a:gd name="T92" fmla="*/ 78 w 1352"/>
                <a:gd name="T93" fmla="*/ 44 h 1388"/>
                <a:gd name="T94" fmla="*/ 112 w 1352"/>
                <a:gd name="T95" fmla="*/ 60 h 1388"/>
                <a:gd name="T96" fmla="*/ 170 w 1352"/>
                <a:gd name="T97" fmla="*/ 138 h 1388"/>
                <a:gd name="T98" fmla="*/ 214 w 1352"/>
                <a:gd name="T99" fmla="*/ 109 h 1388"/>
                <a:gd name="T100" fmla="*/ 229 w 1352"/>
                <a:gd name="T101" fmla="*/ 50 h 1388"/>
                <a:gd name="T102" fmla="*/ 248 w 1352"/>
                <a:gd name="T103" fmla="*/ 26 h 1388"/>
                <a:gd name="T104" fmla="*/ 289 w 1352"/>
                <a:gd name="T105" fmla="*/ 47 h 1388"/>
                <a:gd name="T106" fmla="*/ 266 w 1352"/>
                <a:gd name="T107" fmla="*/ 82 h 1388"/>
                <a:gd name="T108" fmla="*/ 240 w 1352"/>
                <a:gd name="T109" fmla="*/ 101 h 1388"/>
                <a:gd name="T110" fmla="*/ 276 w 1352"/>
                <a:gd name="T111" fmla="*/ 122 h 1388"/>
                <a:gd name="T112" fmla="*/ 280 w 1352"/>
                <a:gd name="T113" fmla="*/ 183 h 1388"/>
                <a:gd name="T114" fmla="*/ 300 w 1352"/>
                <a:gd name="T115" fmla="*/ 216 h 1388"/>
                <a:gd name="T116" fmla="*/ 338 w 1352"/>
                <a:gd name="T117" fmla="*/ 225 h 138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52"/>
                <a:gd name="T178" fmla="*/ 0 h 1388"/>
                <a:gd name="T179" fmla="*/ 1352 w 1352"/>
                <a:gd name="T180" fmla="*/ 1388 h 138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52" h="1388">
                  <a:moveTo>
                    <a:pt x="1262" y="1026"/>
                  </a:moveTo>
                  <a:lnTo>
                    <a:pt x="1230" y="998"/>
                  </a:lnTo>
                  <a:lnTo>
                    <a:pt x="1203" y="1026"/>
                  </a:lnTo>
                  <a:lnTo>
                    <a:pt x="1197" y="1028"/>
                  </a:lnTo>
                  <a:lnTo>
                    <a:pt x="1185" y="1032"/>
                  </a:lnTo>
                  <a:lnTo>
                    <a:pt x="1171" y="1039"/>
                  </a:lnTo>
                  <a:lnTo>
                    <a:pt x="1159" y="1045"/>
                  </a:lnTo>
                  <a:lnTo>
                    <a:pt x="1154" y="1049"/>
                  </a:lnTo>
                  <a:lnTo>
                    <a:pt x="1152" y="1055"/>
                  </a:lnTo>
                  <a:lnTo>
                    <a:pt x="1150" y="1067"/>
                  </a:lnTo>
                  <a:lnTo>
                    <a:pt x="1148" y="1081"/>
                  </a:lnTo>
                  <a:lnTo>
                    <a:pt x="1144" y="1093"/>
                  </a:lnTo>
                  <a:lnTo>
                    <a:pt x="1138" y="1098"/>
                  </a:lnTo>
                  <a:lnTo>
                    <a:pt x="1130" y="1102"/>
                  </a:lnTo>
                  <a:lnTo>
                    <a:pt x="1118" y="1106"/>
                  </a:lnTo>
                  <a:lnTo>
                    <a:pt x="1104" y="1114"/>
                  </a:lnTo>
                  <a:lnTo>
                    <a:pt x="1091" y="1118"/>
                  </a:lnTo>
                  <a:lnTo>
                    <a:pt x="1079" y="1122"/>
                  </a:lnTo>
                  <a:lnTo>
                    <a:pt x="1069" y="1120"/>
                  </a:lnTo>
                  <a:lnTo>
                    <a:pt x="1059" y="1114"/>
                  </a:lnTo>
                  <a:lnTo>
                    <a:pt x="1047" y="1112"/>
                  </a:lnTo>
                  <a:lnTo>
                    <a:pt x="1035" y="1112"/>
                  </a:lnTo>
                  <a:lnTo>
                    <a:pt x="1032" y="1112"/>
                  </a:lnTo>
                  <a:lnTo>
                    <a:pt x="1032" y="1116"/>
                  </a:lnTo>
                  <a:lnTo>
                    <a:pt x="1030" y="1124"/>
                  </a:lnTo>
                  <a:lnTo>
                    <a:pt x="1026" y="1136"/>
                  </a:lnTo>
                  <a:lnTo>
                    <a:pt x="1020" y="1144"/>
                  </a:lnTo>
                  <a:lnTo>
                    <a:pt x="1012" y="1148"/>
                  </a:lnTo>
                  <a:lnTo>
                    <a:pt x="1004" y="1146"/>
                  </a:lnTo>
                  <a:lnTo>
                    <a:pt x="992" y="1140"/>
                  </a:lnTo>
                  <a:lnTo>
                    <a:pt x="980" y="1130"/>
                  </a:lnTo>
                  <a:lnTo>
                    <a:pt x="969" y="1122"/>
                  </a:lnTo>
                  <a:lnTo>
                    <a:pt x="963" y="1116"/>
                  </a:lnTo>
                  <a:lnTo>
                    <a:pt x="959" y="1114"/>
                  </a:lnTo>
                  <a:lnTo>
                    <a:pt x="959" y="1116"/>
                  </a:lnTo>
                  <a:lnTo>
                    <a:pt x="959" y="1118"/>
                  </a:lnTo>
                  <a:lnTo>
                    <a:pt x="957" y="1124"/>
                  </a:lnTo>
                  <a:lnTo>
                    <a:pt x="955" y="1130"/>
                  </a:lnTo>
                  <a:lnTo>
                    <a:pt x="951" y="1134"/>
                  </a:lnTo>
                  <a:lnTo>
                    <a:pt x="949" y="1140"/>
                  </a:lnTo>
                  <a:lnTo>
                    <a:pt x="945" y="1142"/>
                  </a:lnTo>
                  <a:lnTo>
                    <a:pt x="939" y="1144"/>
                  </a:lnTo>
                  <a:lnTo>
                    <a:pt x="935" y="1142"/>
                  </a:lnTo>
                  <a:lnTo>
                    <a:pt x="931" y="1140"/>
                  </a:lnTo>
                  <a:lnTo>
                    <a:pt x="925" y="1136"/>
                  </a:lnTo>
                  <a:lnTo>
                    <a:pt x="921" y="1132"/>
                  </a:lnTo>
                  <a:lnTo>
                    <a:pt x="919" y="1128"/>
                  </a:lnTo>
                  <a:lnTo>
                    <a:pt x="917" y="1126"/>
                  </a:lnTo>
                  <a:lnTo>
                    <a:pt x="915" y="1122"/>
                  </a:lnTo>
                  <a:lnTo>
                    <a:pt x="913" y="1122"/>
                  </a:lnTo>
                  <a:lnTo>
                    <a:pt x="911" y="1126"/>
                  </a:lnTo>
                  <a:lnTo>
                    <a:pt x="906" y="1132"/>
                  </a:lnTo>
                  <a:lnTo>
                    <a:pt x="896" y="1144"/>
                  </a:lnTo>
                  <a:lnTo>
                    <a:pt x="886" y="1154"/>
                  </a:lnTo>
                  <a:lnTo>
                    <a:pt x="874" y="1159"/>
                  </a:lnTo>
                  <a:lnTo>
                    <a:pt x="864" y="1163"/>
                  </a:lnTo>
                  <a:lnTo>
                    <a:pt x="852" y="1159"/>
                  </a:lnTo>
                  <a:lnTo>
                    <a:pt x="839" y="1150"/>
                  </a:lnTo>
                  <a:lnTo>
                    <a:pt x="825" y="1138"/>
                  </a:lnTo>
                  <a:lnTo>
                    <a:pt x="809" y="1128"/>
                  </a:lnTo>
                  <a:lnTo>
                    <a:pt x="797" y="1122"/>
                  </a:lnTo>
                  <a:lnTo>
                    <a:pt x="787" y="1120"/>
                  </a:lnTo>
                  <a:lnTo>
                    <a:pt x="778" y="1130"/>
                  </a:lnTo>
                  <a:lnTo>
                    <a:pt x="766" y="1144"/>
                  </a:lnTo>
                  <a:lnTo>
                    <a:pt x="754" y="1159"/>
                  </a:lnTo>
                  <a:lnTo>
                    <a:pt x="742" y="1171"/>
                  </a:lnTo>
                  <a:lnTo>
                    <a:pt x="734" y="1179"/>
                  </a:lnTo>
                  <a:lnTo>
                    <a:pt x="724" y="1177"/>
                  </a:lnTo>
                  <a:lnTo>
                    <a:pt x="711" y="1175"/>
                  </a:lnTo>
                  <a:lnTo>
                    <a:pt x="695" y="1169"/>
                  </a:lnTo>
                  <a:lnTo>
                    <a:pt x="679" y="1165"/>
                  </a:lnTo>
                  <a:lnTo>
                    <a:pt x="667" y="1165"/>
                  </a:lnTo>
                  <a:lnTo>
                    <a:pt x="659" y="1167"/>
                  </a:lnTo>
                  <a:lnTo>
                    <a:pt x="650" y="1183"/>
                  </a:lnTo>
                  <a:lnTo>
                    <a:pt x="646" y="1209"/>
                  </a:lnTo>
                  <a:lnTo>
                    <a:pt x="648" y="1234"/>
                  </a:lnTo>
                  <a:lnTo>
                    <a:pt x="656" y="1254"/>
                  </a:lnTo>
                  <a:lnTo>
                    <a:pt x="665" y="1278"/>
                  </a:lnTo>
                  <a:lnTo>
                    <a:pt x="673" y="1299"/>
                  </a:lnTo>
                  <a:lnTo>
                    <a:pt x="675" y="1317"/>
                  </a:lnTo>
                  <a:lnTo>
                    <a:pt x="673" y="1331"/>
                  </a:lnTo>
                  <a:lnTo>
                    <a:pt x="673" y="1346"/>
                  </a:lnTo>
                  <a:lnTo>
                    <a:pt x="673" y="1362"/>
                  </a:lnTo>
                  <a:lnTo>
                    <a:pt x="667" y="1374"/>
                  </a:lnTo>
                  <a:lnTo>
                    <a:pt x="658" y="1382"/>
                  </a:lnTo>
                  <a:lnTo>
                    <a:pt x="638" y="1386"/>
                  </a:lnTo>
                  <a:lnTo>
                    <a:pt x="620" y="1388"/>
                  </a:lnTo>
                  <a:lnTo>
                    <a:pt x="604" y="1386"/>
                  </a:lnTo>
                  <a:lnTo>
                    <a:pt x="591" y="1380"/>
                  </a:lnTo>
                  <a:lnTo>
                    <a:pt x="581" y="1362"/>
                  </a:lnTo>
                  <a:lnTo>
                    <a:pt x="573" y="1343"/>
                  </a:lnTo>
                  <a:lnTo>
                    <a:pt x="571" y="1321"/>
                  </a:lnTo>
                  <a:lnTo>
                    <a:pt x="569" y="1309"/>
                  </a:lnTo>
                  <a:lnTo>
                    <a:pt x="567" y="1297"/>
                  </a:lnTo>
                  <a:lnTo>
                    <a:pt x="565" y="1287"/>
                  </a:lnTo>
                  <a:lnTo>
                    <a:pt x="559" y="1282"/>
                  </a:lnTo>
                  <a:lnTo>
                    <a:pt x="553" y="1283"/>
                  </a:lnTo>
                  <a:lnTo>
                    <a:pt x="545" y="1291"/>
                  </a:lnTo>
                  <a:lnTo>
                    <a:pt x="534" y="1303"/>
                  </a:lnTo>
                  <a:lnTo>
                    <a:pt x="518" y="1317"/>
                  </a:lnTo>
                  <a:lnTo>
                    <a:pt x="504" y="1331"/>
                  </a:lnTo>
                  <a:lnTo>
                    <a:pt x="488" y="1341"/>
                  </a:lnTo>
                  <a:lnTo>
                    <a:pt x="476" y="1343"/>
                  </a:lnTo>
                  <a:lnTo>
                    <a:pt x="465" y="1343"/>
                  </a:lnTo>
                  <a:lnTo>
                    <a:pt x="451" y="1343"/>
                  </a:lnTo>
                  <a:lnTo>
                    <a:pt x="437" y="1345"/>
                  </a:lnTo>
                  <a:lnTo>
                    <a:pt x="425" y="1343"/>
                  </a:lnTo>
                  <a:lnTo>
                    <a:pt x="415" y="1337"/>
                  </a:lnTo>
                  <a:lnTo>
                    <a:pt x="404" y="1323"/>
                  </a:lnTo>
                  <a:lnTo>
                    <a:pt x="394" y="1307"/>
                  </a:lnTo>
                  <a:lnTo>
                    <a:pt x="388" y="1287"/>
                  </a:lnTo>
                  <a:lnTo>
                    <a:pt x="386" y="1272"/>
                  </a:lnTo>
                  <a:lnTo>
                    <a:pt x="382" y="1256"/>
                  </a:lnTo>
                  <a:lnTo>
                    <a:pt x="378" y="1244"/>
                  </a:lnTo>
                  <a:lnTo>
                    <a:pt x="378" y="1240"/>
                  </a:lnTo>
                  <a:lnTo>
                    <a:pt x="372" y="1240"/>
                  </a:lnTo>
                  <a:lnTo>
                    <a:pt x="358" y="1240"/>
                  </a:lnTo>
                  <a:lnTo>
                    <a:pt x="341" y="1238"/>
                  </a:lnTo>
                  <a:lnTo>
                    <a:pt x="321" y="1236"/>
                  </a:lnTo>
                  <a:lnTo>
                    <a:pt x="303" y="1232"/>
                  </a:lnTo>
                  <a:lnTo>
                    <a:pt x="291" y="1224"/>
                  </a:lnTo>
                  <a:lnTo>
                    <a:pt x="282" y="1219"/>
                  </a:lnTo>
                  <a:lnTo>
                    <a:pt x="276" y="1213"/>
                  </a:lnTo>
                  <a:lnTo>
                    <a:pt x="270" y="1209"/>
                  </a:lnTo>
                  <a:lnTo>
                    <a:pt x="268" y="1201"/>
                  </a:lnTo>
                  <a:lnTo>
                    <a:pt x="268" y="1189"/>
                  </a:lnTo>
                  <a:lnTo>
                    <a:pt x="274" y="1171"/>
                  </a:lnTo>
                  <a:lnTo>
                    <a:pt x="280" y="1150"/>
                  </a:lnTo>
                  <a:lnTo>
                    <a:pt x="284" y="1134"/>
                  </a:lnTo>
                  <a:lnTo>
                    <a:pt x="285" y="1120"/>
                  </a:lnTo>
                  <a:lnTo>
                    <a:pt x="287" y="1110"/>
                  </a:lnTo>
                  <a:lnTo>
                    <a:pt x="291" y="1100"/>
                  </a:lnTo>
                  <a:lnTo>
                    <a:pt x="299" y="1087"/>
                  </a:lnTo>
                  <a:lnTo>
                    <a:pt x="309" y="1075"/>
                  </a:lnTo>
                  <a:lnTo>
                    <a:pt x="315" y="1065"/>
                  </a:lnTo>
                  <a:lnTo>
                    <a:pt x="311" y="1057"/>
                  </a:lnTo>
                  <a:lnTo>
                    <a:pt x="303" y="1053"/>
                  </a:lnTo>
                  <a:lnTo>
                    <a:pt x="289" y="1053"/>
                  </a:lnTo>
                  <a:lnTo>
                    <a:pt x="272" y="1053"/>
                  </a:lnTo>
                  <a:lnTo>
                    <a:pt x="254" y="1051"/>
                  </a:lnTo>
                  <a:lnTo>
                    <a:pt x="240" y="1047"/>
                  </a:lnTo>
                  <a:lnTo>
                    <a:pt x="230" y="1039"/>
                  </a:lnTo>
                  <a:lnTo>
                    <a:pt x="221" y="1020"/>
                  </a:lnTo>
                  <a:lnTo>
                    <a:pt x="217" y="1000"/>
                  </a:lnTo>
                  <a:lnTo>
                    <a:pt x="211" y="980"/>
                  </a:lnTo>
                  <a:lnTo>
                    <a:pt x="207" y="959"/>
                  </a:lnTo>
                  <a:lnTo>
                    <a:pt x="205" y="943"/>
                  </a:lnTo>
                  <a:lnTo>
                    <a:pt x="199" y="931"/>
                  </a:lnTo>
                  <a:lnTo>
                    <a:pt x="191" y="919"/>
                  </a:lnTo>
                  <a:lnTo>
                    <a:pt x="187" y="908"/>
                  </a:lnTo>
                  <a:lnTo>
                    <a:pt x="189" y="894"/>
                  </a:lnTo>
                  <a:lnTo>
                    <a:pt x="191" y="888"/>
                  </a:lnTo>
                  <a:lnTo>
                    <a:pt x="197" y="884"/>
                  </a:lnTo>
                  <a:lnTo>
                    <a:pt x="201" y="878"/>
                  </a:lnTo>
                  <a:lnTo>
                    <a:pt x="205" y="874"/>
                  </a:lnTo>
                  <a:lnTo>
                    <a:pt x="209" y="870"/>
                  </a:lnTo>
                  <a:lnTo>
                    <a:pt x="211" y="868"/>
                  </a:lnTo>
                  <a:lnTo>
                    <a:pt x="213" y="868"/>
                  </a:lnTo>
                  <a:lnTo>
                    <a:pt x="207" y="868"/>
                  </a:lnTo>
                  <a:lnTo>
                    <a:pt x="193" y="868"/>
                  </a:lnTo>
                  <a:lnTo>
                    <a:pt x="173" y="870"/>
                  </a:lnTo>
                  <a:lnTo>
                    <a:pt x="152" y="870"/>
                  </a:lnTo>
                  <a:lnTo>
                    <a:pt x="130" y="872"/>
                  </a:lnTo>
                  <a:lnTo>
                    <a:pt x="112" y="876"/>
                  </a:lnTo>
                  <a:lnTo>
                    <a:pt x="97" y="882"/>
                  </a:lnTo>
                  <a:lnTo>
                    <a:pt x="81" y="892"/>
                  </a:lnTo>
                  <a:lnTo>
                    <a:pt x="67" y="902"/>
                  </a:lnTo>
                  <a:lnTo>
                    <a:pt x="53" y="912"/>
                  </a:lnTo>
                  <a:lnTo>
                    <a:pt x="43" y="915"/>
                  </a:lnTo>
                  <a:lnTo>
                    <a:pt x="34" y="915"/>
                  </a:lnTo>
                  <a:lnTo>
                    <a:pt x="28" y="912"/>
                  </a:lnTo>
                  <a:lnTo>
                    <a:pt x="22" y="908"/>
                  </a:lnTo>
                  <a:lnTo>
                    <a:pt x="18" y="906"/>
                  </a:lnTo>
                  <a:lnTo>
                    <a:pt x="14" y="902"/>
                  </a:lnTo>
                  <a:lnTo>
                    <a:pt x="10" y="896"/>
                  </a:lnTo>
                  <a:lnTo>
                    <a:pt x="10" y="892"/>
                  </a:lnTo>
                  <a:lnTo>
                    <a:pt x="10" y="884"/>
                  </a:lnTo>
                  <a:lnTo>
                    <a:pt x="16" y="876"/>
                  </a:lnTo>
                  <a:lnTo>
                    <a:pt x="24" y="868"/>
                  </a:lnTo>
                  <a:lnTo>
                    <a:pt x="32" y="862"/>
                  </a:lnTo>
                  <a:lnTo>
                    <a:pt x="37" y="854"/>
                  </a:lnTo>
                  <a:lnTo>
                    <a:pt x="37" y="843"/>
                  </a:lnTo>
                  <a:lnTo>
                    <a:pt x="34" y="835"/>
                  </a:lnTo>
                  <a:lnTo>
                    <a:pt x="24" y="829"/>
                  </a:lnTo>
                  <a:lnTo>
                    <a:pt x="14" y="823"/>
                  </a:lnTo>
                  <a:lnTo>
                    <a:pt x="6" y="817"/>
                  </a:lnTo>
                  <a:lnTo>
                    <a:pt x="0" y="811"/>
                  </a:lnTo>
                  <a:lnTo>
                    <a:pt x="2" y="799"/>
                  </a:lnTo>
                  <a:lnTo>
                    <a:pt x="12" y="776"/>
                  </a:lnTo>
                  <a:lnTo>
                    <a:pt x="22" y="758"/>
                  </a:lnTo>
                  <a:lnTo>
                    <a:pt x="34" y="744"/>
                  </a:lnTo>
                  <a:lnTo>
                    <a:pt x="41" y="734"/>
                  </a:lnTo>
                  <a:lnTo>
                    <a:pt x="47" y="719"/>
                  </a:lnTo>
                  <a:lnTo>
                    <a:pt x="55" y="701"/>
                  </a:lnTo>
                  <a:lnTo>
                    <a:pt x="61" y="685"/>
                  </a:lnTo>
                  <a:lnTo>
                    <a:pt x="67" y="675"/>
                  </a:lnTo>
                  <a:lnTo>
                    <a:pt x="75" y="669"/>
                  </a:lnTo>
                  <a:lnTo>
                    <a:pt x="89" y="665"/>
                  </a:lnTo>
                  <a:lnTo>
                    <a:pt x="102" y="660"/>
                  </a:lnTo>
                  <a:lnTo>
                    <a:pt x="114" y="646"/>
                  </a:lnTo>
                  <a:lnTo>
                    <a:pt x="122" y="632"/>
                  </a:lnTo>
                  <a:lnTo>
                    <a:pt x="126" y="620"/>
                  </a:lnTo>
                  <a:lnTo>
                    <a:pt x="130" y="614"/>
                  </a:lnTo>
                  <a:lnTo>
                    <a:pt x="142" y="604"/>
                  </a:lnTo>
                  <a:lnTo>
                    <a:pt x="152" y="599"/>
                  </a:lnTo>
                  <a:lnTo>
                    <a:pt x="161" y="595"/>
                  </a:lnTo>
                  <a:lnTo>
                    <a:pt x="167" y="591"/>
                  </a:lnTo>
                  <a:lnTo>
                    <a:pt x="175" y="581"/>
                  </a:lnTo>
                  <a:lnTo>
                    <a:pt x="187" y="553"/>
                  </a:lnTo>
                  <a:lnTo>
                    <a:pt x="197" y="522"/>
                  </a:lnTo>
                  <a:lnTo>
                    <a:pt x="205" y="488"/>
                  </a:lnTo>
                  <a:lnTo>
                    <a:pt x="213" y="445"/>
                  </a:lnTo>
                  <a:lnTo>
                    <a:pt x="215" y="404"/>
                  </a:lnTo>
                  <a:lnTo>
                    <a:pt x="213" y="384"/>
                  </a:lnTo>
                  <a:lnTo>
                    <a:pt x="213" y="358"/>
                  </a:lnTo>
                  <a:lnTo>
                    <a:pt x="213" y="333"/>
                  </a:lnTo>
                  <a:lnTo>
                    <a:pt x="211" y="309"/>
                  </a:lnTo>
                  <a:lnTo>
                    <a:pt x="209" y="295"/>
                  </a:lnTo>
                  <a:lnTo>
                    <a:pt x="201" y="288"/>
                  </a:lnTo>
                  <a:lnTo>
                    <a:pt x="189" y="286"/>
                  </a:lnTo>
                  <a:lnTo>
                    <a:pt x="173" y="284"/>
                  </a:lnTo>
                  <a:lnTo>
                    <a:pt x="159" y="280"/>
                  </a:lnTo>
                  <a:lnTo>
                    <a:pt x="146" y="274"/>
                  </a:lnTo>
                  <a:lnTo>
                    <a:pt x="134" y="260"/>
                  </a:lnTo>
                  <a:lnTo>
                    <a:pt x="126" y="242"/>
                  </a:lnTo>
                  <a:lnTo>
                    <a:pt x="122" y="225"/>
                  </a:lnTo>
                  <a:lnTo>
                    <a:pt x="124" y="181"/>
                  </a:lnTo>
                  <a:lnTo>
                    <a:pt x="144" y="162"/>
                  </a:lnTo>
                  <a:lnTo>
                    <a:pt x="169" y="183"/>
                  </a:lnTo>
                  <a:lnTo>
                    <a:pt x="203" y="168"/>
                  </a:lnTo>
                  <a:lnTo>
                    <a:pt x="199" y="114"/>
                  </a:lnTo>
                  <a:lnTo>
                    <a:pt x="228" y="20"/>
                  </a:lnTo>
                  <a:lnTo>
                    <a:pt x="266" y="0"/>
                  </a:lnTo>
                  <a:lnTo>
                    <a:pt x="278" y="116"/>
                  </a:lnTo>
                  <a:lnTo>
                    <a:pt x="311" y="177"/>
                  </a:lnTo>
                  <a:lnTo>
                    <a:pt x="354" y="170"/>
                  </a:lnTo>
                  <a:lnTo>
                    <a:pt x="400" y="118"/>
                  </a:lnTo>
                  <a:lnTo>
                    <a:pt x="429" y="156"/>
                  </a:lnTo>
                  <a:lnTo>
                    <a:pt x="411" y="191"/>
                  </a:lnTo>
                  <a:lnTo>
                    <a:pt x="447" y="242"/>
                  </a:lnTo>
                  <a:lnTo>
                    <a:pt x="496" y="244"/>
                  </a:lnTo>
                  <a:lnTo>
                    <a:pt x="551" y="329"/>
                  </a:lnTo>
                  <a:lnTo>
                    <a:pt x="614" y="439"/>
                  </a:lnTo>
                  <a:lnTo>
                    <a:pt x="646" y="516"/>
                  </a:lnTo>
                  <a:lnTo>
                    <a:pt x="681" y="551"/>
                  </a:lnTo>
                  <a:lnTo>
                    <a:pt x="721" y="543"/>
                  </a:lnTo>
                  <a:lnTo>
                    <a:pt x="793" y="494"/>
                  </a:lnTo>
                  <a:lnTo>
                    <a:pt x="803" y="518"/>
                  </a:lnTo>
                  <a:lnTo>
                    <a:pt x="852" y="492"/>
                  </a:lnTo>
                  <a:lnTo>
                    <a:pt x="856" y="435"/>
                  </a:lnTo>
                  <a:lnTo>
                    <a:pt x="831" y="402"/>
                  </a:lnTo>
                  <a:lnTo>
                    <a:pt x="831" y="335"/>
                  </a:lnTo>
                  <a:lnTo>
                    <a:pt x="868" y="315"/>
                  </a:lnTo>
                  <a:lnTo>
                    <a:pt x="925" y="244"/>
                  </a:lnTo>
                  <a:lnTo>
                    <a:pt x="917" y="199"/>
                  </a:lnTo>
                  <a:lnTo>
                    <a:pt x="941" y="171"/>
                  </a:lnTo>
                  <a:lnTo>
                    <a:pt x="976" y="171"/>
                  </a:lnTo>
                  <a:lnTo>
                    <a:pt x="980" y="148"/>
                  </a:lnTo>
                  <a:lnTo>
                    <a:pt x="967" y="120"/>
                  </a:lnTo>
                  <a:lnTo>
                    <a:pt x="994" y="103"/>
                  </a:lnTo>
                  <a:lnTo>
                    <a:pt x="1043" y="108"/>
                  </a:lnTo>
                  <a:lnTo>
                    <a:pt x="1043" y="162"/>
                  </a:lnTo>
                  <a:lnTo>
                    <a:pt x="1065" y="232"/>
                  </a:lnTo>
                  <a:lnTo>
                    <a:pt x="1128" y="227"/>
                  </a:lnTo>
                  <a:lnTo>
                    <a:pt x="1154" y="189"/>
                  </a:lnTo>
                  <a:lnTo>
                    <a:pt x="1187" y="211"/>
                  </a:lnTo>
                  <a:lnTo>
                    <a:pt x="1193" y="252"/>
                  </a:lnTo>
                  <a:lnTo>
                    <a:pt x="1177" y="315"/>
                  </a:lnTo>
                  <a:lnTo>
                    <a:pt x="1126" y="329"/>
                  </a:lnTo>
                  <a:lnTo>
                    <a:pt x="1061" y="327"/>
                  </a:lnTo>
                  <a:lnTo>
                    <a:pt x="1047" y="311"/>
                  </a:lnTo>
                  <a:lnTo>
                    <a:pt x="1024" y="337"/>
                  </a:lnTo>
                  <a:lnTo>
                    <a:pt x="994" y="315"/>
                  </a:lnTo>
                  <a:lnTo>
                    <a:pt x="939" y="376"/>
                  </a:lnTo>
                  <a:lnTo>
                    <a:pt x="961" y="404"/>
                  </a:lnTo>
                  <a:lnTo>
                    <a:pt x="965" y="459"/>
                  </a:lnTo>
                  <a:lnTo>
                    <a:pt x="1006" y="471"/>
                  </a:lnTo>
                  <a:lnTo>
                    <a:pt x="1051" y="449"/>
                  </a:lnTo>
                  <a:lnTo>
                    <a:pt x="1069" y="445"/>
                  </a:lnTo>
                  <a:lnTo>
                    <a:pt x="1104" y="490"/>
                  </a:lnTo>
                  <a:lnTo>
                    <a:pt x="1075" y="561"/>
                  </a:lnTo>
                  <a:lnTo>
                    <a:pt x="1053" y="614"/>
                  </a:lnTo>
                  <a:lnTo>
                    <a:pt x="1075" y="658"/>
                  </a:lnTo>
                  <a:lnTo>
                    <a:pt x="1116" y="677"/>
                  </a:lnTo>
                  <a:lnTo>
                    <a:pt x="1118" y="732"/>
                  </a:lnTo>
                  <a:lnTo>
                    <a:pt x="1081" y="782"/>
                  </a:lnTo>
                  <a:lnTo>
                    <a:pt x="1112" y="837"/>
                  </a:lnTo>
                  <a:lnTo>
                    <a:pt x="1138" y="819"/>
                  </a:lnTo>
                  <a:lnTo>
                    <a:pt x="1187" y="823"/>
                  </a:lnTo>
                  <a:lnTo>
                    <a:pt x="1197" y="864"/>
                  </a:lnTo>
                  <a:lnTo>
                    <a:pt x="1228" y="884"/>
                  </a:lnTo>
                  <a:lnTo>
                    <a:pt x="1262" y="864"/>
                  </a:lnTo>
                  <a:lnTo>
                    <a:pt x="1293" y="888"/>
                  </a:lnTo>
                  <a:lnTo>
                    <a:pt x="1329" y="872"/>
                  </a:lnTo>
                  <a:lnTo>
                    <a:pt x="1352" y="900"/>
                  </a:lnTo>
                  <a:lnTo>
                    <a:pt x="1343" y="973"/>
                  </a:lnTo>
                  <a:lnTo>
                    <a:pt x="1291" y="986"/>
                  </a:lnTo>
                  <a:lnTo>
                    <a:pt x="1262" y="1026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21" name="Freeform 72"/>
            <p:cNvSpPr/>
            <p:nvPr/>
          </p:nvSpPr>
          <p:spPr bwMode="gray">
            <a:xfrm>
              <a:off x="2215" y="3052"/>
              <a:ext cx="676" cy="694"/>
            </a:xfrm>
            <a:custGeom>
              <a:avLst/>
              <a:gdLst>
                <a:gd name="T0" fmla="*/ 297 w 1352"/>
                <a:gd name="T1" fmla="*/ 258 h 1388"/>
                <a:gd name="T2" fmla="*/ 288 w 1352"/>
                <a:gd name="T3" fmla="*/ 267 h 1388"/>
                <a:gd name="T4" fmla="*/ 280 w 1352"/>
                <a:gd name="T5" fmla="*/ 277 h 1388"/>
                <a:gd name="T6" fmla="*/ 265 w 1352"/>
                <a:gd name="T7" fmla="*/ 279 h 1388"/>
                <a:gd name="T8" fmla="*/ 258 w 1352"/>
                <a:gd name="T9" fmla="*/ 281 h 1388"/>
                <a:gd name="T10" fmla="*/ 248 w 1352"/>
                <a:gd name="T11" fmla="*/ 285 h 1388"/>
                <a:gd name="T12" fmla="*/ 240 w 1352"/>
                <a:gd name="T13" fmla="*/ 279 h 1388"/>
                <a:gd name="T14" fmla="*/ 237 w 1352"/>
                <a:gd name="T15" fmla="*/ 285 h 1388"/>
                <a:gd name="T16" fmla="*/ 231 w 1352"/>
                <a:gd name="T17" fmla="*/ 284 h 1388"/>
                <a:gd name="T18" fmla="*/ 228 w 1352"/>
                <a:gd name="T19" fmla="*/ 281 h 1388"/>
                <a:gd name="T20" fmla="*/ 218 w 1352"/>
                <a:gd name="T21" fmla="*/ 290 h 1388"/>
                <a:gd name="T22" fmla="*/ 202 w 1352"/>
                <a:gd name="T23" fmla="*/ 282 h 1388"/>
                <a:gd name="T24" fmla="*/ 188 w 1352"/>
                <a:gd name="T25" fmla="*/ 290 h 1388"/>
                <a:gd name="T26" fmla="*/ 174 w 1352"/>
                <a:gd name="T27" fmla="*/ 293 h 1388"/>
                <a:gd name="T28" fmla="*/ 162 w 1352"/>
                <a:gd name="T29" fmla="*/ 303 h 1388"/>
                <a:gd name="T30" fmla="*/ 169 w 1352"/>
                <a:gd name="T31" fmla="*/ 330 h 1388"/>
                <a:gd name="T32" fmla="*/ 165 w 1352"/>
                <a:gd name="T33" fmla="*/ 346 h 1388"/>
                <a:gd name="T34" fmla="*/ 146 w 1352"/>
                <a:gd name="T35" fmla="*/ 341 h 1388"/>
                <a:gd name="T36" fmla="*/ 142 w 1352"/>
                <a:gd name="T37" fmla="*/ 322 h 1388"/>
                <a:gd name="T38" fmla="*/ 130 w 1352"/>
                <a:gd name="T39" fmla="*/ 330 h 1388"/>
                <a:gd name="T40" fmla="*/ 113 w 1352"/>
                <a:gd name="T41" fmla="*/ 336 h 1388"/>
                <a:gd name="T42" fmla="*/ 98 w 1352"/>
                <a:gd name="T43" fmla="*/ 327 h 1388"/>
                <a:gd name="T44" fmla="*/ 94 w 1352"/>
                <a:gd name="T45" fmla="*/ 310 h 1388"/>
                <a:gd name="T46" fmla="*/ 76 w 1352"/>
                <a:gd name="T47" fmla="*/ 308 h 1388"/>
                <a:gd name="T48" fmla="*/ 67 w 1352"/>
                <a:gd name="T49" fmla="*/ 301 h 1388"/>
                <a:gd name="T50" fmla="*/ 72 w 1352"/>
                <a:gd name="T51" fmla="*/ 280 h 1388"/>
                <a:gd name="T52" fmla="*/ 79 w 1352"/>
                <a:gd name="T53" fmla="*/ 267 h 1388"/>
                <a:gd name="T54" fmla="*/ 63 w 1352"/>
                <a:gd name="T55" fmla="*/ 263 h 1388"/>
                <a:gd name="T56" fmla="*/ 53 w 1352"/>
                <a:gd name="T57" fmla="*/ 245 h 1388"/>
                <a:gd name="T58" fmla="*/ 47 w 1352"/>
                <a:gd name="T59" fmla="*/ 227 h 1388"/>
                <a:gd name="T60" fmla="*/ 51 w 1352"/>
                <a:gd name="T61" fmla="*/ 218 h 1388"/>
                <a:gd name="T62" fmla="*/ 48 w 1352"/>
                <a:gd name="T63" fmla="*/ 217 h 1388"/>
                <a:gd name="T64" fmla="*/ 24 w 1352"/>
                <a:gd name="T65" fmla="*/ 220 h 1388"/>
                <a:gd name="T66" fmla="*/ 9 w 1352"/>
                <a:gd name="T67" fmla="*/ 229 h 1388"/>
                <a:gd name="T68" fmla="*/ 3 w 1352"/>
                <a:gd name="T69" fmla="*/ 224 h 1388"/>
                <a:gd name="T70" fmla="*/ 8 w 1352"/>
                <a:gd name="T71" fmla="*/ 215 h 1388"/>
                <a:gd name="T72" fmla="*/ 3 w 1352"/>
                <a:gd name="T73" fmla="*/ 206 h 1388"/>
                <a:gd name="T74" fmla="*/ 5 w 1352"/>
                <a:gd name="T75" fmla="*/ 189 h 1388"/>
                <a:gd name="T76" fmla="*/ 15 w 1352"/>
                <a:gd name="T77" fmla="*/ 172 h 1388"/>
                <a:gd name="T78" fmla="*/ 28 w 1352"/>
                <a:gd name="T79" fmla="*/ 162 h 1388"/>
                <a:gd name="T80" fmla="*/ 38 w 1352"/>
                <a:gd name="T81" fmla="*/ 150 h 1388"/>
                <a:gd name="T82" fmla="*/ 49 w 1352"/>
                <a:gd name="T83" fmla="*/ 131 h 1388"/>
                <a:gd name="T84" fmla="*/ 53 w 1352"/>
                <a:gd name="T85" fmla="*/ 89 h 1388"/>
                <a:gd name="T86" fmla="*/ 47 w 1352"/>
                <a:gd name="T87" fmla="*/ 72 h 1388"/>
                <a:gd name="T88" fmla="*/ 31 w 1352"/>
                <a:gd name="T89" fmla="*/ 60 h 1388"/>
                <a:gd name="T90" fmla="*/ 51 w 1352"/>
                <a:gd name="T91" fmla="*/ 42 h 1388"/>
                <a:gd name="T92" fmla="*/ 78 w 1352"/>
                <a:gd name="T93" fmla="*/ 44 h 1388"/>
                <a:gd name="T94" fmla="*/ 112 w 1352"/>
                <a:gd name="T95" fmla="*/ 60 h 1388"/>
                <a:gd name="T96" fmla="*/ 170 w 1352"/>
                <a:gd name="T97" fmla="*/ 138 h 1388"/>
                <a:gd name="T98" fmla="*/ 214 w 1352"/>
                <a:gd name="T99" fmla="*/ 109 h 1388"/>
                <a:gd name="T100" fmla="*/ 229 w 1352"/>
                <a:gd name="T101" fmla="*/ 50 h 1388"/>
                <a:gd name="T102" fmla="*/ 248 w 1352"/>
                <a:gd name="T103" fmla="*/ 26 h 1388"/>
                <a:gd name="T104" fmla="*/ 289 w 1352"/>
                <a:gd name="T105" fmla="*/ 47 h 1388"/>
                <a:gd name="T106" fmla="*/ 266 w 1352"/>
                <a:gd name="T107" fmla="*/ 82 h 1388"/>
                <a:gd name="T108" fmla="*/ 240 w 1352"/>
                <a:gd name="T109" fmla="*/ 101 h 1388"/>
                <a:gd name="T110" fmla="*/ 276 w 1352"/>
                <a:gd name="T111" fmla="*/ 122 h 1388"/>
                <a:gd name="T112" fmla="*/ 280 w 1352"/>
                <a:gd name="T113" fmla="*/ 183 h 1388"/>
                <a:gd name="T114" fmla="*/ 300 w 1352"/>
                <a:gd name="T115" fmla="*/ 216 h 1388"/>
                <a:gd name="T116" fmla="*/ 338 w 1352"/>
                <a:gd name="T117" fmla="*/ 225 h 138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52"/>
                <a:gd name="T178" fmla="*/ 0 h 1388"/>
                <a:gd name="T179" fmla="*/ 1352 w 1352"/>
                <a:gd name="T180" fmla="*/ 1388 h 138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52" h="1388">
                  <a:moveTo>
                    <a:pt x="1262" y="1026"/>
                  </a:moveTo>
                  <a:lnTo>
                    <a:pt x="1230" y="998"/>
                  </a:lnTo>
                  <a:lnTo>
                    <a:pt x="1203" y="1026"/>
                  </a:lnTo>
                  <a:lnTo>
                    <a:pt x="1197" y="1028"/>
                  </a:lnTo>
                  <a:lnTo>
                    <a:pt x="1185" y="1032"/>
                  </a:lnTo>
                  <a:lnTo>
                    <a:pt x="1171" y="1039"/>
                  </a:lnTo>
                  <a:lnTo>
                    <a:pt x="1159" y="1045"/>
                  </a:lnTo>
                  <a:lnTo>
                    <a:pt x="1154" y="1049"/>
                  </a:lnTo>
                  <a:lnTo>
                    <a:pt x="1152" y="1055"/>
                  </a:lnTo>
                  <a:lnTo>
                    <a:pt x="1150" y="1067"/>
                  </a:lnTo>
                  <a:lnTo>
                    <a:pt x="1148" y="1081"/>
                  </a:lnTo>
                  <a:lnTo>
                    <a:pt x="1144" y="1093"/>
                  </a:lnTo>
                  <a:lnTo>
                    <a:pt x="1138" y="1098"/>
                  </a:lnTo>
                  <a:lnTo>
                    <a:pt x="1130" y="1102"/>
                  </a:lnTo>
                  <a:lnTo>
                    <a:pt x="1118" y="1106"/>
                  </a:lnTo>
                  <a:lnTo>
                    <a:pt x="1104" y="1114"/>
                  </a:lnTo>
                  <a:lnTo>
                    <a:pt x="1091" y="1118"/>
                  </a:lnTo>
                  <a:lnTo>
                    <a:pt x="1079" y="1122"/>
                  </a:lnTo>
                  <a:lnTo>
                    <a:pt x="1069" y="1120"/>
                  </a:lnTo>
                  <a:lnTo>
                    <a:pt x="1059" y="1114"/>
                  </a:lnTo>
                  <a:lnTo>
                    <a:pt x="1047" y="1112"/>
                  </a:lnTo>
                  <a:lnTo>
                    <a:pt x="1035" y="1112"/>
                  </a:lnTo>
                  <a:lnTo>
                    <a:pt x="1032" y="1112"/>
                  </a:lnTo>
                  <a:lnTo>
                    <a:pt x="1032" y="1116"/>
                  </a:lnTo>
                  <a:lnTo>
                    <a:pt x="1030" y="1124"/>
                  </a:lnTo>
                  <a:lnTo>
                    <a:pt x="1026" y="1136"/>
                  </a:lnTo>
                  <a:lnTo>
                    <a:pt x="1020" y="1144"/>
                  </a:lnTo>
                  <a:lnTo>
                    <a:pt x="1012" y="1148"/>
                  </a:lnTo>
                  <a:lnTo>
                    <a:pt x="1004" y="1146"/>
                  </a:lnTo>
                  <a:lnTo>
                    <a:pt x="992" y="1140"/>
                  </a:lnTo>
                  <a:lnTo>
                    <a:pt x="980" y="1130"/>
                  </a:lnTo>
                  <a:lnTo>
                    <a:pt x="969" y="1122"/>
                  </a:lnTo>
                  <a:lnTo>
                    <a:pt x="963" y="1116"/>
                  </a:lnTo>
                  <a:lnTo>
                    <a:pt x="959" y="1114"/>
                  </a:lnTo>
                  <a:lnTo>
                    <a:pt x="959" y="1116"/>
                  </a:lnTo>
                  <a:lnTo>
                    <a:pt x="959" y="1118"/>
                  </a:lnTo>
                  <a:lnTo>
                    <a:pt x="957" y="1124"/>
                  </a:lnTo>
                  <a:lnTo>
                    <a:pt x="955" y="1130"/>
                  </a:lnTo>
                  <a:lnTo>
                    <a:pt x="951" y="1134"/>
                  </a:lnTo>
                  <a:lnTo>
                    <a:pt x="949" y="1140"/>
                  </a:lnTo>
                  <a:lnTo>
                    <a:pt x="945" y="1142"/>
                  </a:lnTo>
                  <a:lnTo>
                    <a:pt x="939" y="1144"/>
                  </a:lnTo>
                  <a:lnTo>
                    <a:pt x="935" y="1142"/>
                  </a:lnTo>
                  <a:lnTo>
                    <a:pt x="931" y="1140"/>
                  </a:lnTo>
                  <a:lnTo>
                    <a:pt x="925" y="1136"/>
                  </a:lnTo>
                  <a:lnTo>
                    <a:pt x="921" y="1132"/>
                  </a:lnTo>
                  <a:lnTo>
                    <a:pt x="919" y="1128"/>
                  </a:lnTo>
                  <a:lnTo>
                    <a:pt x="917" y="1126"/>
                  </a:lnTo>
                  <a:lnTo>
                    <a:pt x="915" y="1122"/>
                  </a:lnTo>
                  <a:lnTo>
                    <a:pt x="913" y="1122"/>
                  </a:lnTo>
                  <a:lnTo>
                    <a:pt x="911" y="1126"/>
                  </a:lnTo>
                  <a:lnTo>
                    <a:pt x="906" y="1132"/>
                  </a:lnTo>
                  <a:lnTo>
                    <a:pt x="896" y="1144"/>
                  </a:lnTo>
                  <a:lnTo>
                    <a:pt x="886" y="1154"/>
                  </a:lnTo>
                  <a:lnTo>
                    <a:pt x="874" y="1159"/>
                  </a:lnTo>
                  <a:lnTo>
                    <a:pt x="864" y="1163"/>
                  </a:lnTo>
                  <a:lnTo>
                    <a:pt x="852" y="1159"/>
                  </a:lnTo>
                  <a:lnTo>
                    <a:pt x="839" y="1150"/>
                  </a:lnTo>
                  <a:lnTo>
                    <a:pt x="825" y="1138"/>
                  </a:lnTo>
                  <a:lnTo>
                    <a:pt x="809" y="1128"/>
                  </a:lnTo>
                  <a:lnTo>
                    <a:pt x="797" y="1122"/>
                  </a:lnTo>
                  <a:lnTo>
                    <a:pt x="787" y="1120"/>
                  </a:lnTo>
                  <a:lnTo>
                    <a:pt x="778" y="1130"/>
                  </a:lnTo>
                  <a:lnTo>
                    <a:pt x="766" y="1144"/>
                  </a:lnTo>
                  <a:lnTo>
                    <a:pt x="754" y="1159"/>
                  </a:lnTo>
                  <a:lnTo>
                    <a:pt x="742" y="1171"/>
                  </a:lnTo>
                  <a:lnTo>
                    <a:pt x="734" y="1179"/>
                  </a:lnTo>
                  <a:lnTo>
                    <a:pt x="724" y="1177"/>
                  </a:lnTo>
                  <a:lnTo>
                    <a:pt x="711" y="1175"/>
                  </a:lnTo>
                  <a:lnTo>
                    <a:pt x="695" y="1169"/>
                  </a:lnTo>
                  <a:lnTo>
                    <a:pt x="679" y="1165"/>
                  </a:lnTo>
                  <a:lnTo>
                    <a:pt x="667" y="1165"/>
                  </a:lnTo>
                  <a:lnTo>
                    <a:pt x="659" y="1167"/>
                  </a:lnTo>
                  <a:lnTo>
                    <a:pt x="650" y="1183"/>
                  </a:lnTo>
                  <a:lnTo>
                    <a:pt x="646" y="1209"/>
                  </a:lnTo>
                  <a:lnTo>
                    <a:pt x="648" y="1234"/>
                  </a:lnTo>
                  <a:lnTo>
                    <a:pt x="656" y="1254"/>
                  </a:lnTo>
                  <a:lnTo>
                    <a:pt x="665" y="1278"/>
                  </a:lnTo>
                  <a:lnTo>
                    <a:pt x="673" y="1299"/>
                  </a:lnTo>
                  <a:lnTo>
                    <a:pt x="675" y="1317"/>
                  </a:lnTo>
                  <a:lnTo>
                    <a:pt x="673" y="1331"/>
                  </a:lnTo>
                  <a:lnTo>
                    <a:pt x="673" y="1346"/>
                  </a:lnTo>
                  <a:lnTo>
                    <a:pt x="673" y="1362"/>
                  </a:lnTo>
                  <a:lnTo>
                    <a:pt x="667" y="1374"/>
                  </a:lnTo>
                  <a:lnTo>
                    <a:pt x="658" y="1382"/>
                  </a:lnTo>
                  <a:lnTo>
                    <a:pt x="638" y="1386"/>
                  </a:lnTo>
                  <a:lnTo>
                    <a:pt x="620" y="1388"/>
                  </a:lnTo>
                  <a:lnTo>
                    <a:pt x="604" y="1386"/>
                  </a:lnTo>
                  <a:lnTo>
                    <a:pt x="591" y="1380"/>
                  </a:lnTo>
                  <a:lnTo>
                    <a:pt x="581" y="1362"/>
                  </a:lnTo>
                  <a:lnTo>
                    <a:pt x="573" y="1343"/>
                  </a:lnTo>
                  <a:lnTo>
                    <a:pt x="571" y="1321"/>
                  </a:lnTo>
                  <a:lnTo>
                    <a:pt x="569" y="1309"/>
                  </a:lnTo>
                  <a:lnTo>
                    <a:pt x="567" y="1297"/>
                  </a:lnTo>
                  <a:lnTo>
                    <a:pt x="565" y="1287"/>
                  </a:lnTo>
                  <a:lnTo>
                    <a:pt x="559" y="1282"/>
                  </a:lnTo>
                  <a:lnTo>
                    <a:pt x="553" y="1283"/>
                  </a:lnTo>
                  <a:lnTo>
                    <a:pt x="545" y="1291"/>
                  </a:lnTo>
                  <a:lnTo>
                    <a:pt x="534" y="1303"/>
                  </a:lnTo>
                  <a:lnTo>
                    <a:pt x="518" y="1317"/>
                  </a:lnTo>
                  <a:lnTo>
                    <a:pt x="504" y="1331"/>
                  </a:lnTo>
                  <a:lnTo>
                    <a:pt x="488" y="1341"/>
                  </a:lnTo>
                  <a:lnTo>
                    <a:pt x="476" y="1343"/>
                  </a:lnTo>
                  <a:lnTo>
                    <a:pt x="465" y="1343"/>
                  </a:lnTo>
                  <a:lnTo>
                    <a:pt x="451" y="1343"/>
                  </a:lnTo>
                  <a:lnTo>
                    <a:pt x="437" y="1345"/>
                  </a:lnTo>
                  <a:lnTo>
                    <a:pt x="425" y="1343"/>
                  </a:lnTo>
                  <a:lnTo>
                    <a:pt x="415" y="1337"/>
                  </a:lnTo>
                  <a:lnTo>
                    <a:pt x="404" y="1323"/>
                  </a:lnTo>
                  <a:lnTo>
                    <a:pt x="394" y="1307"/>
                  </a:lnTo>
                  <a:lnTo>
                    <a:pt x="388" y="1287"/>
                  </a:lnTo>
                  <a:lnTo>
                    <a:pt x="386" y="1272"/>
                  </a:lnTo>
                  <a:lnTo>
                    <a:pt x="382" y="1256"/>
                  </a:lnTo>
                  <a:lnTo>
                    <a:pt x="378" y="1244"/>
                  </a:lnTo>
                  <a:lnTo>
                    <a:pt x="378" y="1240"/>
                  </a:lnTo>
                  <a:lnTo>
                    <a:pt x="372" y="1240"/>
                  </a:lnTo>
                  <a:lnTo>
                    <a:pt x="358" y="1240"/>
                  </a:lnTo>
                  <a:lnTo>
                    <a:pt x="341" y="1238"/>
                  </a:lnTo>
                  <a:lnTo>
                    <a:pt x="321" y="1236"/>
                  </a:lnTo>
                  <a:lnTo>
                    <a:pt x="303" y="1232"/>
                  </a:lnTo>
                  <a:lnTo>
                    <a:pt x="291" y="1224"/>
                  </a:lnTo>
                  <a:lnTo>
                    <a:pt x="282" y="1219"/>
                  </a:lnTo>
                  <a:lnTo>
                    <a:pt x="276" y="1213"/>
                  </a:lnTo>
                  <a:lnTo>
                    <a:pt x="270" y="1209"/>
                  </a:lnTo>
                  <a:lnTo>
                    <a:pt x="268" y="1201"/>
                  </a:lnTo>
                  <a:lnTo>
                    <a:pt x="268" y="1189"/>
                  </a:lnTo>
                  <a:lnTo>
                    <a:pt x="274" y="1171"/>
                  </a:lnTo>
                  <a:lnTo>
                    <a:pt x="280" y="1150"/>
                  </a:lnTo>
                  <a:lnTo>
                    <a:pt x="284" y="1134"/>
                  </a:lnTo>
                  <a:lnTo>
                    <a:pt x="285" y="1120"/>
                  </a:lnTo>
                  <a:lnTo>
                    <a:pt x="287" y="1110"/>
                  </a:lnTo>
                  <a:lnTo>
                    <a:pt x="291" y="1100"/>
                  </a:lnTo>
                  <a:lnTo>
                    <a:pt x="299" y="1087"/>
                  </a:lnTo>
                  <a:lnTo>
                    <a:pt x="309" y="1075"/>
                  </a:lnTo>
                  <a:lnTo>
                    <a:pt x="315" y="1065"/>
                  </a:lnTo>
                  <a:lnTo>
                    <a:pt x="311" y="1057"/>
                  </a:lnTo>
                  <a:lnTo>
                    <a:pt x="303" y="1053"/>
                  </a:lnTo>
                  <a:lnTo>
                    <a:pt x="289" y="1053"/>
                  </a:lnTo>
                  <a:lnTo>
                    <a:pt x="272" y="1053"/>
                  </a:lnTo>
                  <a:lnTo>
                    <a:pt x="254" y="1051"/>
                  </a:lnTo>
                  <a:lnTo>
                    <a:pt x="240" y="1047"/>
                  </a:lnTo>
                  <a:lnTo>
                    <a:pt x="230" y="1039"/>
                  </a:lnTo>
                  <a:lnTo>
                    <a:pt x="221" y="1020"/>
                  </a:lnTo>
                  <a:lnTo>
                    <a:pt x="217" y="1000"/>
                  </a:lnTo>
                  <a:lnTo>
                    <a:pt x="211" y="980"/>
                  </a:lnTo>
                  <a:lnTo>
                    <a:pt x="207" y="959"/>
                  </a:lnTo>
                  <a:lnTo>
                    <a:pt x="205" y="943"/>
                  </a:lnTo>
                  <a:lnTo>
                    <a:pt x="199" y="931"/>
                  </a:lnTo>
                  <a:lnTo>
                    <a:pt x="191" y="919"/>
                  </a:lnTo>
                  <a:lnTo>
                    <a:pt x="187" y="908"/>
                  </a:lnTo>
                  <a:lnTo>
                    <a:pt x="189" y="894"/>
                  </a:lnTo>
                  <a:lnTo>
                    <a:pt x="191" y="888"/>
                  </a:lnTo>
                  <a:lnTo>
                    <a:pt x="197" y="884"/>
                  </a:lnTo>
                  <a:lnTo>
                    <a:pt x="201" y="878"/>
                  </a:lnTo>
                  <a:lnTo>
                    <a:pt x="205" y="874"/>
                  </a:lnTo>
                  <a:lnTo>
                    <a:pt x="209" y="870"/>
                  </a:lnTo>
                  <a:lnTo>
                    <a:pt x="211" y="868"/>
                  </a:lnTo>
                  <a:lnTo>
                    <a:pt x="213" y="868"/>
                  </a:lnTo>
                  <a:lnTo>
                    <a:pt x="207" y="868"/>
                  </a:lnTo>
                  <a:lnTo>
                    <a:pt x="193" y="868"/>
                  </a:lnTo>
                  <a:lnTo>
                    <a:pt x="173" y="870"/>
                  </a:lnTo>
                  <a:lnTo>
                    <a:pt x="152" y="870"/>
                  </a:lnTo>
                  <a:lnTo>
                    <a:pt x="130" y="872"/>
                  </a:lnTo>
                  <a:lnTo>
                    <a:pt x="112" y="876"/>
                  </a:lnTo>
                  <a:lnTo>
                    <a:pt x="97" y="882"/>
                  </a:lnTo>
                  <a:lnTo>
                    <a:pt x="81" y="892"/>
                  </a:lnTo>
                  <a:lnTo>
                    <a:pt x="67" y="902"/>
                  </a:lnTo>
                  <a:lnTo>
                    <a:pt x="53" y="912"/>
                  </a:lnTo>
                  <a:lnTo>
                    <a:pt x="43" y="915"/>
                  </a:lnTo>
                  <a:lnTo>
                    <a:pt x="34" y="915"/>
                  </a:lnTo>
                  <a:lnTo>
                    <a:pt x="28" y="912"/>
                  </a:lnTo>
                  <a:lnTo>
                    <a:pt x="22" y="908"/>
                  </a:lnTo>
                  <a:lnTo>
                    <a:pt x="18" y="906"/>
                  </a:lnTo>
                  <a:lnTo>
                    <a:pt x="14" y="902"/>
                  </a:lnTo>
                  <a:lnTo>
                    <a:pt x="10" y="896"/>
                  </a:lnTo>
                  <a:lnTo>
                    <a:pt x="10" y="892"/>
                  </a:lnTo>
                  <a:lnTo>
                    <a:pt x="10" y="884"/>
                  </a:lnTo>
                  <a:lnTo>
                    <a:pt x="16" y="876"/>
                  </a:lnTo>
                  <a:lnTo>
                    <a:pt x="24" y="868"/>
                  </a:lnTo>
                  <a:lnTo>
                    <a:pt x="32" y="862"/>
                  </a:lnTo>
                  <a:lnTo>
                    <a:pt x="37" y="854"/>
                  </a:lnTo>
                  <a:lnTo>
                    <a:pt x="37" y="843"/>
                  </a:lnTo>
                  <a:lnTo>
                    <a:pt x="34" y="835"/>
                  </a:lnTo>
                  <a:lnTo>
                    <a:pt x="24" y="829"/>
                  </a:lnTo>
                  <a:lnTo>
                    <a:pt x="14" y="823"/>
                  </a:lnTo>
                  <a:lnTo>
                    <a:pt x="6" y="817"/>
                  </a:lnTo>
                  <a:lnTo>
                    <a:pt x="0" y="811"/>
                  </a:lnTo>
                  <a:lnTo>
                    <a:pt x="2" y="799"/>
                  </a:lnTo>
                  <a:lnTo>
                    <a:pt x="12" y="776"/>
                  </a:lnTo>
                  <a:lnTo>
                    <a:pt x="22" y="758"/>
                  </a:lnTo>
                  <a:lnTo>
                    <a:pt x="34" y="744"/>
                  </a:lnTo>
                  <a:lnTo>
                    <a:pt x="41" y="734"/>
                  </a:lnTo>
                  <a:lnTo>
                    <a:pt x="47" y="719"/>
                  </a:lnTo>
                  <a:lnTo>
                    <a:pt x="55" y="701"/>
                  </a:lnTo>
                  <a:lnTo>
                    <a:pt x="61" y="685"/>
                  </a:lnTo>
                  <a:lnTo>
                    <a:pt x="67" y="675"/>
                  </a:lnTo>
                  <a:lnTo>
                    <a:pt x="75" y="669"/>
                  </a:lnTo>
                  <a:lnTo>
                    <a:pt x="89" y="665"/>
                  </a:lnTo>
                  <a:lnTo>
                    <a:pt x="102" y="660"/>
                  </a:lnTo>
                  <a:lnTo>
                    <a:pt x="114" y="646"/>
                  </a:lnTo>
                  <a:lnTo>
                    <a:pt x="122" y="632"/>
                  </a:lnTo>
                  <a:lnTo>
                    <a:pt x="126" y="620"/>
                  </a:lnTo>
                  <a:lnTo>
                    <a:pt x="130" y="614"/>
                  </a:lnTo>
                  <a:lnTo>
                    <a:pt x="142" y="604"/>
                  </a:lnTo>
                  <a:lnTo>
                    <a:pt x="152" y="599"/>
                  </a:lnTo>
                  <a:lnTo>
                    <a:pt x="161" y="595"/>
                  </a:lnTo>
                  <a:lnTo>
                    <a:pt x="167" y="591"/>
                  </a:lnTo>
                  <a:lnTo>
                    <a:pt x="175" y="581"/>
                  </a:lnTo>
                  <a:lnTo>
                    <a:pt x="187" y="553"/>
                  </a:lnTo>
                  <a:lnTo>
                    <a:pt x="197" y="522"/>
                  </a:lnTo>
                  <a:lnTo>
                    <a:pt x="205" y="488"/>
                  </a:lnTo>
                  <a:lnTo>
                    <a:pt x="213" y="445"/>
                  </a:lnTo>
                  <a:lnTo>
                    <a:pt x="215" y="404"/>
                  </a:lnTo>
                  <a:lnTo>
                    <a:pt x="213" y="384"/>
                  </a:lnTo>
                  <a:lnTo>
                    <a:pt x="213" y="358"/>
                  </a:lnTo>
                  <a:lnTo>
                    <a:pt x="213" y="333"/>
                  </a:lnTo>
                  <a:lnTo>
                    <a:pt x="211" y="309"/>
                  </a:lnTo>
                  <a:lnTo>
                    <a:pt x="209" y="295"/>
                  </a:lnTo>
                  <a:lnTo>
                    <a:pt x="201" y="288"/>
                  </a:lnTo>
                  <a:lnTo>
                    <a:pt x="189" y="286"/>
                  </a:lnTo>
                  <a:lnTo>
                    <a:pt x="173" y="284"/>
                  </a:lnTo>
                  <a:lnTo>
                    <a:pt x="159" y="280"/>
                  </a:lnTo>
                  <a:lnTo>
                    <a:pt x="146" y="274"/>
                  </a:lnTo>
                  <a:lnTo>
                    <a:pt x="134" y="260"/>
                  </a:lnTo>
                  <a:lnTo>
                    <a:pt x="126" y="242"/>
                  </a:lnTo>
                  <a:lnTo>
                    <a:pt x="122" y="225"/>
                  </a:lnTo>
                  <a:lnTo>
                    <a:pt x="124" y="181"/>
                  </a:lnTo>
                  <a:lnTo>
                    <a:pt x="144" y="162"/>
                  </a:lnTo>
                  <a:lnTo>
                    <a:pt x="169" y="183"/>
                  </a:lnTo>
                  <a:lnTo>
                    <a:pt x="203" y="168"/>
                  </a:lnTo>
                  <a:lnTo>
                    <a:pt x="199" y="114"/>
                  </a:lnTo>
                  <a:lnTo>
                    <a:pt x="228" y="20"/>
                  </a:lnTo>
                  <a:lnTo>
                    <a:pt x="266" y="0"/>
                  </a:lnTo>
                  <a:lnTo>
                    <a:pt x="278" y="116"/>
                  </a:lnTo>
                  <a:lnTo>
                    <a:pt x="311" y="177"/>
                  </a:lnTo>
                  <a:lnTo>
                    <a:pt x="354" y="170"/>
                  </a:lnTo>
                  <a:lnTo>
                    <a:pt x="400" y="118"/>
                  </a:lnTo>
                  <a:lnTo>
                    <a:pt x="429" y="156"/>
                  </a:lnTo>
                  <a:lnTo>
                    <a:pt x="411" y="191"/>
                  </a:lnTo>
                  <a:lnTo>
                    <a:pt x="447" y="242"/>
                  </a:lnTo>
                  <a:lnTo>
                    <a:pt x="496" y="244"/>
                  </a:lnTo>
                  <a:lnTo>
                    <a:pt x="551" y="329"/>
                  </a:lnTo>
                  <a:lnTo>
                    <a:pt x="614" y="439"/>
                  </a:lnTo>
                  <a:lnTo>
                    <a:pt x="646" y="516"/>
                  </a:lnTo>
                  <a:lnTo>
                    <a:pt x="681" y="551"/>
                  </a:lnTo>
                  <a:lnTo>
                    <a:pt x="721" y="543"/>
                  </a:lnTo>
                  <a:lnTo>
                    <a:pt x="793" y="494"/>
                  </a:lnTo>
                  <a:lnTo>
                    <a:pt x="803" y="518"/>
                  </a:lnTo>
                  <a:lnTo>
                    <a:pt x="852" y="492"/>
                  </a:lnTo>
                  <a:lnTo>
                    <a:pt x="856" y="435"/>
                  </a:lnTo>
                  <a:lnTo>
                    <a:pt x="831" y="402"/>
                  </a:lnTo>
                  <a:lnTo>
                    <a:pt x="831" y="335"/>
                  </a:lnTo>
                  <a:lnTo>
                    <a:pt x="868" y="315"/>
                  </a:lnTo>
                  <a:lnTo>
                    <a:pt x="925" y="244"/>
                  </a:lnTo>
                  <a:lnTo>
                    <a:pt x="917" y="199"/>
                  </a:lnTo>
                  <a:lnTo>
                    <a:pt x="941" y="171"/>
                  </a:lnTo>
                  <a:lnTo>
                    <a:pt x="976" y="171"/>
                  </a:lnTo>
                  <a:lnTo>
                    <a:pt x="980" y="148"/>
                  </a:lnTo>
                  <a:lnTo>
                    <a:pt x="967" y="120"/>
                  </a:lnTo>
                  <a:lnTo>
                    <a:pt x="994" y="103"/>
                  </a:lnTo>
                  <a:lnTo>
                    <a:pt x="1043" y="108"/>
                  </a:lnTo>
                  <a:lnTo>
                    <a:pt x="1043" y="162"/>
                  </a:lnTo>
                  <a:lnTo>
                    <a:pt x="1065" y="232"/>
                  </a:lnTo>
                  <a:lnTo>
                    <a:pt x="1128" y="227"/>
                  </a:lnTo>
                  <a:lnTo>
                    <a:pt x="1154" y="189"/>
                  </a:lnTo>
                  <a:lnTo>
                    <a:pt x="1187" y="211"/>
                  </a:lnTo>
                  <a:lnTo>
                    <a:pt x="1193" y="252"/>
                  </a:lnTo>
                  <a:lnTo>
                    <a:pt x="1177" y="315"/>
                  </a:lnTo>
                  <a:lnTo>
                    <a:pt x="1126" y="329"/>
                  </a:lnTo>
                  <a:lnTo>
                    <a:pt x="1061" y="327"/>
                  </a:lnTo>
                  <a:lnTo>
                    <a:pt x="1047" y="311"/>
                  </a:lnTo>
                  <a:lnTo>
                    <a:pt x="1024" y="337"/>
                  </a:lnTo>
                  <a:lnTo>
                    <a:pt x="994" y="315"/>
                  </a:lnTo>
                  <a:lnTo>
                    <a:pt x="939" y="376"/>
                  </a:lnTo>
                  <a:lnTo>
                    <a:pt x="961" y="404"/>
                  </a:lnTo>
                  <a:lnTo>
                    <a:pt x="965" y="459"/>
                  </a:lnTo>
                  <a:lnTo>
                    <a:pt x="1006" y="471"/>
                  </a:lnTo>
                  <a:lnTo>
                    <a:pt x="1051" y="449"/>
                  </a:lnTo>
                  <a:lnTo>
                    <a:pt x="1069" y="445"/>
                  </a:lnTo>
                  <a:lnTo>
                    <a:pt x="1104" y="490"/>
                  </a:lnTo>
                  <a:lnTo>
                    <a:pt x="1075" y="561"/>
                  </a:lnTo>
                  <a:lnTo>
                    <a:pt x="1053" y="614"/>
                  </a:lnTo>
                  <a:lnTo>
                    <a:pt x="1075" y="658"/>
                  </a:lnTo>
                  <a:lnTo>
                    <a:pt x="1116" y="677"/>
                  </a:lnTo>
                  <a:lnTo>
                    <a:pt x="1118" y="732"/>
                  </a:lnTo>
                  <a:lnTo>
                    <a:pt x="1081" y="782"/>
                  </a:lnTo>
                  <a:lnTo>
                    <a:pt x="1112" y="837"/>
                  </a:lnTo>
                  <a:lnTo>
                    <a:pt x="1138" y="819"/>
                  </a:lnTo>
                  <a:lnTo>
                    <a:pt x="1187" y="823"/>
                  </a:lnTo>
                  <a:lnTo>
                    <a:pt x="1197" y="864"/>
                  </a:lnTo>
                  <a:lnTo>
                    <a:pt x="1228" y="884"/>
                  </a:lnTo>
                  <a:lnTo>
                    <a:pt x="1262" y="864"/>
                  </a:lnTo>
                  <a:lnTo>
                    <a:pt x="1293" y="888"/>
                  </a:lnTo>
                  <a:lnTo>
                    <a:pt x="1329" y="872"/>
                  </a:lnTo>
                  <a:lnTo>
                    <a:pt x="1352" y="900"/>
                  </a:lnTo>
                  <a:lnTo>
                    <a:pt x="1343" y="973"/>
                  </a:lnTo>
                  <a:lnTo>
                    <a:pt x="1291" y="986"/>
                  </a:lnTo>
                  <a:lnTo>
                    <a:pt x="1262" y="1026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22" name="Freeform 73"/>
            <p:cNvSpPr/>
            <p:nvPr/>
          </p:nvSpPr>
          <p:spPr bwMode="gray">
            <a:xfrm>
              <a:off x="2755" y="3269"/>
              <a:ext cx="596" cy="432"/>
            </a:xfrm>
            <a:custGeom>
              <a:avLst/>
              <a:gdLst>
                <a:gd name="T0" fmla="*/ 209 w 1191"/>
                <a:gd name="T1" fmla="*/ 213 h 864"/>
                <a:gd name="T2" fmla="*/ 202 w 1191"/>
                <a:gd name="T3" fmla="*/ 215 h 864"/>
                <a:gd name="T4" fmla="*/ 195 w 1191"/>
                <a:gd name="T5" fmla="*/ 214 h 864"/>
                <a:gd name="T6" fmla="*/ 186 w 1191"/>
                <a:gd name="T7" fmla="*/ 210 h 864"/>
                <a:gd name="T8" fmla="*/ 180 w 1191"/>
                <a:gd name="T9" fmla="*/ 210 h 864"/>
                <a:gd name="T10" fmla="*/ 174 w 1191"/>
                <a:gd name="T11" fmla="*/ 203 h 864"/>
                <a:gd name="T12" fmla="*/ 169 w 1191"/>
                <a:gd name="T13" fmla="*/ 200 h 864"/>
                <a:gd name="T14" fmla="*/ 163 w 1191"/>
                <a:gd name="T15" fmla="*/ 210 h 864"/>
                <a:gd name="T16" fmla="*/ 155 w 1191"/>
                <a:gd name="T17" fmla="*/ 214 h 864"/>
                <a:gd name="T18" fmla="*/ 146 w 1191"/>
                <a:gd name="T19" fmla="*/ 216 h 864"/>
                <a:gd name="T20" fmla="*/ 140 w 1191"/>
                <a:gd name="T21" fmla="*/ 211 h 864"/>
                <a:gd name="T22" fmla="*/ 133 w 1191"/>
                <a:gd name="T23" fmla="*/ 213 h 864"/>
                <a:gd name="T24" fmla="*/ 123 w 1191"/>
                <a:gd name="T25" fmla="*/ 213 h 864"/>
                <a:gd name="T26" fmla="*/ 112 w 1191"/>
                <a:gd name="T27" fmla="*/ 206 h 864"/>
                <a:gd name="T28" fmla="*/ 101 w 1191"/>
                <a:gd name="T29" fmla="*/ 198 h 864"/>
                <a:gd name="T30" fmla="*/ 93 w 1191"/>
                <a:gd name="T31" fmla="*/ 189 h 864"/>
                <a:gd name="T32" fmla="*/ 88 w 1191"/>
                <a:gd name="T33" fmla="*/ 176 h 864"/>
                <a:gd name="T34" fmla="*/ 91 w 1191"/>
                <a:gd name="T35" fmla="*/ 171 h 864"/>
                <a:gd name="T36" fmla="*/ 94 w 1191"/>
                <a:gd name="T37" fmla="*/ 170 h 864"/>
                <a:gd name="T38" fmla="*/ 96 w 1191"/>
                <a:gd name="T39" fmla="*/ 167 h 864"/>
                <a:gd name="T40" fmla="*/ 87 w 1191"/>
                <a:gd name="T41" fmla="*/ 160 h 864"/>
                <a:gd name="T42" fmla="*/ 79 w 1191"/>
                <a:gd name="T43" fmla="*/ 161 h 864"/>
                <a:gd name="T44" fmla="*/ 74 w 1191"/>
                <a:gd name="T45" fmla="*/ 163 h 864"/>
                <a:gd name="T46" fmla="*/ 66 w 1191"/>
                <a:gd name="T47" fmla="*/ 158 h 864"/>
                <a:gd name="T48" fmla="*/ 60 w 1191"/>
                <a:gd name="T49" fmla="*/ 161 h 864"/>
                <a:gd name="T50" fmla="*/ 52 w 1191"/>
                <a:gd name="T51" fmla="*/ 156 h 864"/>
                <a:gd name="T52" fmla="*/ 46 w 1191"/>
                <a:gd name="T53" fmla="*/ 152 h 864"/>
                <a:gd name="T54" fmla="*/ 66 w 1191"/>
                <a:gd name="T55" fmla="*/ 135 h 864"/>
                <a:gd name="T56" fmla="*/ 53 w 1191"/>
                <a:gd name="T57" fmla="*/ 114 h 864"/>
                <a:gd name="T58" fmla="*/ 29 w 1191"/>
                <a:gd name="T59" fmla="*/ 108 h 864"/>
                <a:gd name="T60" fmla="*/ 8 w 1191"/>
                <a:gd name="T61" fmla="*/ 101 h 864"/>
                <a:gd name="T62" fmla="*/ 26 w 1191"/>
                <a:gd name="T63" fmla="*/ 74 h 864"/>
                <a:gd name="T64" fmla="*/ 63 w 1191"/>
                <a:gd name="T65" fmla="*/ 84 h 864"/>
                <a:gd name="T66" fmla="*/ 77 w 1191"/>
                <a:gd name="T67" fmla="*/ 70 h 864"/>
                <a:gd name="T68" fmla="*/ 100 w 1191"/>
                <a:gd name="T69" fmla="*/ 52 h 864"/>
                <a:gd name="T70" fmla="*/ 124 w 1191"/>
                <a:gd name="T71" fmla="*/ 56 h 864"/>
                <a:gd name="T72" fmla="*/ 144 w 1191"/>
                <a:gd name="T73" fmla="*/ 48 h 864"/>
                <a:gd name="T74" fmla="*/ 165 w 1191"/>
                <a:gd name="T75" fmla="*/ 40 h 864"/>
                <a:gd name="T76" fmla="*/ 182 w 1191"/>
                <a:gd name="T77" fmla="*/ 27 h 864"/>
                <a:gd name="T78" fmla="*/ 200 w 1191"/>
                <a:gd name="T79" fmla="*/ 19 h 864"/>
                <a:gd name="T80" fmla="*/ 217 w 1191"/>
                <a:gd name="T81" fmla="*/ 9 h 864"/>
                <a:gd name="T82" fmla="*/ 244 w 1191"/>
                <a:gd name="T83" fmla="*/ 5 h 864"/>
                <a:gd name="T84" fmla="*/ 260 w 1191"/>
                <a:gd name="T85" fmla="*/ 18 h 864"/>
                <a:gd name="T86" fmla="*/ 252 w 1191"/>
                <a:gd name="T87" fmla="*/ 54 h 864"/>
                <a:gd name="T88" fmla="*/ 274 w 1191"/>
                <a:gd name="T89" fmla="*/ 71 h 864"/>
                <a:gd name="T90" fmla="*/ 298 w 1191"/>
                <a:gd name="T91" fmla="*/ 81 h 864"/>
                <a:gd name="T92" fmla="*/ 282 w 1191"/>
                <a:gd name="T93" fmla="*/ 108 h 864"/>
                <a:gd name="T94" fmla="*/ 260 w 1191"/>
                <a:gd name="T95" fmla="*/ 161 h 864"/>
                <a:gd name="T96" fmla="*/ 248 w 1191"/>
                <a:gd name="T97" fmla="*/ 182 h 864"/>
                <a:gd name="T98" fmla="*/ 225 w 1191"/>
                <a:gd name="T99" fmla="*/ 197 h 86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91"/>
                <a:gd name="T151" fmla="*/ 0 h 864"/>
                <a:gd name="T152" fmla="*/ 1191 w 1191"/>
                <a:gd name="T153" fmla="*/ 864 h 86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91" h="864">
                  <a:moveTo>
                    <a:pt x="866" y="835"/>
                  </a:moveTo>
                  <a:lnTo>
                    <a:pt x="834" y="815"/>
                  </a:lnTo>
                  <a:lnTo>
                    <a:pt x="836" y="852"/>
                  </a:lnTo>
                  <a:lnTo>
                    <a:pt x="832" y="852"/>
                  </a:lnTo>
                  <a:lnTo>
                    <a:pt x="821" y="856"/>
                  </a:lnTo>
                  <a:lnTo>
                    <a:pt x="807" y="860"/>
                  </a:lnTo>
                  <a:lnTo>
                    <a:pt x="793" y="864"/>
                  </a:lnTo>
                  <a:lnTo>
                    <a:pt x="783" y="862"/>
                  </a:lnTo>
                  <a:lnTo>
                    <a:pt x="777" y="856"/>
                  </a:lnTo>
                  <a:lnTo>
                    <a:pt x="767" y="849"/>
                  </a:lnTo>
                  <a:lnTo>
                    <a:pt x="758" y="841"/>
                  </a:lnTo>
                  <a:lnTo>
                    <a:pt x="744" y="837"/>
                  </a:lnTo>
                  <a:lnTo>
                    <a:pt x="734" y="837"/>
                  </a:lnTo>
                  <a:lnTo>
                    <a:pt x="726" y="837"/>
                  </a:lnTo>
                  <a:lnTo>
                    <a:pt x="718" y="837"/>
                  </a:lnTo>
                  <a:lnTo>
                    <a:pt x="708" y="831"/>
                  </a:lnTo>
                  <a:lnTo>
                    <a:pt x="701" y="821"/>
                  </a:lnTo>
                  <a:lnTo>
                    <a:pt x="693" y="811"/>
                  </a:lnTo>
                  <a:lnTo>
                    <a:pt x="687" y="801"/>
                  </a:lnTo>
                  <a:lnTo>
                    <a:pt x="681" y="797"/>
                  </a:lnTo>
                  <a:lnTo>
                    <a:pt x="673" y="799"/>
                  </a:lnTo>
                  <a:lnTo>
                    <a:pt x="665" y="811"/>
                  </a:lnTo>
                  <a:lnTo>
                    <a:pt x="657" y="825"/>
                  </a:lnTo>
                  <a:lnTo>
                    <a:pt x="651" y="839"/>
                  </a:lnTo>
                  <a:lnTo>
                    <a:pt x="641" y="847"/>
                  </a:lnTo>
                  <a:lnTo>
                    <a:pt x="632" y="850"/>
                  </a:lnTo>
                  <a:lnTo>
                    <a:pt x="620" y="856"/>
                  </a:lnTo>
                  <a:lnTo>
                    <a:pt x="606" y="860"/>
                  </a:lnTo>
                  <a:lnTo>
                    <a:pt x="592" y="862"/>
                  </a:lnTo>
                  <a:lnTo>
                    <a:pt x="582" y="862"/>
                  </a:lnTo>
                  <a:lnTo>
                    <a:pt x="575" y="854"/>
                  </a:lnTo>
                  <a:lnTo>
                    <a:pt x="569" y="849"/>
                  </a:lnTo>
                  <a:lnTo>
                    <a:pt x="559" y="843"/>
                  </a:lnTo>
                  <a:lnTo>
                    <a:pt x="549" y="843"/>
                  </a:lnTo>
                  <a:lnTo>
                    <a:pt x="539" y="845"/>
                  </a:lnTo>
                  <a:lnTo>
                    <a:pt x="529" y="850"/>
                  </a:lnTo>
                  <a:lnTo>
                    <a:pt x="519" y="854"/>
                  </a:lnTo>
                  <a:lnTo>
                    <a:pt x="508" y="854"/>
                  </a:lnTo>
                  <a:lnTo>
                    <a:pt x="492" y="849"/>
                  </a:lnTo>
                  <a:lnTo>
                    <a:pt x="474" y="837"/>
                  </a:lnTo>
                  <a:lnTo>
                    <a:pt x="458" y="829"/>
                  </a:lnTo>
                  <a:lnTo>
                    <a:pt x="445" y="821"/>
                  </a:lnTo>
                  <a:lnTo>
                    <a:pt x="431" y="811"/>
                  </a:lnTo>
                  <a:lnTo>
                    <a:pt x="417" y="799"/>
                  </a:lnTo>
                  <a:lnTo>
                    <a:pt x="403" y="791"/>
                  </a:lnTo>
                  <a:lnTo>
                    <a:pt x="389" y="784"/>
                  </a:lnTo>
                  <a:lnTo>
                    <a:pt x="382" y="776"/>
                  </a:lnTo>
                  <a:lnTo>
                    <a:pt x="370" y="754"/>
                  </a:lnTo>
                  <a:lnTo>
                    <a:pt x="358" y="732"/>
                  </a:lnTo>
                  <a:lnTo>
                    <a:pt x="352" y="717"/>
                  </a:lnTo>
                  <a:lnTo>
                    <a:pt x="350" y="703"/>
                  </a:lnTo>
                  <a:lnTo>
                    <a:pt x="354" y="691"/>
                  </a:lnTo>
                  <a:lnTo>
                    <a:pt x="358" y="685"/>
                  </a:lnTo>
                  <a:lnTo>
                    <a:pt x="364" y="683"/>
                  </a:lnTo>
                  <a:lnTo>
                    <a:pt x="368" y="681"/>
                  </a:lnTo>
                  <a:lnTo>
                    <a:pt x="372" y="679"/>
                  </a:lnTo>
                  <a:lnTo>
                    <a:pt x="376" y="677"/>
                  </a:lnTo>
                  <a:lnTo>
                    <a:pt x="380" y="673"/>
                  </a:lnTo>
                  <a:lnTo>
                    <a:pt x="382" y="671"/>
                  </a:lnTo>
                  <a:lnTo>
                    <a:pt x="382" y="665"/>
                  </a:lnTo>
                  <a:lnTo>
                    <a:pt x="376" y="654"/>
                  </a:lnTo>
                  <a:lnTo>
                    <a:pt x="364" y="646"/>
                  </a:lnTo>
                  <a:lnTo>
                    <a:pt x="348" y="638"/>
                  </a:lnTo>
                  <a:lnTo>
                    <a:pt x="332" y="636"/>
                  </a:lnTo>
                  <a:lnTo>
                    <a:pt x="323" y="638"/>
                  </a:lnTo>
                  <a:lnTo>
                    <a:pt x="315" y="644"/>
                  </a:lnTo>
                  <a:lnTo>
                    <a:pt x="307" y="650"/>
                  </a:lnTo>
                  <a:lnTo>
                    <a:pt x="301" y="652"/>
                  </a:lnTo>
                  <a:lnTo>
                    <a:pt x="295" y="650"/>
                  </a:lnTo>
                  <a:lnTo>
                    <a:pt x="283" y="636"/>
                  </a:lnTo>
                  <a:lnTo>
                    <a:pt x="273" y="630"/>
                  </a:lnTo>
                  <a:lnTo>
                    <a:pt x="262" y="630"/>
                  </a:lnTo>
                  <a:lnTo>
                    <a:pt x="254" y="636"/>
                  </a:lnTo>
                  <a:lnTo>
                    <a:pt x="246" y="642"/>
                  </a:lnTo>
                  <a:lnTo>
                    <a:pt x="238" y="644"/>
                  </a:lnTo>
                  <a:lnTo>
                    <a:pt x="230" y="640"/>
                  </a:lnTo>
                  <a:lnTo>
                    <a:pt x="220" y="632"/>
                  </a:lnTo>
                  <a:lnTo>
                    <a:pt x="208" y="624"/>
                  </a:lnTo>
                  <a:lnTo>
                    <a:pt x="195" y="614"/>
                  </a:lnTo>
                  <a:lnTo>
                    <a:pt x="185" y="608"/>
                  </a:lnTo>
                  <a:lnTo>
                    <a:pt x="181" y="606"/>
                  </a:lnTo>
                  <a:lnTo>
                    <a:pt x="181" y="593"/>
                  </a:lnTo>
                  <a:lnTo>
                    <a:pt x="210" y="553"/>
                  </a:lnTo>
                  <a:lnTo>
                    <a:pt x="262" y="540"/>
                  </a:lnTo>
                  <a:lnTo>
                    <a:pt x="271" y="467"/>
                  </a:lnTo>
                  <a:lnTo>
                    <a:pt x="248" y="439"/>
                  </a:lnTo>
                  <a:lnTo>
                    <a:pt x="212" y="455"/>
                  </a:lnTo>
                  <a:lnTo>
                    <a:pt x="179" y="435"/>
                  </a:lnTo>
                  <a:lnTo>
                    <a:pt x="147" y="451"/>
                  </a:lnTo>
                  <a:lnTo>
                    <a:pt x="116" y="431"/>
                  </a:lnTo>
                  <a:lnTo>
                    <a:pt x="106" y="390"/>
                  </a:lnTo>
                  <a:lnTo>
                    <a:pt x="57" y="386"/>
                  </a:lnTo>
                  <a:lnTo>
                    <a:pt x="31" y="404"/>
                  </a:lnTo>
                  <a:lnTo>
                    <a:pt x="0" y="349"/>
                  </a:lnTo>
                  <a:lnTo>
                    <a:pt x="51" y="347"/>
                  </a:lnTo>
                  <a:lnTo>
                    <a:pt x="104" y="295"/>
                  </a:lnTo>
                  <a:lnTo>
                    <a:pt x="139" y="292"/>
                  </a:lnTo>
                  <a:lnTo>
                    <a:pt x="195" y="327"/>
                  </a:lnTo>
                  <a:lnTo>
                    <a:pt x="250" y="335"/>
                  </a:lnTo>
                  <a:lnTo>
                    <a:pt x="275" y="309"/>
                  </a:lnTo>
                  <a:lnTo>
                    <a:pt x="279" y="288"/>
                  </a:lnTo>
                  <a:lnTo>
                    <a:pt x="307" y="278"/>
                  </a:lnTo>
                  <a:lnTo>
                    <a:pt x="338" y="248"/>
                  </a:lnTo>
                  <a:lnTo>
                    <a:pt x="386" y="238"/>
                  </a:lnTo>
                  <a:lnTo>
                    <a:pt x="397" y="207"/>
                  </a:lnTo>
                  <a:lnTo>
                    <a:pt x="437" y="181"/>
                  </a:lnTo>
                  <a:lnTo>
                    <a:pt x="458" y="223"/>
                  </a:lnTo>
                  <a:lnTo>
                    <a:pt x="496" y="225"/>
                  </a:lnTo>
                  <a:lnTo>
                    <a:pt x="521" y="248"/>
                  </a:lnTo>
                  <a:lnTo>
                    <a:pt x="567" y="227"/>
                  </a:lnTo>
                  <a:lnTo>
                    <a:pt x="575" y="189"/>
                  </a:lnTo>
                  <a:lnTo>
                    <a:pt x="604" y="173"/>
                  </a:lnTo>
                  <a:lnTo>
                    <a:pt x="641" y="193"/>
                  </a:lnTo>
                  <a:lnTo>
                    <a:pt x="659" y="160"/>
                  </a:lnTo>
                  <a:lnTo>
                    <a:pt x="695" y="160"/>
                  </a:lnTo>
                  <a:lnTo>
                    <a:pt x="693" y="120"/>
                  </a:lnTo>
                  <a:lnTo>
                    <a:pt x="728" y="108"/>
                  </a:lnTo>
                  <a:lnTo>
                    <a:pt x="740" y="122"/>
                  </a:lnTo>
                  <a:lnTo>
                    <a:pt x="765" y="71"/>
                  </a:lnTo>
                  <a:lnTo>
                    <a:pt x="797" y="73"/>
                  </a:lnTo>
                  <a:lnTo>
                    <a:pt x="825" y="77"/>
                  </a:lnTo>
                  <a:lnTo>
                    <a:pt x="840" y="30"/>
                  </a:lnTo>
                  <a:lnTo>
                    <a:pt x="868" y="36"/>
                  </a:lnTo>
                  <a:lnTo>
                    <a:pt x="891" y="63"/>
                  </a:lnTo>
                  <a:lnTo>
                    <a:pt x="933" y="6"/>
                  </a:lnTo>
                  <a:lnTo>
                    <a:pt x="974" y="18"/>
                  </a:lnTo>
                  <a:lnTo>
                    <a:pt x="1006" y="0"/>
                  </a:lnTo>
                  <a:lnTo>
                    <a:pt x="1039" y="10"/>
                  </a:lnTo>
                  <a:lnTo>
                    <a:pt x="1039" y="69"/>
                  </a:lnTo>
                  <a:lnTo>
                    <a:pt x="1065" y="89"/>
                  </a:lnTo>
                  <a:lnTo>
                    <a:pt x="1059" y="154"/>
                  </a:lnTo>
                  <a:lnTo>
                    <a:pt x="1006" y="215"/>
                  </a:lnTo>
                  <a:lnTo>
                    <a:pt x="1080" y="209"/>
                  </a:lnTo>
                  <a:lnTo>
                    <a:pt x="1096" y="234"/>
                  </a:lnTo>
                  <a:lnTo>
                    <a:pt x="1096" y="284"/>
                  </a:lnTo>
                  <a:lnTo>
                    <a:pt x="1134" y="258"/>
                  </a:lnTo>
                  <a:lnTo>
                    <a:pt x="1169" y="258"/>
                  </a:lnTo>
                  <a:lnTo>
                    <a:pt x="1191" y="321"/>
                  </a:lnTo>
                  <a:lnTo>
                    <a:pt x="1163" y="351"/>
                  </a:lnTo>
                  <a:lnTo>
                    <a:pt x="1167" y="408"/>
                  </a:lnTo>
                  <a:lnTo>
                    <a:pt x="1128" y="431"/>
                  </a:lnTo>
                  <a:lnTo>
                    <a:pt x="1104" y="504"/>
                  </a:lnTo>
                  <a:lnTo>
                    <a:pt x="1110" y="579"/>
                  </a:lnTo>
                  <a:lnTo>
                    <a:pt x="1039" y="642"/>
                  </a:lnTo>
                  <a:lnTo>
                    <a:pt x="1013" y="654"/>
                  </a:lnTo>
                  <a:lnTo>
                    <a:pt x="1013" y="713"/>
                  </a:lnTo>
                  <a:lnTo>
                    <a:pt x="990" y="728"/>
                  </a:lnTo>
                  <a:lnTo>
                    <a:pt x="943" y="738"/>
                  </a:lnTo>
                  <a:lnTo>
                    <a:pt x="937" y="776"/>
                  </a:lnTo>
                  <a:lnTo>
                    <a:pt x="899" y="788"/>
                  </a:lnTo>
                  <a:lnTo>
                    <a:pt x="866" y="835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23" name="Freeform 74"/>
            <p:cNvSpPr/>
            <p:nvPr/>
          </p:nvSpPr>
          <p:spPr bwMode="gray">
            <a:xfrm>
              <a:off x="2755" y="3269"/>
              <a:ext cx="596" cy="432"/>
            </a:xfrm>
            <a:custGeom>
              <a:avLst/>
              <a:gdLst>
                <a:gd name="T0" fmla="*/ 209 w 1191"/>
                <a:gd name="T1" fmla="*/ 213 h 864"/>
                <a:gd name="T2" fmla="*/ 202 w 1191"/>
                <a:gd name="T3" fmla="*/ 215 h 864"/>
                <a:gd name="T4" fmla="*/ 195 w 1191"/>
                <a:gd name="T5" fmla="*/ 214 h 864"/>
                <a:gd name="T6" fmla="*/ 186 w 1191"/>
                <a:gd name="T7" fmla="*/ 210 h 864"/>
                <a:gd name="T8" fmla="*/ 180 w 1191"/>
                <a:gd name="T9" fmla="*/ 210 h 864"/>
                <a:gd name="T10" fmla="*/ 174 w 1191"/>
                <a:gd name="T11" fmla="*/ 203 h 864"/>
                <a:gd name="T12" fmla="*/ 169 w 1191"/>
                <a:gd name="T13" fmla="*/ 200 h 864"/>
                <a:gd name="T14" fmla="*/ 163 w 1191"/>
                <a:gd name="T15" fmla="*/ 210 h 864"/>
                <a:gd name="T16" fmla="*/ 155 w 1191"/>
                <a:gd name="T17" fmla="*/ 214 h 864"/>
                <a:gd name="T18" fmla="*/ 146 w 1191"/>
                <a:gd name="T19" fmla="*/ 216 h 864"/>
                <a:gd name="T20" fmla="*/ 140 w 1191"/>
                <a:gd name="T21" fmla="*/ 211 h 864"/>
                <a:gd name="T22" fmla="*/ 133 w 1191"/>
                <a:gd name="T23" fmla="*/ 213 h 864"/>
                <a:gd name="T24" fmla="*/ 123 w 1191"/>
                <a:gd name="T25" fmla="*/ 213 h 864"/>
                <a:gd name="T26" fmla="*/ 112 w 1191"/>
                <a:gd name="T27" fmla="*/ 206 h 864"/>
                <a:gd name="T28" fmla="*/ 101 w 1191"/>
                <a:gd name="T29" fmla="*/ 198 h 864"/>
                <a:gd name="T30" fmla="*/ 93 w 1191"/>
                <a:gd name="T31" fmla="*/ 189 h 864"/>
                <a:gd name="T32" fmla="*/ 88 w 1191"/>
                <a:gd name="T33" fmla="*/ 176 h 864"/>
                <a:gd name="T34" fmla="*/ 91 w 1191"/>
                <a:gd name="T35" fmla="*/ 171 h 864"/>
                <a:gd name="T36" fmla="*/ 94 w 1191"/>
                <a:gd name="T37" fmla="*/ 170 h 864"/>
                <a:gd name="T38" fmla="*/ 96 w 1191"/>
                <a:gd name="T39" fmla="*/ 167 h 864"/>
                <a:gd name="T40" fmla="*/ 87 w 1191"/>
                <a:gd name="T41" fmla="*/ 160 h 864"/>
                <a:gd name="T42" fmla="*/ 79 w 1191"/>
                <a:gd name="T43" fmla="*/ 161 h 864"/>
                <a:gd name="T44" fmla="*/ 74 w 1191"/>
                <a:gd name="T45" fmla="*/ 163 h 864"/>
                <a:gd name="T46" fmla="*/ 66 w 1191"/>
                <a:gd name="T47" fmla="*/ 158 h 864"/>
                <a:gd name="T48" fmla="*/ 60 w 1191"/>
                <a:gd name="T49" fmla="*/ 161 h 864"/>
                <a:gd name="T50" fmla="*/ 52 w 1191"/>
                <a:gd name="T51" fmla="*/ 156 h 864"/>
                <a:gd name="T52" fmla="*/ 46 w 1191"/>
                <a:gd name="T53" fmla="*/ 152 h 864"/>
                <a:gd name="T54" fmla="*/ 66 w 1191"/>
                <a:gd name="T55" fmla="*/ 135 h 864"/>
                <a:gd name="T56" fmla="*/ 53 w 1191"/>
                <a:gd name="T57" fmla="*/ 114 h 864"/>
                <a:gd name="T58" fmla="*/ 29 w 1191"/>
                <a:gd name="T59" fmla="*/ 108 h 864"/>
                <a:gd name="T60" fmla="*/ 8 w 1191"/>
                <a:gd name="T61" fmla="*/ 101 h 864"/>
                <a:gd name="T62" fmla="*/ 26 w 1191"/>
                <a:gd name="T63" fmla="*/ 74 h 864"/>
                <a:gd name="T64" fmla="*/ 63 w 1191"/>
                <a:gd name="T65" fmla="*/ 84 h 864"/>
                <a:gd name="T66" fmla="*/ 77 w 1191"/>
                <a:gd name="T67" fmla="*/ 70 h 864"/>
                <a:gd name="T68" fmla="*/ 100 w 1191"/>
                <a:gd name="T69" fmla="*/ 52 h 864"/>
                <a:gd name="T70" fmla="*/ 124 w 1191"/>
                <a:gd name="T71" fmla="*/ 56 h 864"/>
                <a:gd name="T72" fmla="*/ 144 w 1191"/>
                <a:gd name="T73" fmla="*/ 48 h 864"/>
                <a:gd name="T74" fmla="*/ 165 w 1191"/>
                <a:gd name="T75" fmla="*/ 40 h 864"/>
                <a:gd name="T76" fmla="*/ 182 w 1191"/>
                <a:gd name="T77" fmla="*/ 27 h 864"/>
                <a:gd name="T78" fmla="*/ 200 w 1191"/>
                <a:gd name="T79" fmla="*/ 19 h 864"/>
                <a:gd name="T80" fmla="*/ 217 w 1191"/>
                <a:gd name="T81" fmla="*/ 9 h 864"/>
                <a:gd name="T82" fmla="*/ 244 w 1191"/>
                <a:gd name="T83" fmla="*/ 5 h 864"/>
                <a:gd name="T84" fmla="*/ 260 w 1191"/>
                <a:gd name="T85" fmla="*/ 18 h 864"/>
                <a:gd name="T86" fmla="*/ 252 w 1191"/>
                <a:gd name="T87" fmla="*/ 54 h 864"/>
                <a:gd name="T88" fmla="*/ 274 w 1191"/>
                <a:gd name="T89" fmla="*/ 71 h 864"/>
                <a:gd name="T90" fmla="*/ 298 w 1191"/>
                <a:gd name="T91" fmla="*/ 81 h 864"/>
                <a:gd name="T92" fmla="*/ 282 w 1191"/>
                <a:gd name="T93" fmla="*/ 108 h 864"/>
                <a:gd name="T94" fmla="*/ 260 w 1191"/>
                <a:gd name="T95" fmla="*/ 161 h 864"/>
                <a:gd name="T96" fmla="*/ 248 w 1191"/>
                <a:gd name="T97" fmla="*/ 182 h 864"/>
                <a:gd name="T98" fmla="*/ 225 w 1191"/>
                <a:gd name="T99" fmla="*/ 197 h 86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91"/>
                <a:gd name="T151" fmla="*/ 0 h 864"/>
                <a:gd name="T152" fmla="*/ 1191 w 1191"/>
                <a:gd name="T153" fmla="*/ 864 h 86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91" h="864">
                  <a:moveTo>
                    <a:pt x="866" y="835"/>
                  </a:moveTo>
                  <a:lnTo>
                    <a:pt x="834" y="815"/>
                  </a:lnTo>
                  <a:lnTo>
                    <a:pt x="836" y="852"/>
                  </a:lnTo>
                  <a:lnTo>
                    <a:pt x="832" y="852"/>
                  </a:lnTo>
                  <a:lnTo>
                    <a:pt x="821" y="856"/>
                  </a:lnTo>
                  <a:lnTo>
                    <a:pt x="807" y="860"/>
                  </a:lnTo>
                  <a:lnTo>
                    <a:pt x="793" y="864"/>
                  </a:lnTo>
                  <a:lnTo>
                    <a:pt x="783" y="862"/>
                  </a:lnTo>
                  <a:lnTo>
                    <a:pt x="777" y="856"/>
                  </a:lnTo>
                  <a:lnTo>
                    <a:pt x="767" y="849"/>
                  </a:lnTo>
                  <a:lnTo>
                    <a:pt x="758" y="841"/>
                  </a:lnTo>
                  <a:lnTo>
                    <a:pt x="744" y="837"/>
                  </a:lnTo>
                  <a:lnTo>
                    <a:pt x="734" y="837"/>
                  </a:lnTo>
                  <a:lnTo>
                    <a:pt x="726" y="837"/>
                  </a:lnTo>
                  <a:lnTo>
                    <a:pt x="718" y="837"/>
                  </a:lnTo>
                  <a:lnTo>
                    <a:pt x="708" y="831"/>
                  </a:lnTo>
                  <a:lnTo>
                    <a:pt x="701" y="821"/>
                  </a:lnTo>
                  <a:lnTo>
                    <a:pt x="693" y="811"/>
                  </a:lnTo>
                  <a:lnTo>
                    <a:pt x="687" y="801"/>
                  </a:lnTo>
                  <a:lnTo>
                    <a:pt x="681" y="797"/>
                  </a:lnTo>
                  <a:lnTo>
                    <a:pt x="673" y="799"/>
                  </a:lnTo>
                  <a:lnTo>
                    <a:pt x="665" y="811"/>
                  </a:lnTo>
                  <a:lnTo>
                    <a:pt x="657" y="825"/>
                  </a:lnTo>
                  <a:lnTo>
                    <a:pt x="651" y="839"/>
                  </a:lnTo>
                  <a:lnTo>
                    <a:pt x="641" y="847"/>
                  </a:lnTo>
                  <a:lnTo>
                    <a:pt x="632" y="850"/>
                  </a:lnTo>
                  <a:lnTo>
                    <a:pt x="620" y="856"/>
                  </a:lnTo>
                  <a:lnTo>
                    <a:pt x="606" y="860"/>
                  </a:lnTo>
                  <a:lnTo>
                    <a:pt x="592" y="862"/>
                  </a:lnTo>
                  <a:lnTo>
                    <a:pt x="582" y="862"/>
                  </a:lnTo>
                  <a:lnTo>
                    <a:pt x="575" y="854"/>
                  </a:lnTo>
                  <a:lnTo>
                    <a:pt x="569" y="849"/>
                  </a:lnTo>
                  <a:lnTo>
                    <a:pt x="559" y="843"/>
                  </a:lnTo>
                  <a:lnTo>
                    <a:pt x="549" y="843"/>
                  </a:lnTo>
                  <a:lnTo>
                    <a:pt x="539" y="845"/>
                  </a:lnTo>
                  <a:lnTo>
                    <a:pt x="529" y="850"/>
                  </a:lnTo>
                  <a:lnTo>
                    <a:pt x="519" y="854"/>
                  </a:lnTo>
                  <a:lnTo>
                    <a:pt x="508" y="854"/>
                  </a:lnTo>
                  <a:lnTo>
                    <a:pt x="492" y="849"/>
                  </a:lnTo>
                  <a:lnTo>
                    <a:pt x="474" y="837"/>
                  </a:lnTo>
                  <a:lnTo>
                    <a:pt x="458" y="829"/>
                  </a:lnTo>
                  <a:lnTo>
                    <a:pt x="445" y="821"/>
                  </a:lnTo>
                  <a:lnTo>
                    <a:pt x="431" y="811"/>
                  </a:lnTo>
                  <a:lnTo>
                    <a:pt x="417" y="799"/>
                  </a:lnTo>
                  <a:lnTo>
                    <a:pt x="403" y="791"/>
                  </a:lnTo>
                  <a:lnTo>
                    <a:pt x="389" y="784"/>
                  </a:lnTo>
                  <a:lnTo>
                    <a:pt x="382" y="776"/>
                  </a:lnTo>
                  <a:lnTo>
                    <a:pt x="370" y="754"/>
                  </a:lnTo>
                  <a:lnTo>
                    <a:pt x="358" y="732"/>
                  </a:lnTo>
                  <a:lnTo>
                    <a:pt x="352" y="717"/>
                  </a:lnTo>
                  <a:lnTo>
                    <a:pt x="350" y="703"/>
                  </a:lnTo>
                  <a:lnTo>
                    <a:pt x="354" y="691"/>
                  </a:lnTo>
                  <a:lnTo>
                    <a:pt x="358" y="685"/>
                  </a:lnTo>
                  <a:lnTo>
                    <a:pt x="364" y="683"/>
                  </a:lnTo>
                  <a:lnTo>
                    <a:pt x="368" y="681"/>
                  </a:lnTo>
                  <a:lnTo>
                    <a:pt x="372" y="679"/>
                  </a:lnTo>
                  <a:lnTo>
                    <a:pt x="376" y="677"/>
                  </a:lnTo>
                  <a:lnTo>
                    <a:pt x="380" y="673"/>
                  </a:lnTo>
                  <a:lnTo>
                    <a:pt x="382" y="671"/>
                  </a:lnTo>
                  <a:lnTo>
                    <a:pt x="382" y="665"/>
                  </a:lnTo>
                  <a:lnTo>
                    <a:pt x="376" y="654"/>
                  </a:lnTo>
                  <a:lnTo>
                    <a:pt x="364" y="646"/>
                  </a:lnTo>
                  <a:lnTo>
                    <a:pt x="348" y="638"/>
                  </a:lnTo>
                  <a:lnTo>
                    <a:pt x="332" y="636"/>
                  </a:lnTo>
                  <a:lnTo>
                    <a:pt x="323" y="638"/>
                  </a:lnTo>
                  <a:lnTo>
                    <a:pt x="315" y="644"/>
                  </a:lnTo>
                  <a:lnTo>
                    <a:pt x="307" y="650"/>
                  </a:lnTo>
                  <a:lnTo>
                    <a:pt x="301" y="652"/>
                  </a:lnTo>
                  <a:lnTo>
                    <a:pt x="295" y="650"/>
                  </a:lnTo>
                  <a:lnTo>
                    <a:pt x="283" y="636"/>
                  </a:lnTo>
                  <a:lnTo>
                    <a:pt x="273" y="630"/>
                  </a:lnTo>
                  <a:lnTo>
                    <a:pt x="262" y="630"/>
                  </a:lnTo>
                  <a:lnTo>
                    <a:pt x="254" y="636"/>
                  </a:lnTo>
                  <a:lnTo>
                    <a:pt x="246" y="642"/>
                  </a:lnTo>
                  <a:lnTo>
                    <a:pt x="238" y="644"/>
                  </a:lnTo>
                  <a:lnTo>
                    <a:pt x="230" y="640"/>
                  </a:lnTo>
                  <a:lnTo>
                    <a:pt x="220" y="632"/>
                  </a:lnTo>
                  <a:lnTo>
                    <a:pt x="208" y="624"/>
                  </a:lnTo>
                  <a:lnTo>
                    <a:pt x="195" y="614"/>
                  </a:lnTo>
                  <a:lnTo>
                    <a:pt x="185" y="608"/>
                  </a:lnTo>
                  <a:lnTo>
                    <a:pt x="181" y="606"/>
                  </a:lnTo>
                  <a:lnTo>
                    <a:pt x="181" y="593"/>
                  </a:lnTo>
                  <a:lnTo>
                    <a:pt x="210" y="553"/>
                  </a:lnTo>
                  <a:lnTo>
                    <a:pt x="262" y="540"/>
                  </a:lnTo>
                  <a:lnTo>
                    <a:pt x="271" y="467"/>
                  </a:lnTo>
                  <a:lnTo>
                    <a:pt x="248" y="439"/>
                  </a:lnTo>
                  <a:lnTo>
                    <a:pt x="212" y="455"/>
                  </a:lnTo>
                  <a:lnTo>
                    <a:pt x="179" y="435"/>
                  </a:lnTo>
                  <a:lnTo>
                    <a:pt x="147" y="451"/>
                  </a:lnTo>
                  <a:lnTo>
                    <a:pt x="116" y="431"/>
                  </a:lnTo>
                  <a:lnTo>
                    <a:pt x="106" y="390"/>
                  </a:lnTo>
                  <a:lnTo>
                    <a:pt x="57" y="386"/>
                  </a:lnTo>
                  <a:lnTo>
                    <a:pt x="31" y="404"/>
                  </a:lnTo>
                  <a:lnTo>
                    <a:pt x="0" y="349"/>
                  </a:lnTo>
                  <a:lnTo>
                    <a:pt x="51" y="347"/>
                  </a:lnTo>
                  <a:lnTo>
                    <a:pt x="104" y="295"/>
                  </a:lnTo>
                  <a:lnTo>
                    <a:pt x="139" y="292"/>
                  </a:lnTo>
                  <a:lnTo>
                    <a:pt x="195" y="327"/>
                  </a:lnTo>
                  <a:lnTo>
                    <a:pt x="250" y="335"/>
                  </a:lnTo>
                  <a:lnTo>
                    <a:pt x="275" y="309"/>
                  </a:lnTo>
                  <a:lnTo>
                    <a:pt x="279" y="288"/>
                  </a:lnTo>
                  <a:lnTo>
                    <a:pt x="307" y="278"/>
                  </a:lnTo>
                  <a:lnTo>
                    <a:pt x="338" y="248"/>
                  </a:lnTo>
                  <a:lnTo>
                    <a:pt x="386" y="238"/>
                  </a:lnTo>
                  <a:lnTo>
                    <a:pt x="397" y="207"/>
                  </a:lnTo>
                  <a:lnTo>
                    <a:pt x="437" y="181"/>
                  </a:lnTo>
                  <a:lnTo>
                    <a:pt x="458" y="223"/>
                  </a:lnTo>
                  <a:lnTo>
                    <a:pt x="496" y="225"/>
                  </a:lnTo>
                  <a:lnTo>
                    <a:pt x="521" y="248"/>
                  </a:lnTo>
                  <a:lnTo>
                    <a:pt x="567" y="227"/>
                  </a:lnTo>
                  <a:lnTo>
                    <a:pt x="575" y="189"/>
                  </a:lnTo>
                  <a:lnTo>
                    <a:pt x="604" y="173"/>
                  </a:lnTo>
                  <a:lnTo>
                    <a:pt x="641" y="193"/>
                  </a:lnTo>
                  <a:lnTo>
                    <a:pt x="659" y="160"/>
                  </a:lnTo>
                  <a:lnTo>
                    <a:pt x="695" y="160"/>
                  </a:lnTo>
                  <a:lnTo>
                    <a:pt x="693" y="120"/>
                  </a:lnTo>
                  <a:lnTo>
                    <a:pt x="728" y="108"/>
                  </a:lnTo>
                  <a:lnTo>
                    <a:pt x="740" y="122"/>
                  </a:lnTo>
                  <a:lnTo>
                    <a:pt x="765" y="71"/>
                  </a:lnTo>
                  <a:lnTo>
                    <a:pt x="797" y="73"/>
                  </a:lnTo>
                  <a:lnTo>
                    <a:pt x="825" y="77"/>
                  </a:lnTo>
                  <a:lnTo>
                    <a:pt x="840" y="30"/>
                  </a:lnTo>
                  <a:lnTo>
                    <a:pt x="868" y="36"/>
                  </a:lnTo>
                  <a:lnTo>
                    <a:pt x="891" y="63"/>
                  </a:lnTo>
                  <a:lnTo>
                    <a:pt x="933" y="6"/>
                  </a:lnTo>
                  <a:lnTo>
                    <a:pt x="974" y="18"/>
                  </a:lnTo>
                  <a:lnTo>
                    <a:pt x="1006" y="0"/>
                  </a:lnTo>
                  <a:lnTo>
                    <a:pt x="1039" y="10"/>
                  </a:lnTo>
                  <a:lnTo>
                    <a:pt x="1039" y="69"/>
                  </a:lnTo>
                  <a:lnTo>
                    <a:pt x="1065" y="89"/>
                  </a:lnTo>
                  <a:lnTo>
                    <a:pt x="1059" y="154"/>
                  </a:lnTo>
                  <a:lnTo>
                    <a:pt x="1006" y="215"/>
                  </a:lnTo>
                  <a:lnTo>
                    <a:pt x="1080" y="209"/>
                  </a:lnTo>
                  <a:lnTo>
                    <a:pt x="1096" y="234"/>
                  </a:lnTo>
                  <a:lnTo>
                    <a:pt x="1096" y="284"/>
                  </a:lnTo>
                  <a:lnTo>
                    <a:pt x="1134" y="258"/>
                  </a:lnTo>
                  <a:lnTo>
                    <a:pt x="1169" y="258"/>
                  </a:lnTo>
                  <a:lnTo>
                    <a:pt x="1191" y="321"/>
                  </a:lnTo>
                  <a:lnTo>
                    <a:pt x="1163" y="351"/>
                  </a:lnTo>
                  <a:lnTo>
                    <a:pt x="1167" y="408"/>
                  </a:lnTo>
                  <a:lnTo>
                    <a:pt x="1128" y="431"/>
                  </a:lnTo>
                  <a:lnTo>
                    <a:pt x="1104" y="504"/>
                  </a:lnTo>
                  <a:lnTo>
                    <a:pt x="1110" y="579"/>
                  </a:lnTo>
                  <a:lnTo>
                    <a:pt x="1039" y="642"/>
                  </a:lnTo>
                  <a:lnTo>
                    <a:pt x="1013" y="654"/>
                  </a:lnTo>
                  <a:lnTo>
                    <a:pt x="1013" y="713"/>
                  </a:lnTo>
                  <a:lnTo>
                    <a:pt x="990" y="728"/>
                  </a:lnTo>
                  <a:lnTo>
                    <a:pt x="943" y="738"/>
                  </a:lnTo>
                  <a:lnTo>
                    <a:pt x="937" y="776"/>
                  </a:lnTo>
                  <a:lnTo>
                    <a:pt x="899" y="788"/>
                  </a:lnTo>
                  <a:lnTo>
                    <a:pt x="866" y="835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36" name="Freeform 75"/>
            <p:cNvSpPr/>
            <p:nvPr/>
          </p:nvSpPr>
          <p:spPr bwMode="gray">
            <a:xfrm>
              <a:off x="3116" y="3813"/>
              <a:ext cx="195" cy="172"/>
            </a:xfrm>
            <a:custGeom>
              <a:avLst/>
              <a:gdLst>
                <a:gd name="T0" fmla="*/ 20 w 392"/>
                <a:gd name="T1" fmla="*/ 19 h 344"/>
                <a:gd name="T2" fmla="*/ 17 w 392"/>
                <a:gd name="T3" fmla="*/ 21 h 344"/>
                <a:gd name="T4" fmla="*/ 11 w 392"/>
                <a:gd name="T5" fmla="*/ 27 h 344"/>
                <a:gd name="T6" fmla="*/ 5 w 392"/>
                <a:gd name="T7" fmla="*/ 35 h 344"/>
                <a:gd name="T8" fmla="*/ 1 w 392"/>
                <a:gd name="T9" fmla="*/ 40 h 344"/>
                <a:gd name="T10" fmla="*/ 0 w 392"/>
                <a:gd name="T11" fmla="*/ 50 h 344"/>
                <a:gd name="T12" fmla="*/ 1 w 392"/>
                <a:gd name="T13" fmla="*/ 63 h 344"/>
                <a:gd name="T14" fmla="*/ 5 w 392"/>
                <a:gd name="T15" fmla="*/ 72 h 344"/>
                <a:gd name="T16" fmla="*/ 12 w 392"/>
                <a:gd name="T17" fmla="*/ 78 h 344"/>
                <a:gd name="T18" fmla="*/ 22 w 392"/>
                <a:gd name="T19" fmla="*/ 80 h 344"/>
                <a:gd name="T20" fmla="*/ 28 w 392"/>
                <a:gd name="T21" fmla="*/ 80 h 344"/>
                <a:gd name="T22" fmla="*/ 33 w 392"/>
                <a:gd name="T23" fmla="*/ 81 h 344"/>
                <a:gd name="T24" fmla="*/ 41 w 392"/>
                <a:gd name="T25" fmla="*/ 86 h 344"/>
                <a:gd name="T26" fmla="*/ 46 w 392"/>
                <a:gd name="T27" fmla="*/ 85 h 344"/>
                <a:gd name="T28" fmla="*/ 49 w 392"/>
                <a:gd name="T29" fmla="*/ 80 h 344"/>
                <a:gd name="T30" fmla="*/ 53 w 392"/>
                <a:gd name="T31" fmla="*/ 74 h 344"/>
                <a:gd name="T32" fmla="*/ 59 w 392"/>
                <a:gd name="T33" fmla="*/ 73 h 344"/>
                <a:gd name="T34" fmla="*/ 64 w 392"/>
                <a:gd name="T35" fmla="*/ 69 h 344"/>
                <a:gd name="T36" fmla="*/ 69 w 392"/>
                <a:gd name="T37" fmla="*/ 63 h 344"/>
                <a:gd name="T38" fmla="*/ 76 w 392"/>
                <a:gd name="T39" fmla="*/ 59 h 344"/>
                <a:gd name="T40" fmla="*/ 79 w 392"/>
                <a:gd name="T41" fmla="*/ 52 h 344"/>
                <a:gd name="T42" fmla="*/ 80 w 392"/>
                <a:gd name="T43" fmla="*/ 43 h 344"/>
                <a:gd name="T44" fmla="*/ 85 w 392"/>
                <a:gd name="T45" fmla="*/ 28 h 344"/>
                <a:gd name="T46" fmla="*/ 90 w 392"/>
                <a:gd name="T47" fmla="*/ 21 h 344"/>
                <a:gd name="T48" fmla="*/ 94 w 392"/>
                <a:gd name="T49" fmla="*/ 19 h 344"/>
                <a:gd name="T50" fmla="*/ 97 w 392"/>
                <a:gd name="T51" fmla="*/ 15 h 344"/>
                <a:gd name="T52" fmla="*/ 97 w 392"/>
                <a:gd name="T53" fmla="*/ 9 h 344"/>
                <a:gd name="T54" fmla="*/ 95 w 392"/>
                <a:gd name="T55" fmla="*/ 3 h 344"/>
                <a:gd name="T56" fmla="*/ 88 w 392"/>
                <a:gd name="T57" fmla="*/ 1 h 344"/>
                <a:gd name="T58" fmla="*/ 75 w 392"/>
                <a:gd name="T59" fmla="*/ 1 h 344"/>
                <a:gd name="T60" fmla="*/ 64 w 392"/>
                <a:gd name="T61" fmla="*/ 3 h 344"/>
                <a:gd name="T62" fmla="*/ 55 w 392"/>
                <a:gd name="T63" fmla="*/ 5 h 344"/>
                <a:gd name="T64" fmla="*/ 45 w 392"/>
                <a:gd name="T65" fmla="*/ 7 h 344"/>
                <a:gd name="T66" fmla="*/ 38 w 392"/>
                <a:gd name="T67" fmla="*/ 8 h 344"/>
                <a:gd name="T68" fmla="*/ 33 w 392"/>
                <a:gd name="T69" fmla="*/ 11 h 344"/>
                <a:gd name="T70" fmla="*/ 28 w 392"/>
                <a:gd name="T71" fmla="*/ 12 h 344"/>
                <a:gd name="T72" fmla="*/ 23 w 392"/>
                <a:gd name="T73" fmla="*/ 12 h 34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92"/>
                <a:gd name="T112" fmla="*/ 0 h 344"/>
                <a:gd name="T113" fmla="*/ 392 w 392"/>
                <a:gd name="T114" fmla="*/ 344 h 34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92" h="344">
                  <a:moveTo>
                    <a:pt x="87" y="51"/>
                  </a:moveTo>
                  <a:lnTo>
                    <a:pt x="83" y="74"/>
                  </a:lnTo>
                  <a:lnTo>
                    <a:pt x="79" y="76"/>
                  </a:lnTo>
                  <a:lnTo>
                    <a:pt x="71" y="84"/>
                  </a:lnTo>
                  <a:lnTo>
                    <a:pt x="59" y="96"/>
                  </a:lnTo>
                  <a:lnTo>
                    <a:pt x="45" y="108"/>
                  </a:lnTo>
                  <a:lnTo>
                    <a:pt x="32" y="124"/>
                  </a:lnTo>
                  <a:lnTo>
                    <a:pt x="20" y="137"/>
                  </a:lnTo>
                  <a:lnTo>
                    <a:pt x="10" y="149"/>
                  </a:lnTo>
                  <a:lnTo>
                    <a:pt x="4" y="159"/>
                  </a:lnTo>
                  <a:lnTo>
                    <a:pt x="0" y="175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6" y="254"/>
                  </a:lnTo>
                  <a:lnTo>
                    <a:pt x="12" y="271"/>
                  </a:lnTo>
                  <a:lnTo>
                    <a:pt x="22" y="287"/>
                  </a:lnTo>
                  <a:lnTo>
                    <a:pt x="36" y="299"/>
                  </a:lnTo>
                  <a:lnTo>
                    <a:pt x="51" y="309"/>
                  </a:lnTo>
                  <a:lnTo>
                    <a:pt x="73" y="317"/>
                  </a:lnTo>
                  <a:lnTo>
                    <a:pt x="91" y="318"/>
                  </a:lnTo>
                  <a:lnTo>
                    <a:pt x="103" y="318"/>
                  </a:lnTo>
                  <a:lnTo>
                    <a:pt x="112" y="318"/>
                  </a:lnTo>
                  <a:lnTo>
                    <a:pt x="122" y="318"/>
                  </a:lnTo>
                  <a:lnTo>
                    <a:pt x="134" y="324"/>
                  </a:lnTo>
                  <a:lnTo>
                    <a:pt x="152" y="334"/>
                  </a:lnTo>
                  <a:lnTo>
                    <a:pt x="164" y="342"/>
                  </a:lnTo>
                  <a:lnTo>
                    <a:pt x="175" y="344"/>
                  </a:lnTo>
                  <a:lnTo>
                    <a:pt x="185" y="338"/>
                  </a:lnTo>
                  <a:lnTo>
                    <a:pt x="193" y="328"/>
                  </a:lnTo>
                  <a:lnTo>
                    <a:pt x="199" y="317"/>
                  </a:lnTo>
                  <a:lnTo>
                    <a:pt x="205" y="305"/>
                  </a:lnTo>
                  <a:lnTo>
                    <a:pt x="213" y="295"/>
                  </a:lnTo>
                  <a:lnTo>
                    <a:pt x="225" y="293"/>
                  </a:lnTo>
                  <a:lnTo>
                    <a:pt x="240" y="289"/>
                  </a:lnTo>
                  <a:lnTo>
                    <a:pt x="252" y="283"/>
                  </a:lnTo>
                  <a:lnTo>
                    <a:pt x="260" y="275"/>
                  </a:lnTo>
                  <a:lnTo>
                    <a:pt x="268" y="263"/>
                  </a:lnTo>
                  <a:lnTo>
                    <a:pt x="280" y="252"/>
                  </a:lnTo>
                  <a:lnTo>
                    <a:pt x="292" y="246"/>
                  </a:lnTo>
                  <a:lnTo>
                    <a:pt x="305" y="238"/>
                  </a:lnTo>
                  <a:lnTo>
                    <a:pt x="315" y="224"/>
                  </a:lnTo>
                  <a:lnTo>
                    <a:pt x="319" y="208"/>
                  </a:lnTo>
                  <a:lnTo>
                    <a:pt x="321" y="189"/>
                  </a:lnTo>
                  <a:lnTo>
                    <a:pt x="323" y="169"/>
                  </a:lnTo>
                  <a:lnTo>
                    <a:pt x="331" y="139"/>
                  </a:lnTo>
                  <a:lnTo>
                    <a:pt x="343" y="112"/>
                  </a:lnTo>
                  <a:lnTo>
                    <a:pt x="355" y="92"/>
                  </a:lnTo>
                  <a:lnTo>
                    <a:pt x="362" y="84"/>
                  </a:lnTo>
                  <a:lnTo>
                    <a:pt x="372" y="80"/>
                  </a:lnTo>
                  <a:lnTo>
                    <a:pt x="380" y="76"/>
                  </a:lnTo>
                  <a:lnTo>
                    <a:pt x="388" y="70"/>
                  </a:lnTo>
                  <a:lnTo>
                    <a:pt x="392" y="61"/>
                  </a:lnTo>
                  <a:lnTo>
                    <a:pt x="392" y="51"/>
                  </a:lnTo>
                  <a:lnTo>
                    <a:pt x="390" y="35"/>
                  </a:lnTo>
                  <a:lnTo>
                    <a:pt x="390" y="23"/>
                  </a:lnTo>
                  <a:lnTo>
                    <a:pt x="384" y="13"/>
                  </a:lnTo>
                  <a:lnTo>
                    <a:pt x="374" y="8"/>
                  </a:lnTo>
                  <a:lnTo>
                    <a:pt x="356" y="2"/>
                  </a:lnTo>
                  <a:lnTo>
                    <a:pt x="327" y="0"/>
                  </a:lnTo>
                  <a:lnTo>
                    <a:pt x="301" y="4"/>
                  </a:lnTo>
                  <a:lnTo>
                    <a:pt x="280" y="9"/>
                  </a:lnTo>
                  <a:lnTo>
                    <a:pt x="260" y="13"/>
                  </a:lnTo>
                  <a:lnTo>
                    <a:pt x="240" y="15"/>
                  </a:lnTo>
                  <a:lnTo>
                    <a:pt x="221" y="21"/>
                  </a:lnTo>
                  <a:lnTo>
                    <a:pt x="201" y="27"/>
                  </a:lnTo>
                  <a:lnTo>
                    <a:pt x="181" y="27"/>
                  </a:lnTo>
                  <a:lnTo>
                    <a:pt x="166" y="27"/>
                  </a:lnTo>
                  <a:lnTo>
                    <a:pt x="154" y="31"/>
                  </a:lnTo>
                  <a:lnTo>
                    <a:pt x="142" y="39"/>
                  </a:lnTo>
                  <a:lnTo>
                    <a:pt x="134" y="45"/>
                  </a:lnTo>
                  <a:lnTo>
                    <a:pt x="126" y="49"/>
                  </a:lnTo>
                  <a:lnTo>
                    <a:pt x="114" y="49"/>
                  </a:lnTo>
                  <a:lnTo>
                    <a:pt x="103" y="49"/>
                  </a:lnTo>
                  <a:lnTo>
                    <a:pt x="93" y="49"/>
                  </a:lnTo>
                  <a:lnTo>
                    <a:pt x="87" y="51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37" name="Freeform 76"/>
            <p:cNvSpPr/>
            <p:nvPr/>
          </p:nvSpPr>
          <p:spPr bwMode="gray">
            <a:xfrm>
              <a:off x="3116" y="3813"/>
              <a:ext cx="195" cy="172"/>
            </a:xfrm>
            <a:custGeom>
              <a:avLst/>
              <a:gdLst>
                <a:gd name="T0" fmla="*/ 20 w 392"/>
                <a:gd name="T1" fmla="*/ 19 h 344"/>
                <a:gd name="T2" fmla="*/ 17 w 392"/>
                <a:gd name="T3" fmla="*/ 21 h 344"/>
                <a:gd name="T4" fmla="*/ 11 w 392"/>
                <a:gd name="T5" fmla="*/ 27 h 344"/>
                <a:gd name="T6" fmla="*/ 5 w 392"/>
                <a:gd name="T7" fmla="*/ 35 h 344"/>
                <a:gd name="T8" fmla="*/ 1 w 392"/>
                <a:gd name="T9" fmla="*/ 40 h 344"/>
                <a:gd name="T10" fmla="*/ 0 w 392"/>
                <a:gd name="T11" fmla="*/ 50 h 344"/>
                <a:gd name="T12" fmla="*/ 1 w 392"/>
                <a:gd name="T13" fmla="*/ 63 h 344"/>
                <a:gd name="T14" fmla="*/ 5 w 392"/>
                <a:gd name="T15" fmla="*/ 72 h 344"/>
                <a:gd name="T16" fmla="*/ 12 w 392"/>
                <a:gd name="T17" fmla="*/ 78 h 344"/>
                <a:gd name="T18" fmla="*/ 22 w 392"/>
                <a:gd name="T19" fmla="*/ 80 h 344"/>
                <a:gd name="T20" fmla="*/ 28 w 392"/>
                <a:gd name="T21" fmla="*/ 80 h 344"/>
                <a:gd name="T22" fmla="*/ 33 w 392"/>
                <a:gd name="T23" fmla="*/ 81 h 344"/>
                <a:gd name="T24" fmla="*/ 41 w 392"/>
                <a:gd name="T25" fmla="*/ 86 h 344"/>
                <a:gd name="T26" fmla="*/ 46 w 392"/>
                <a:gd name="T27" fmla="*/ 85 h 344"/>
                <a:gd name="T28" fmla="*/ 49 w 392"/>
                <a:gd name="T29" fmla="*/ 80 h 344"/>
                <a:gd name="T30" fmla="*/ 53 w 392"/>
                <a:gd name="T31" fmla="*/ 74 h 344"/>
                <a:gd name="T32" fmla="*/ 59 w 392"/>
                <a:gd name="T33" fmla="*/ 73 h 344"/>
                <a:gd name="T34" fmla="*/ 64 w 392"/>
                <a:gd name="T35" fmla="*/ 69 h 344"/>
                <a:gd name="T36" fmla="*/ 69 w 392"/>
                <a:gd name="T37" fmla="*/ 63 h 344"/>
                <a:gd name="T38" fmla="*/ 76 w 392"/>
                <a:gd name="T39" fmla="*/ 59 h 344"/>
                <a:gd name="T40" fmla="*/ 79 w 392"/>
                <a:gd name="T41" fmla="*/ 52 h 344"/>
                <a:gd name="T42" fmla="*/ 80 w 392"/>
                <a:gd name="T43" fmla="*/ 43 h 344"/>
                <a:gd name="T44" fmla="*/ 85 w 392"/>
                <a:gd name="T45" fmla="*/ 28 h 344"/>
                <a:gd name="T46" fmla="*/ 90 w 392"/>
                <a:gd name="T47" fmla="*/ 21 h 344"/>
                <a:gd name="T48" fmla="*/ 94 w 392"/>
                <a:gd name="T49" fmla="*/ 19 h 344"/>
                <a:gd name="T50" fmla="*/ 97 w 392"/>
                <a:gd name="T51" fmla="*/ 15 h 344"/>
                <a:gd name="T52" fmla="*/ 97 w 392"/>
                <a:gd name="T53" fmla="*/ 9 h 344"/>
                <a:gd name="T54" fmla="*/ 95 w 392"/>
                <a:gd name="T55" fmla="*/ 3 h 344"/>
                <a:gd name="T56" fmla="*/ 88 w 392"/>
                <a:gd name="T57" fmla="*/ 1 h 344"/>
                <a:gd name="T58" fmla="*/ 75 w 392"/>
                <a:gd name="T59" fmla="*/ 1 h 344"/>
                <a:gd name="T60" fmla="*/ 64 w 392"/>
                <a:gd name="T61" fmla="*/ 3 h 344"/>
                <a:gd name="T62" fmla="*/ 55 w 392"/>
                <a:gd name="T63" fmla="*/ 5 h 344"/>
                <a:gd name="T64" fmla="*/ 45 w 392"/>
                <a:gd name="T65" fmla="*/ 7 h 344"/>
                <a:gd name="T66" fmla="*/ 38 w 392"/>
                <a:gd name="T67" fmla="*/ 8 h 344"/>
                <a:gd name="T68" fmla="*/ 33 w 392"/>
                <a:gd name="T69" fmla="*/ 11 h 344"/>
                <a:gd name="T70" fmla="*/ 28 w 392"/>
                <a:gd name="T71" fmla="*/ 12 h 344"/>
                <a:gd name="T72" fmla="*/ 23 w 392"/>
                <a:gd name="T73" fmla="*/ 12 h 34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92"/>
                <a:gd name="T112" fmla="*/ 0 h 344"/>
                <a:gd name="T113" fmla="*/ 392 w 392"/>
                <a:gd name="T114" fmla="*/ 344 h 34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92" h="344">
                  <a:moveTo>
                    <a:pt x="87" y="51"/>
                  </a:moveTo>
                  <a:lnTo>
                    <a:pt x="83" y="74"/>
                  </a:lnTo>
                  <a:lnTo>
                    <a:pt x="79" y="76"/>
                  </a:lnTo>
                  <a:lnTo>
                    <a:pt x="71" y="84"/>
                  </a:lnTo>
                  <a:lnTo>
                    <a:pt x="59" y="96"/>
                  </a:lnTo>
                  <a:lnTo>
                    <a:pt x="45" y="108"/>
                  </a:lnTo>
                  <a:lnTo>
                    <a:pt x="32" y="124"/>
                  </a:lnTo>
                  <a:lnTo>
                    <a:pt x="20" y="137"/>
                  </a:lnTo>
                  <a:lnTo>
                    <a:pt x="10" y="149"/>
                  </a:lnTo>
                  <a:lnTo>
                    <a:pt x="4" y="159"/>
                  </a:lnTo>
                  <a:lnTo>
                    <a:pt x="0" y="175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6" y="254"/>
                  </a:lnTo>
                  <a:lnTo>
                    <a:pt x="12" y="271"/>
                  </a:lnTo>
                  <a:lnTo>
                    <a:pt x="22" y="287"/>
                  </a:lnTo>
                  <a:lnTo>
                    <a:pt x="36" y="299"/>
                  </a:lnTo>
                  <a:lnTo>
                    <a:pt x="51" y="309"/>
                  </a:lnTo>
                  <a:lnTo>
                    <a:pt x="73" y="317"/>
                  </a:lnTo>
                  <a:lnTo>
                    <a:pt x="91" y="318"/>
                  </a:lnTo>
                  <a:lnTo>
                    <a:pt x="103" y="318"/>
                  </a:lnTo>
                  <a:lnTo>
                    <a:pt x="112" y="318"/>
                  </a:lnTo>
                  <a:lnTo>
                    <a:pt x="122" y="318"/>
                  </a:lnTo>
                  <a:lnTo>
                    <a:pt x="134" y="324"/>
                  </a:lnTo>
                  <a:lnTo>
                    <a:pt x="152" y="334"/>
                  </a:lnTo>
                  <a:lnTo>
                    <a:pt x="164" y="342"/>
                  </a:lnTo>
                  <a:lnTo>
                    <a:pt x="175" y="344"/>
                  </a:lnTo>
                  <a:lnTo>
                    <a:pt x="185" y="338"/>
                  </a:lnTo>
                  <a:lnTo>
                    <a:pt x="193" y="328"/>
                  </a:lnTo>
                  <a:lnTo>
                    <a:pt x="199" y="317"/>
                  </a:lnTo>
                  <a:lnTo>
                    <a:pt x="205" y="305"/>
                  </a:lnTo>
                  <a:lnTo>
                    <a:pt x="213" y="295"/>
                  </a:lnTo>
                  <a:lnTo>
                    <a:pt x="225" y="293"/>
                  </a:lnTo>
                  <a:lnTo>
                    <a:pt x="240" y="289"/>
                  </a:lnTo>
                  <a:lnTo>
                    <a:pt x="252" y="283"/>
                  </a:lnTo>
                  <a:lnTo>
                    <a:pt x="260" y="275"/>
                  </a:lnTo>
                  <a:lnTo>
                    <a:pt x="268" y="263"/>
                  </a:lnTo>
                  <a:lnTo>
                    <a:pt x="280" y="252"/>
                  </a:lnTo>
                  <a:lnTo>
                    <a:pt x="292" y="246"/>
                  </a:lnTo>
                  <a:lnTo>
                    <a:pt x="305" y="238"/>
                  </a:lnTo>
                  <a:lnTo>
                    <a:pt x="315" y="224"/>
                  </a:lnTo>
                  <a:lnTo>
                    <a:pt x="319" y="208"/>
                  </a:lnTo>
                  <a:lnTo>
                    <a:pt x="321" y="189"/>
                  </a:lnTo>
                  <a:lnTo>
                    <a:pt x="323" y="169"/>
                  </a:lnTo>
                  <a:lnTo>
                    <a:pt x="331" y="139"/>
                  </a:lnTo>
                  <a:lnTo>
                    <a:pt x="343" y="112"/>
                  </a:lnTo>
                  <a:lnTo>
                    <a:pt x="355" y="92"/>
                  </a:lnTo>
                  <a:lnTo>
                    <a:pt x="362" y="84"/>
                  </a:lnTo>
                  <a:lnTo>
                    <a:pt x="372" y="80"/>
                  </a:lnTo>
                  <a:lnTo>
                    <a:pt x="380" y="76"/>
                  </a:lnTo>
                  <a:lnTo>
                    <a:pt x="388" y="70"/>
                  </a:lnTo>
                  <a:lnTo>
                    <a:pt x="392" y="61"/>
                  </a:lnTo>
                  <a:lnTo>
                    <a:pt x="392" y="51"/>
                  </a:lnTo>
                  <a:lnTo>
                    <a:pt x="390" y="35"/>
                  </a:lnTo>
                  <a:lnTo>
                    <a:pt x="390" y="23"/>
                  </a:lnTo>
                  <a:lnTo>
                    <a:pt x="384" y="13"/>
                  </a:lnTo>
                  <a:lnTo>
                    <a:pt x="374" y="8"/>
                  </a:lnTo>
                  <a:lnTo>
                    <a:pt x="356" y="2"/>
                  </a:lnTo>
                  <a:lnTo>
                    <a:pt x="327" y="0"/>
                  </a:lnTo>
                  <a:lnTo>
                    <a:pt x="301" y="4"/>
                  </a:lnTo>
                  <a:lnTo>
                    <a:pt x="280" y="9"/>
                  </a:lnTo>
                  <a:lnTo>
                    <a:pt x="260" y="13"/>
                  </a:lnTo>
                  <a:lnTo>
                    <a:pt x="240" y="15"/>
                  </a:lnTo>
                  <a:lnTo>
                    <a:pt x="221" y="21"/>
                  </a:lnTo>
                  <a:lnTo>
                    <a:pt x="201" y="27"/>
                  </a:lnTo>
                  <a:lnTo>
                    <a:pt x="181" y="27"/>
                  </a:lnTo>
                  <a:lnTo>
                    <a:pt x="166" y="27"/>
                  </a:lnTo>
                  <a:lnTo>
                    <a:pt x="154" y="31"/>
                  </a:lnTo>
                  <a:lnTo>
                    <a:pt x="142" y="39"/>
                  </a:lnTo>
                  <a:lnTo>
                    <a:pt x="134" y="45"/>
                  </a:lnTo>
                  <a:lnTo>
                    <a:pt x="126" y="49"/>
                  </a:lnTo>
                  <a:lnTo>
                    <a:pt x="114" y="49"/>
                  </a:lnTo>
                  <a:lnTo>
                    <a:pt x="103" y="49"/>
                  </a:lnTo>
                  <a:lnTo>
                    <a:pt x="93" y="49"/>
                  </a:lnTo>
                  <a:lnTo>
                    <a:pt x="87" y="51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24" name="Freeform 77"/>
            <p:cNvSpPr/>
            <p:nvPr/>
          </p:nvSpPr>
          <p:spPr bwMode="gray">
            <a:xfrm>
              <a:off x="3188" y="3319"/>
              <a:ext cx="564" cy="480"/>
            </a:xfrm>
            <a:custGeom>
              <a:avLst/>
              <a:gdLst>
                <a:gd name="T0" fmla="*/ 279 w 1128"/>
                <a:gd name="T1" fmla="*/ 62 h 960"/>
                <a:gd name="T2" fmla="*/ 272 w 1128"/>
                <a:gd name="T3" fmla="*/ 67 h 960"/>
                <a:gd name="T4" fmla="*/ 266 w 1128"/>
                <a:gd name="T5" fmla="*/ 77 h 960"/>
                <a:gd name="T6" fmla="*/ 261 w 1128"/>
                <a:gd name="T7" fmla="*/ 87 h 960"/>
                <a:gd name="T8" fmla="*/ 254 w 1128"/>
                <a:gd name="T9" fmla="*/ 97 h 960"/>
                <a:gd name="T10" fmla="*/ 241 w 1128"/>
                <a:gd name="T11" fmla="*/ 103 h 960"/>
                <a:gd name="T12" fmla="*/ 230 w 1128"/>
                <a:gd name="T13" fmla="*/ 104 h 960"/>
                <a:gd name="T14" fmla="*/ 216 w 1128"/>
                <a:gd name="T15" fmla="*/ 103 h 960"/>
                <a:gd name="T16" fmla="*/ 203 w 1128"/>
                <a:gd name="T17" fmla="*/ 110 h 960"/>
                <a:gd name="T18" fmla="*/ 199 w 1128"/>
                <a:gd name="T19" fmla="*/ 115 h 960"/>
                <a:gd name="T20" fmla="*/ 198 w 1128"/>
                <a:gd name="T21" fmla="*/ 118 h 960"/>
                <a:gd name="T22" fmla="*/ 196 w 1128"/>
                <a:gd name="T23" fmla="*/ 119 h 960"/>
                <a:gd name="T24" fmla="*/ 190 w 1128"/>
                <a:gd name="T25" fmla="*/ 114 h 960"/>
                <a:gd name="T26" fmla="*/ 183 w 1128"/>
                <a:gd name="T27" fmla="*/ 118 h 960"/>
                <a:gd name="T28" fmla="*/ 177 w 1128"/>
                <a:gd name="T29" fmla="*/ 127 h 960"/>
                <a:gd name="T30" fmla="*/ 164 w 1128"/>
                <a:gd name="T31" fmla="*/ 127 h 960"/>
                <a:gd name="T32" fmla="*/ 155 w 1128"/>
                <a:gd name="T33" fmla="*/ 120 h 960"/>
                <a:gd name="T34" fmla="*/ 148 w 1128"/>
                <a:gd name="T35" fmla="*/ 111 h 960"/>
                <a:gd name="T36" fmla="*/ 143 w 1128"/>
                <a:gd name="T37" fmla="*/ 113 h 960"/>
                <a:gd name="T38" fmla="*/ 147 w 1128"/>
                <a:gd name="T39" fmla="*/ 122 h 960"/>
                <a:gd name="T40" fmla="*/ 154 w 1128"/>
                <a:gd name="T41" fmla="*/ 130 h 960"/>
                <a:gd name="T42" fmla="*/ 153 w 1128"/>
                <a:gd name="T43" fmla="*/ 140 h 960"/>
                <a:gd name="T44" fmla="*/ 140 w 1128"/>
                <a:gd name="T45" fmla="*/ 149 h 960"/>
                <a:gd name="T46" fmla="*/ 134 w 1128"/>
                <a:gd name="T47" fmla="*/ 149 h 960"/>
                <a:gd name="T48" fmla="*/ 132 w 1128"/>
                <a:gd name="T49" fmla="*/ 148 h 960"/>
                <a:gd name="T50" fmla="*/ 130 w 1128"/>
                <a:gd name="T51" fmla="*/ 148 h 960"/>
                <a:gd name="T52" fmla="*/ 126 w 1128"/>
                <a:gd name="T53" fmla="*/ 154 h 960"/>
                <a:gd name="T54" fmla="*/ 116 w 1128"/>
                <a:gd name="T55" fmla="*/ 163 h 960"/>
                <a:gd name="T56" fmla="*/ 110 w 1128"/>
                <a:gd name="T57" fmla="*/ 167 h 960"/>
                <a:gd name="T58" fmla="*/ 97 w 1128"/>
                <a:gd name="T59" fmla="*/ 168 h 960"/>
                <a:gd name="T60" fmla="*/ 87 w 1128"/>
                <a:gd name="T61" fmla="*/ 171 h 960"/>
                <a:gd name="T62" fmla="*/ 75 w 1128"/>
                <a:gd name="T63" fmla="*/ 179 h 960"/>
                <a:gd name="T64" fmla="*/ 56 w 1128"/>
                <a:gd name="T65" fmla="*/ 185 h 960"/>
                <a:gd name="T66" fmla="*/ 46 w 1128"/>
                <a:gd name="T67" fmla="*/ 186 h 960"/>
                <a:gd name="T68" fmla="*/ 38 w 1128"/>
                <a:gd name="T69" fmla="*/ 194 h 960"/>
                <a:gd name="T70" fmla="*/ 29 w 1128"/>
                <a:gd name="T71" fmla="*/ 199 h 960"/>
                <a:gd name="T72" fmla="*/ 23 w 1128"/>
                <a:gd name="T73" fmla="*/ 207 h 960"/>
                <a:gd name="T74" fmla="*/ 26 w 1128"/>
                <a:gd name="T75" fmla="*/ 214 h 960"/>
                <a:gd name="T76" fmla="*/ 35 w 1128"/>
                <a:gd name="T77" fmla="*/ 227 h 960"/>
                <a:gd name="T78" fmla="*/ 35 w 1128"/>
                <a:gd name="T79" fmla="*/ 235 h 960"/>
                <a:gd name="T80" fmla="*/ 24 w 1128"/>
                <a:gd name="T81" fmla="*/ 240 h 960"/>
                <a:gd name="T82" fmla="*/ 13 w 1128"/>
                <a:gd name="T83" fmla="*/ 235 h 960"/>
                <a:gd name="T84" fmla="*/ 4 w 1128"/>
                <a:gd name="T85" fmla="*/ 222 h 960"/>
                <a:gd name="T86" fmla="*/ 1 w 1128"/>
                <a:gd name="T87" fmla="*/ 210 h 960"/>
                <a:gd name="T88" fmla="*/ 1 w 1128"/>
                <a:gd name="T89" fmla="*/ 200 h 960"/>
                <a:gd name="T90" fmla="*/ 8 w 1128"/>
                <a:gd name="T91" fmla="*/ 189 h 960"/>
                <a:gd name="T92" fmla="*/ 0 w 1128"/>
                <a:gd name="T93" fmla="*/ 184 h 960"/>
                <a:gd name="T94" fmla="*/ 19 w 1128"/>
                <a:gd name="T95" fmla="*/ 160 h 960"/>
                <a:gd name="T96" fmla="*/ 37 w 1128"/>
                <a:gd name="T97" fmla="*/ 139 h 960"/>
                <a:gd name="T98" fmla="*/ 59 w 1128"/>
                <a:gd name="T99" fmla="*/ 101 h 960"/>
                <a:gd name="T100" fmla="*/ 74 w 1128"/>
                <a:gd name="T101" fmla="*/ 62 h 960"/>
                <a:gd name="T102" fmla="*/ 82 w 1128"/>
                <a:gd name="T103" fmla="*/ 36 h 960"/>
                <a:gd name="T104" fmla="*/ 121 w 1128"/>
                <a:gd name="T105" fmla="*/ 3 h 960"/>
                <a:gd name="T106" fmla="*/ 156 w 1128"/>
                <a:gd name="T107" fmla="*/ 8 h 960"/>
                <a:gd name="T108" fmla="*/ 170 w 1128"/>
                <a:gd name="T109" fmla="*/ 24 h 960"/>
                <a:gd name="T110" fmla="*/ 185 w 1128"/>
                <a:gd name="T111" fmla="*/ 32 h 960"/>
                <a:gd name="T112" fmla="*/ 224 w 1128"/>
                <a:gd name="T113" fmla="*/ 15 h 960"/>
                <a:gd name="T114" fmla="*/ 272 w 1128"/>
                <a:gd name="T115" fmla="*/ 41 h 96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128"/>
                <a:gd name="T175" fmla="*/ 0 h 960"/>
                <a:gd name="T176" fmla="*/ 1128 w 1128"/>
                <a:gd name="T177" fmla="*/ 960 h 96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128" h="960">
                  <a:moveTo>
                    <a:pt x="1128" y="246"/>
                  </a:moveTo>
                  <a:lnTo>
                    <a:pt x="1124" y="248"/>
                  </a:lnTo>
                  <a:lnTo>
                    <a:pt x="1116" y="250"/>
                  </a:lnTo>
                  <a:lnTo>
                    <a:pt x="1104" y="254"/>
                  </a:lnTo>
                  <a:lnTo>
                    <a:pt x="1094" y="259"/>
                  </a:lnTo>
                  <a:lnTo>
                    <a:pt x="1088" y="265"/>
                  </a:lnTo>
                  <a:lnTo>
                    <a:pt x="1083" y="275"/>
                  </a:lnTo>
                  <a:lnTo>
                    <a:pt x="1075" y="289"/>
                  </a:lnTo>
                  <a:lnTo>
                    <a:pt x="1063" y="305"/>
                  </a:lnTo>
                  <a:lnTo>
                    <a:pt x="1055" y="318"/>
                  </a:lnTo>
                  <a:lnTo>
                    <a:pt x="1047" y="332"/>
                  </a:lnTo>
                  <a:lnTo>
                    <a:pt x="1043" y="348"/>
                  </a:lnTo>
                  <a:lnTo>
                    <a:pt x="1037" y="362"/>
                  </a:lnTo>
                  <a:lnTo>
                    <a:pt x="1029" y="376"/>
                  </a:lnTo>
                  <a:lnTo>
                    <a:pt x="1016" y="387"/>
                  </a:lnTo>
                  <a:lnTo>
                    <a:pt x="1002" y="395"/>
                  </a:lnTo>
                  <a:lnTo>
                    <a:pt x="984" y="403"/>
                  </a:lnTo>
                  <a:lnTo>
                    <a:pt x="966" y="411"/>
                  </a:lnTo>
                  <a:lnTo>
                    <a:pt x="949" y="417"/>
                  </a:lnTo>
                  <a:lnTo>
                    <a:pt x="937" y="419"/>
                  </a:lnTo>
                  <a:lnTo>
                    <a:pt x="921" y="415"/>
                  </a:lnTo>
                  <a:lnTo>
                    <a:pt x="903" y="411"/>
                  </a:lnTo>
                  <a:lnTo>
                    <a:pt x="884" y="409"/>
                  </a:lnTo>
                  <a:lnTo>
                    <a:pt x="864" y="411"/>
                  </a:lnTo>
                  <a:lnTo>
                    <a:pt x="846" y="419"/>
                  </a:lnTo>
                  <a:lnTo>
                    <a:pt x="829" y="431"/>
                  </a:lnTo>
                  <a:lnTo>
                    <a:pt x="813" y="440"/>
                  </a:lnTo>
                  <a:lnTo>
                    <a:pt x="801" y="450"/>
                  </a:lnTo>
                  <a:lnTo>
                    <a:pt x="799" y="454"/>
                  </a:lnTo>
                  <a:lnTo>
                    <a:pt x="797" y="458"/>
                  </a:lnTo>
                  <a:lnTo>
                    <a:pt x="795" y="464"/>
                  </a:lnTo>
                  <a:lnTo>
                    <a:pt x="793" y="468"/>
                  </a:lnTo>
                  <a:lnTo>
                    <a:pt x="791" y="472"/>
                  </a:lnTo>
                  <a:lnTo>
                    <a:pt x="789" y="474"/>
                  </a:lnTo>
                  <a:lnTo>
                    <a:pt x="787" y="474"/>
                  </a:lnTo>
                  <a:lnTo>
                    <a:pt x="783" y="474"/>
                  </a:lnTo>
                  <a:lnTo>
                    <a:pt x="777" y="470"/>
                  </a:lnTo>
                  <a:lnTo>
                    <a:pt x="770" y="462"/>
                  </a:lnTo>
                  <a:lnTo>
                    <a:pt x="760" y="456"/>
                  </a:lnTo>
                  <a:lnTo>
                    <a:pt x="752" y="456"/>
                  </a:lnTo>
                  <a:lnTo>
                    <a:pt x="742" y="462"/>
                  </a:lnTo>
                  <a:lnTo>
                    <a:pt x="734" y="472"/>
                  </a:lnTo>
                  <a:lnTo>
                    <a:pt x="726" y="484"/>
                  </a:lnTo>
                  <a:lnTo>
                    <a:pt x="718" y="496"/>
                  </a:lnTo>
                  <a:lnTo>
                    <a:pt x="708" y="507"/>
                  </a:lnTo>
                  <a:lnTo>
                    <a:pt x="695" y="513"/>
                  </a:lnTo>
                  <a:lnTo>
                    <a:pt x="679" y="513"/>
                  </a:lnTo>
                  <a:lnTo>
                    <a:pt x="657" y="509"/>
                  </a:lnTo>
                  <a:lnTo>
                    <a:pt x="644" y="503"/>
                  </a:lnTo>
                  <a:lnTo>
                    <a:pt x="634" y="494"/>
                  </a:lnTo>
                  <a:lnTo>
                    <a:pt x="622" y="482"/>
                  </a:lnTo>
                  <a:lnTo>
                    <a:pt x="612" y="468"/>
                  </a:lnTo>
                  <a:lnTo>
                    <a:pt x="602" y="454"/>
                  </a:lnTo>
                  <a:lnTo>
                    <a:pt x="592" y="442"/>
                  </a:lnTo>
                  <a:lnTo>
                    <a:pt x="583" y="437"/>
                  </a:lnTo>
                  <a:lnTo>
                    <a:pt x="575" y="440"/>
                  </a:lnTo>
                  <a:lnTo>
                    <a:pt x="571" y="452"/>
                  </a:lnTo>
                  <a:lnTo>
                    <a:pt x="575" y="464"/>
                  </a:lnTo>
                  <a:lnTo>
                    <a:pt x="581" y="478"/>
                  </a:lnTo>
                  <a:lnTo>
                    <a:pt x="588" y="490"/>
                  </a:lnTo>
                  <a:lnTo>
                    <a:pt x="596" y="498"/>
                  </a:lnTo>
                  <a:lnTo>
                    <a:pt x="608" y="509"/>
                  </a:lnTo>
                  <a:lnTo>
                    <a:pt x="618" y="519"/>
                  </a:lnTo>
                  <a:lnTo>
                    <a:pt x="624" y="531"/>
                  </a:lnTo>
                  <a:lnTo>
                    <a:pt x="624" y="541"/>
                  </a:lnTo>
                  <a:lnTo>
                    <a:pt x="612" y="557"/>
                  </a:lnTo>
                  <a:lnTo>
                    <a:pt x="596" y="574"/>
                  </a:lnTo>
                  <a:lnTo>
                    <a:pt x="577" y="588"/>
                  </a:lnTo>
                  <a:lnTo>
                    <a:pt x="557" y="596"/>
                  </a:lnTo>
                  <a:lnTo>
                    <a:pt x="545" y="600"/>
                  </a:lnTo>
                  <a:lnTo>
                    <a:pt x="535" y="598"/>
                  </a:lnTo>
                  <a:lnTo>
                    <a:pt x="533" y="596"/>
                  </a:lnTo>
                  <a:lnTo>
                    <a:pt x="531" y="594"/>
                  </a:lnTo>
                  <a:lnTo>
                    <a:pt x="527" y="592"/>
                  </a:lnTo>
                  <a:lnTo>
                    <a:pt x="525" y="590"/>
                  </a:lnTo>
                  <a:lnTo>
                    <a:pt x="523" y="590"/>
                  </a:lnTo>
                  <a:lnTo>
                    <a:pt x="521" y="590"/>
                  </a:lnTo>
                  <a:lnTo>
                    <a:pt x="520" y="592"/>
                  </a:lnTo>
                  <a:lnTo>
                    <a:pt x="518" y="598"/>
                  </a:lnTo>
                  <a:lnTo>
                    <a:pt x="514" y="608"/>
                  </a:lnTo>
                  <a:lnTo>
                    <a:pt x="504" y="614"/>
                  </a:lnTo>
                  <a:lnTo>
                    <a:pt x="492" y="624"/>
                  </a:lnTo>
                  <a:lnTo>
                    <a:pt x="478" y="637"/>
                  </a:lnTo>
                  <a:lnTo>
                    <a:pt x="466" y="651"/>
                  </a:lnTo>
                  <a:lnTo>
                    <a:pt x="459" y="661"/>
                  </a:lnTo>
                  <a:lnTo>
                    <a:pt x="451" y="667"/>
                  </a:lnTo>
                  <a:lnTo>
                    <a:pt x="441" y="667"/>
                  </a:lnTo>
                  <a:lnTo>
                    <a:pt x="427" y="665"/>
                  </a:lnTo>
                  <a:lnTo>
                    <a:pt x="411" y="667"/>
                  </a:lnTo>
                  <a:lnTo>
                    <a:pt x="390" y="669"/>
                  </a:lnTo>
                  <a:lnTo>
                    <a:pt x="374" y="669"/>
                  </a:lnTo>
                  <a:lnTo>
                    <a:pt x="360" y="675"/>
                  </a:lnTo>
                  <a:lnTo>
                    <a:pt x="348" y="683"/>
                  </a:lnTo>
                  <a:lnTo>
                    <a:pt x="336" y="694"/>
                  </a:lnTo>
                  <a:lnTo>
                    <a:pt x="323" y="704"/>
                  </a:lnTo>
                  <a:lnTo>
                    <a:pt x="299" y="714"/>
                  </a:lnTo>
                  <a:lnTo>
                    <a:pt x="271" y="726"/>
                  </a:lnTo>
                  <a:lnTo>
                    <a:pt x="246" y="734"/>
                  </a:lnTo>
                  <a:lnTo>
                    <a:pt x="226" y="740"/>
                  </a:lnTo>
                  <a:lnTo>
                    <a:pt x="212" y="740"/>
                  </a:lnTo>
                  <a:lnTo>
                    <a:pt x="199" y="740"/>
                  </a:lnTo>
                  <a:lnTo>
                    <a:pt x="185" y="742"/>
                  </a:lnTo>
                  <a:lnTo>
                    <a:pt x="173" y="748"/>
                  </a:lnTo>
                  <a:lnTo>
                    <a:pt x="163" y="759"/>
                  </a:lnTo>
                  <a:lnTo>
                    <a:pt x="153" y="773"/>
                  </a:lnTo>
                  <a:lnTo>
                    <a:pt x="142" y="781"/>
                  </a:lnTo>
                  <a:lnTo>
                    <a:pt x="128" y="787"/>
                  </a:lnTo>
                  <a:lnTo>
                    <a:pt x="116" y="793"/>
                  </a:lnTo>
                  <a:lnTo>
                    <a:pt x="108" y="803"/>
                  </a:lnTo>
                  <a:lnTo>
                    <a:pt x="100" y="816"/>
                  </a:lnTo>
                  <a:lnTo>
                    <a:pt x="92" y="826"/>
                  </a:lnTo>
                  <a:lnTo>
                    <a:pt x="86" y="834"/>
                  </a:lnTo>
                  <a:lnTo>
                    <a:pt x="90" y="844"/>
                  </a:lnTo>
                  <a:lnTo>
                    <a:pt x="104" y="856"/>
                  </a:lnTo>
                  <a:lnTo>
                    <a:pt x="118" y="872"/>
                  </a:lnTo>
                  <a:lnTo>
                    <a:pt x="130" y="891"/>
                  </a:lnTo>
                  <a:lnTo>
                    <a:pt x="138" y="905"/>
                  </a:lnTo>
                  <a:lnTo>
                    <a:pt x="144" y="919"/>
                  </a:lnTo>
                  <a:lnTo>
                    <a:pt x="146" y="931"/>
                  </a:lnTo>
                  <a:lnTo>
                    <a:pt x="140" y="940"/>
                  </a:lnTo>
                  <a:lnTo>
                    <a:pt x="128" y="946"/>
                  </a:lnTo>
                  <a:lnTo>
                    <a:pt x="114" y="954"/>
                  </a:lnTo>
                  <a:lnTo>
                    <a:pt x="96" y="960"/>
                  </a:lnTo>
                  <a:lnTo>
                    <a:pt x="79" y="960"/>
                  </a:lnTo>
                  <a:lnTo>
                    <a:pt x="67" y="956"/>
                  </a:lnTo>
                  <a:lnTo>
                    <a:pt x="51" y="938"/>
                  </a:lnTo>
                  <a:lnTo>
                    <a:pt x="37" y="919"/>
                  </a:lnTo>
                  <a:lnTo>
                    <a:pt x="25" y="901"/>
                  </a:lnTo>
                  <a:lnTo>
                    <a:pt x="18" y="887"/>
                  </a:lnTo>
                  <a:lnTo>
                    <a:pt x="10" y="872"/>
                  </a:lnTo>
                  <a:lnTo>
                    <a:pt x="4" y="854"/>
                  </a:lnTo>
                  <a:lnTo>
                    <a:pt x="2" y="840"/>
                  </a:lnTo>
                  <a:lnTo>
                    <a:pt x="2" y="826"/>
                  </a:lnTo>
                  <a:lnTo>
                    <a:pt x="2" y="812"/>
                  </a:lnTo>
                  <a:lnTo>
                    <a:pt x="4" y="797"/>
                  </a:lnTo>
                  <a:lnTo>
                    <a:pt x="12" y="783"/>
                  </a:lnTo>
                  <a:lnTo>
                    <a:pt x="25" y="765"/>
                  </a:lnTo>
                  <a:lnTo>
                    <a:pt x="31" y="753"/>
                  </a:lnTo>
                  <a:lnTo>
                    <a:pt x="33" y="749"/>
                  </a:lnTo>
                  <a:lnTo>
                    <a:pt x="4" y="746"/>
                  </a:lnTo>
                  <a:lnTo>
                    <a:pt x="0" y="734"/>
                  </a:lnTo>
                  <a:lnTo>
                    <a:pt x="33" y="687"/>
                  </a:lnTo>
                  <a:lnTo>
                    <a:pt x="71" y="675"/>
                  </a:lnTo>
                  <a:lnTo>
                    <a:pt x="77" y="637"/>
                  </a:lnTo>
                  <a:lnTo>
                    <a:pt x="128" y="627"/>
                  </a:lnTo>
                  <a:lnTo>
                    <a:pt x="147" y="612"/>
                  </a:lnTo>
                  <a:lnTo>
                    <a:pt x="147" y="553"/>
                  </a:lnTo>
                  <a:lnTo>
                    <a:pt x="175" y="539"/>
                  </a:lnTo>
                  <a:lnTo>
                    <a:pt x="244" y="478"/>
                  </a:lnTo>
                  <a:lnTo>
                    <a:pt x="238" y="403"/>
                  </a:lnTo>
                  <a:lnTo>
                    <a:pt x="264" y="332"/>
                  </a:lnTo>
                  <a:lnTo>
                    <a:pt x="301" y="307"/>
                  </a:lnTo>
                  <a:lnTo>
                    <a:pt x="297" y="250"/>
                  </a:lnTo>
                  <a:lnTo>
                    <a:pt x="325" y="220"/>
                  </a:lnTo>
                  <a:lnTo>
                    <a:pt x="303" y="157"/>
                  </a:lnTo>
                  <a:lnTo>
                    <a:pt x="329" y="143"/>
                  </a:lnTo>
                  <a:lnTo>
                    <a:pt x="329" y="86"/>
                  </a:lnTo>
                  <a:lnTo>
                    <a:pt x="384" y="78"/>
                  </a:lnTo>
                  <a:lnTo>
                    <a:pt x="484" y="9"/>
                  </a:lnTo>
                  <a:lnTo>
                    <a:pt x="535" y="39"/>
                  </a:lnTo>
                  <a:lnTo>
                    <a:pt x="592" y="9"/>
                  </a:lnTo>
                  <a:lnTo>
                    <a:pt x="624" y="29"/>
                  </a:lnTo>
                  <a:lnTo>
                    <a:pt x="693" y="0"/>
                  </a:lnTo>
                  <a:lnTo>
                    <a:pt x="720" y="27"/>
                  </a:lnTo>
                  <a:lnTo>
                    <a:pt x="681" y="94"/>
                  </a:lnTo>
                  <a:lnTo>
                    <a:pt x="651" y="130"/>
                  </a:lnTo>
                  <a:lnTo>
                    <a:pt x="679" y="151"/>
                  </a:lnTo>
                  <a:lnTo>
                    <a:pt x="740" y="128"/>
                  </a:lnTo>
                  <a:lnTo>
                    <a:pt x="823" y="92"/>
                  </a:lnTo>
                  <a:lnTo>
                    <a:pt x="878" y="120"/>
                  </a:lnTo>
                  <a:lnTo>
                    <a:pt x="895" y="59"/>
                  </a:lnTo>
                  <a:lnTo>
                    <a:pt x="984" y="61"/>
                  </a:lnTo>
                  <a:lnTo>
                    <a:pt x="1053" y="96"/>
                  </a:lnTo>
                  <a:lnTo>
                    <a:pt x="1086" y="161"/>
                  </a:lnTo>
                  <a:lnTo>
                    <a:pt x="1110" y="216"/>
                  </a:lnTo>
                  <a:lnTo>
                    <a:pt x="1128" y="246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25" name="Freeform 78"/>
            <p:cNvSpPr/>
            <p:nvPr/>
          </p:nvSpPr>
          <p:spPr bwMode="gray">
            <a:xfrm>
              <a:off x="3188" y="3319"/>
              <a:ext cx="564" cy="480"/>
            </a:xfrm>
            <a:custGeom>
              <a:avLst/>
              <a:gdLst>
                <a:gd name="T0" fmla="*/ 279 w 1128"/>
                <a:gd name="T1" fmla="*/ 62 h 960"/>
                <a:gd name="T2" fmla="*/ 272 w 1128"/>
                <a:gd name="T3" fmla="*/ 67 h 960"/>
                <a:gd name="T4" fmla="*/ 266 w 1128"/>
                <a:gd name="T5" fmla="*/ 77 h 960"/>
                <a:gd name="T6" fmla="*/ 261 w 1128"/>
                <a:gd name="T7" fmla="*/ 87 h 960"/>
                <a:gd name="T8" fmla="*/ 254 w 1128"/>
                <a:gd name="T9" fmla="*/ 97 h 960"/>
                <a:gd name="T10" fmla="*/ 241 w 1128"/>
                <a:gd name="T11" fmla="*/ 103 h 960"/>
                <a:gd name="T12" fmla="*/ 230 w 1128"/>
                <a:gd name="T13" fmla="*/ 104 h 960"/>
                <a:gd name="T14" fmla="*/ 216 w 1128"/>
                <a:gd name="T15" fmla="*/ 103 h 960"/>
                <a:gd name="T16" fmla="*/ 203 w 1128"/>
                <a:gd name="T17" fmla="*/ 110 h 960"/>
                <a:gd name="T18" fmla="*/ 199 w 1128"/>
                <a:gd name="T19" fmla="*/ 115 h 960"/>
                <a:gd name="T20" fmla="*/ 198 w 1128"/>
                <a:gd name="T21" fmla="*/ 118 h 960"/>
                <a:gd name="T22" fmla="*/ 196 w 1128"/>
                <a:gd name="T23" fmla="*/ 119 h 960"/>
                <a:gd name="T24" fmla="*/ 190 w 1128"/>
                <a:gd name="T25" fmla="*/ 114 h 960"/>
                <a:gd name="T26" fmla="*/ 183 w 1128"/>
                <a:gd name="T27" fmla="*/ 118 h 960"/>
                <a:gd name="T28" fmla="*/ 177 w 1128"/>
                <a:gd name="T29" fmla="*/ 127 h 960"/>
                <a:gd name="T30" fmla="*/ 164 w 1128"/>
                <a:gd name="T31" fmla="*/ 127 h 960"/>
                <a:gd name="T32" fmla="*/ 155 w 1128"/>
                <a:gd name="T33" fmla="*/ 120 h 960"/>
                <a:gd name="T34" fmla="*/ 148 w 1128"/>
                <a:gd name="T35" fmla="*/ 111 h 960"/>
                <a:gd name="T36" fmla="*/ 143 w 1128"/>
                <a:gd name="T37" fmla="*/ 113 h 960"/>
                <a:gd name="T38" fmla="*/ 147 w 1128"/>
                <a:gd name="T39" fmla="*/ 122 h 960"/>
                <a:gd name="T40" fmla="*/ 154 w 1128"/>
                <a:gd name="T41" fmla="*/ 130 h 960"/>
                <a:gd name="T42" fmla="*/ 153 w 1128"/>
                <a:gd name="T43" fmla="*/ 140 h 960"/>
                <a:gd name="T44" fmla="*/ 140 w 1128"/>
                <a:gd name="T45" fmla="*/ 149 h 960"/>
                <a:gd name="T46" fmla="*/ 134 w 1128"/>
                <a:gd name="T47" fmla="*/ 149 h 960"/>
                <a:gd name="T48" fmla="*/ 132 w 1128"/>
                <a:gd name="T49" fmla="*/ 148 h 960"/>
                <a:gd name="T50" fmla="*/ 130 w 1128"/>
                <a:gd name="T51" fmla="*/ 148 h 960"/>
                <a:gd name="T52" fmla="*/ 126 w 1128"/>
                <a:gd name="T53" fmla="*/ 154 h 960"/>
                <a:gd name="T54" fmla="*/ 116 w 1128"/>
                <a:gd name="T55" fmla="*/ 163 h 960"/>
                <a:gd name="T56" fmla="*/ 110 w 1128"/>
                <a:gd name="T57" fmla="*/ 167 h 960"/>
                <a:gd name="T58" fmla="*/ 97 w 1128"/>
                <a:gd name="T59" fmla="*/ 168 h 960"/>
                <a:gd name="T60" fmla="*/ 87 w 1128"/>
                <a:gd name="T61" fmla="*/ 171 h 960"/>
                <a:gd name="T62" fmla="*/ 75 w 1128"/>
                <a:gd name="T63" fmla="*/ 179 h 960"/>
                <a:gd name="T64" fmla="*/ 56 w 1128"/>
                <a:gd name="T65" fmla="*/ 185 h 960"/>
                <a:gd name="T66" fmla="*/ 46 w 1128"/>
                <a:gd name="T67" fmla="*/ 186 h 960"/>
                <a:gd name="T68" fmla="*/ 38 w 1128"/>
                <a:gd name="T69" fmla="*/ 194 h 960"/>
                <a:gd name="T70" fmla="*/ 29 w 1128"/>
                <a:gd name="T71" fmla="*/ 199 h 960"/>
                <a:gd name="T72" fmla="*/ 23 w 1128"/>
                <a:gd name="T73" fmla="*/ 207 h 960"/>
                <a:gd name="T74" fmla="*/ 26 w 1128"/>
                <a:gd name="T75" fmla="*/ 214 h 960"/>
                <a:gd name="T76" fmla="*/ 35 w 1128"/>
                <a:gd name="T77" fmla="*/ 227 h 960"/>
                <a:gd name="T78" fmla="*/ 35 w 1128"/>
                <a:gd name="T79" fmla="*/ 235 h 960"/>
                <a:gd name="T80" fmla="*/ 24 w 1128"/>
                <a:gd name="T81" fmla="*/ 240 h 960"/>
                <a:gd name="T82" fmla="*/ 13 w 1128"/>
                <a:gd name="T83" fmla="*/ 235 h 960"/>
                <a:gd name="T84" fmla="*/ 4 w 1128"/>
                <a:gd name="T85" fmla="*/ 222 h 960"/>
                <a:gd name="T86" fmla="*/ 1 w 1128"/>
                <a:gd name="T87" fmla="*/ 210 h 960"/>
                <a:gd name="T88" fmla="*/ 1 w 1128"/>
                <a:gd name="T89" fmla="*/ 200 h 960"/>
                <a:gd name="T90" fmla="*/ 8 w 1128"/>
                <a:gd name="T91" fmla="*/ 189 h 960"/>
                <a:gd name="T92" fmla="*/ 0 w 1128"/>
                <a:gd name="T93" fmla="*/ 184 h 960"/>
                <a:gd name="T94" fmla="*/ 19 w 1128"/>
                <a:gd name="T95" fmla="*/ 160 h 960"/>
                <a:gd name="T96" fmla="*/ 37 w 1128"/>
                <a:gd name="T97" fmla="*/ 139 h 960"/>
                <a:gd name="T98" fmla="*/ 59 w 1128"/>
                <a:gd name="T99" fmla="*/ 101 h 960"/>
                <a:gd name="T100" fmla="*/ 74 w 1128"/>
                <a:gd name="T101" fmla="*/ 62 h 960"/>
                <a:gd name="T102" fmla="*/ 82 w 1128"/>
                <a:gd name="T103" fmla="*/ 36 h 960"/>
                <a:gd name="T104" fmla="*/ 121 w 1128"/>
                <a:gd name="T105" fmla="*/ 3 h 960"/>
                <a:gd name="T106" fmla="*/ 156 w 1128"/>
                <a:gd name="T107" fmla="*/ 8 h 960"/>
                <a:gd name="T108" fmla="*/ 170 w 1128"/>
                <a:gd name="T109" fmla="*/ 24 h 960"/>
                <a:gd name="T110" fmla="*/ 185 w 1128"/>
                <a:gd name="T111" fmla="*/ 32 h 960"/>
                <a:gd name="T112" fmla="*/ 224 w 1128"/>
                <a:gd name="T113" fmla="*/ 15 h 960"/>
                <a:gd name="T114" fmla="*/ 272 w 1128"/>
                <a:gd name="T115" fmla="*/ 41 h 96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128"/>
                <a:gd name="T175" fmla="*/ 0 h 960"/>
                <a:gd name="T176" fmla="*/ 1128 w 1128"/>
                <a:gd name="T177" fmla="*/ 960 h 96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128" h="960">
                  <a:moveTo>
                    <a:pt x="1128" y="246"/>
                  </a:moveTo>
                  <a:lnTo>
                    <a:pt x="1124" y="248"/>
                  </a:lnTo>
                  <a:lnTo>
                    <a:pt x="1116" y="250"/>
                  </a:lnTo>
                  <a:lnTo>
                    <a:pt x="1104" y="254"/>
                  </a:lnTo>
                  <a:lnTo>
                    <a:pt x="1094" y="259"/>
                  </a:lnTo>
                  <a:lnTo>
                    <a:pt x="1088" y="265"/>
                  </a:lnTo>
                  <a:lnTo>
                    <a:pt x="1083" y="275"/>
                  </a:lnTo>
                  <a:lnTo>
                    <a:pt x="1075" y="289"/>
                  </a:lnTo>
                  <a:lnTo>
                    <a:pt x="1063" y="305"/>
                  </a:lnTo>
                  <a:lnTo>
                    <a:pt x="1055" y="318"/>
                  </a:lnTo>
                  <a:lnTo>
                    <a:pt x="1047" y="332"/>
                  </a:lnTo>
                  <a:lnTo>
                    <a:pt x="1043" y="348"/>
                  </a:lnTo>
                  <a:lnTo>
                    <a:pt x="1037" y="362"/>
                  </a:lnTo>
                  <a:lnTo>
                    <a:pt x="1029" y="376"/>
                  </a:lnTo>
                  <a:lnTo>
                    <a:pt x="1016" y="387"/>
                  </a:lnTo>
                  <a:lnTo>
                    <a:pt x="1002" y="395"/>
                  </a:lnTo>
                  <a:lnTo>
                    <a:pt x="984" y="403"/>
                  </a:lnTo>
                  <a:lnTo>
                    <a:pt x="966" y="411"/>
                  </a:lnTo>
                  <a:lnTo>
                    <a:pt x="949" y="417"/>
                  </a:lnTo>
                  <a:lnTo>
                    <a:pt x="937" y="419"/>
                  </a:lnTo>
                  <a:lnTo>
                    <a:pt x="921" y="415"/>
                  </a:lnTo>
                  <a:lnTo>
                    <a:pt x="903" y="411"/>
                  </a:lnTo>
                  <a:lnTo>
                    <a:pt x="884" y="409"/>
                  </a:lnTo>
                  <a:lnTo>
                    <a:pt x="864" y="411"/>
                  </a:lnTo>
                  <a:lnTo>
                    <a:pt x="846" y="419"/>
                  </a:lnTo>
                  <a:lnTo>
                    <a:pt x="829" y="431"/>
                  </a:lnTo>
                  <a:lnTo>
                    <a:pt x="813" y="440"/>
                  </a:lnTo>
                  <a:lnTo>
                    <a:pt x="801" y="450"/>
                  </a:lnTo>
                  <a:lnTo>
                    <a:pt x="799" y="454"/>
                  </a:lnTo>
                  <a:lnTo>
                    <a:pt x="797" y="458"/>
                  </a:lnTo>
                  <a:lnTo>
                    <a:pt x="795" y="464"/>
                  </a:lnTo>
                  <a:lnTo>
                    <a:pt x="793" y="468"/>
                  </a:lnTo>
                  <a:lnTo>
                    <a:pt x="791" y="472"/>
                  </a:lnTo>
                  <a:lnTo>
                    <a:pt x="789" y="474"/>
                  </a:lnTo>
                  <a:lnTo>
                    <a:pt x="787" y="474"/>
                  </a:lnTo>
                  <a:lnTo>
                    <a:pt x="783" y="474"/>
                  </a:lnTo>
                  <a:lnTo>
                    <a:pt x="777" y="470"/>
                  </a:lnTo>
                  <a:lnTo>
                    <a:pt x="770" y="462"/>
                  </a:lnTo>
                  <a:lnTo>
                    <a:pt x="760" y="456"/>
                  </a:lnTo>
                  <a:lnTo>
                    <a:pt x="752" y="456"/>
                  </a:lnTo>
                  <a:lnTo>
                    <a:pt x="742" y="462"/>
                  </a:lnTo>
                  <a:lnTo>
                    <a:pt x="734" y="472"/>
                  </a:lnTo>
                  <a:lnTo>
                    <a:pt x="726" y="484"/>
                  </a:lnTo>
                  <a:lnTo>
                    <a:pt x="718" y="496"/>
                  </a:lnTo>
                  <a:lnTo>
                    <a:pt x="708" y="507"/>
                  </a:lnTo>
                  <a:lnTo>
                    <a:pt x="695" y="513"/>
                  </a:lnTo>
                  <a:lnTo>
                    <a:pt x="679" y="513"/>
                  </a:lnTo>
                  <a:lnTo>
                    <a:pt x="657" y="509"/>
                  </a:lnTo>
                  <a:lnTo>
                    <a:pt x="644" y="503"/>
                  </a:lnTo>
                  <a:lnTo>
                    <a:pt x="634" y="494"/>
                  </a:lnTo>
                  <a:lnTo>
                    <a:pt x="622" y="482"/>
                  </a:lnTo>
                  <a:lnTo>
                    <a:pt x="612" y="468"/>
                  </a:lnTo>
                  <a:lnTo>
                    <a:pt x="602" y="454"/>
                  </a:lnTo>
                  <a:lnTo>
                    <a:pt x="592" y="442"/>
                  </a:lnTo>
                  <a:lnTo>
                    <a:pt x="583" y="437"/>
                  </a:lnTo>
                  <a:lnTo>
                    <a:pt x="575" y="440"/>
                  </a:lnTo>
                  <a:lnTo>
                    <a:pt x="571" y="452"/>
                  </a:lnTo>
                  <a:lnTo>
                    <a:pt x="575" y="464"/>
                  </a:lnTo>
                  <a:lnTo>
                    <a:pt x="581" y="478"/>
                  </a:lnTo>
                  <a:lnTo>
                    <a:pt x="588" y="490"/>
                  </a:lnTo>
                  <a:lnTo>
                    <a:pt x="596" y="498"/>
                  </a:lnTo>
                  <a:lnTo>
                    <a:pt x="608" y="509"/>
                  </a:lnTo>
                  <a:lnTo>
                    <a:pt x="618" y="519"/>
                  </a:lnTo>
                  <a:lnTo>
                    <a:pt x="624" y="531"/>
                  </a:lnTo>
                  <a:lnTo>
                    <a:pt x="624" y="541"/>
                  </a:lnTo>
                  <a:lnTo>
                    <a:pt x="612" y="557"/>
                  </a:lnTo>
                  <a:lnTo>
                    <a:pt x="596" y="574"/>
                  </a:lnTo>
                  <a:lnTo>
                    <a:pt x="577" y="588"/>
                  </a:lnTo>
                  <a:lnTo>
                    <a:pt x="557" y="596"/>
                  </a:lnTo>
                  <a:lnTo>
                    <a:pt x="545" y="600"/>
                  </a:lnTo>
                  <a:lnTo>
                    <a:pt x="535" y="598"/>
                  </a:lnTo>
                  <a:lnTo>
                    <a:pt x="533" y="596"/>
                  </a:lnTo>
                  <a:lnTo>
                    <a:pt x="531" y="594"/>
                  </a:lnTo>
                  <a:lnTo>
                    <a:pt x="527" y="592"/>
                  </a:lnTo>
                  <a:lnTo>
                    <a:pt x="525" y="590"/>
                  </a:lnTo>
                  <a:lnTo>
                    <a:pt x="523" y="590"/>
                  </a:lnTo>
                  <a:lnTo>
                    <a:pt x="521" y="590"/>
                  </a:lnTo>
                  <a:lnTo>
                    <a:pt x="520" y="592"/>
                  </a:lnTo>
                  <a:lnTo>
                    <a:pt x="518" y="598"/>
                  </a:lnTo>
                  <a:lnTo>
                    <a:pt x="514" y="608"/>
                  </a:lnTo>
                  <a:lnTo>
                    <a:pt x="504" y="614"/>
                  </a:lnTo>
                  <a:lnTo>
                    <a:pt x="492" y="624"/>
                  </a:lnTo>
                  <a:lnTo>
                    <a:pt x="478" y="637"/>
                  </a:lnTo>
                  <a:lnTo>
                    <a:pt x="466" y="651"/>
                  </a:lnTo>
                  <a:lnTo>
                    <a:pt x="459" y="661"/>
                  </a:lnTo>
                  <a:lnTo>
                    <a:pt x="451" y="667"/>
                  </a:lnTo>
                  <a:lnTo>
                    <a:pt x="441" y="667"/>
                  </a:lnTo>
                  <a:lnTo>
                    <a:pt x="427" y="665"/>
                  </a:lnTo>
                  <a:lnTo>
                    <a:pt x="411" y="667"/>
                  </a:lnTo>
                  <a:lnTo>
                    <a:pt x="390" y="669"/>
                  </a:lnTo>
                  <a:lnTo>
                    <a:pt x="374" y="669"/>
                  </a:lnTo>
                  <a:lnTo>
                    <a:pt x="360" y="675"/>
                  </a:lnTo>
                  <a:lnTo>
                    <a:pt x="348" y="683"/>
                  </a:lnTo>
                  <a:lnTo>
                    <a:pt x="336" y="694"/>
                  </a:lnTo>
                  <a:lnTo>
                    <a:pt x="323" y="704"/>
                  </a:lnTo>
                  <a:lnTo>
                    <a:pt x="299" y="714"/>
                  </a:lnTo>
                  <a:lnTo>
                    <a:pt x="271" y="726"/>
                  </a:lnTo>
                  <a:lnTo>
                    <a:pt x="246" y="734"/>
                  </a:lnTo>
                  <a:lnTo>
                    <a:pt x="226" y="740"/>
                  </a:lnTo>
                  <a:lnTo>
                    <a:pt x="212" y="740"/>
                  </a:lnTo>
                  <a:lnTo>
                    <a:pt x="199" y="740"/>
                  </a:lnTo>
                  <a:lnTo>
                    <a:pt x="185" y="742"/>
                  </a:lnTo>
                  <a:lnTo>
                    <a:pt x="173" y="748"/>
                  </a:lnTo>
                  <a:lnTo>
                    <a:pt x="163" y="759"/>
                  </a:lnTo>
                  <a:lnTo>
                    <a:pt x="153" y="773"/>
                  </a:lnTo>
                  <a:lnTo>
                    <a:pt x="142" y="781"/>
                  </a:lnTo>
                  <a:lnTo>
                    <a:pt x="128" y="787"/>
                  </a:lnTo>
                  <a:lnTo>
                    <a:pt x="116" y="793"/>
                  </a:lnTo>
                  <a:lnTo>
                    <a:pt x="108" y="803"/>
                  </a:lnTo>
                  <a:lnTo>
                    <a:pt x="100" y="816"/>
                  </a:lnTo>
                  <a:lnTo>
                    <a:pt x="92" y="826"/>
                  </a:lnTo>
                  <a:lnTo>
                    <a:pt x="86" y="834"/>
                  </a:lnTo>
                  <a:lnTo>
                    <a:pt x="90" y="844"/>
                  </a:lnTo>
                  <a:lnTo>
                    <a:pt x="104" y="856"/>
                  </a:lnTo>
                  <a:lnTo>
                    <a:pt x="118" y="872"/>
                  </a:lnTo>
                  <a:lnTo>
                    <a:pt x="130" y="891"/>
                  </a:lnTo>
                  <a:lnTo>
                    <a:pt x="138" y="905"/>
                  </a:lnTo>
                  <a:lnTo>
                    <a:pt x="144" y="919"/>
                  </a:lnTo>
                  <a:lnTo>
                    <a:pt x="146" y="931"/>
                  </a:lnTo>
                  <a:lnTo>
                    <a:pt x="140" y="940"/>
                  </a:lnTo>
                  <a:lnTo>
                    <a:pt x="128" y="946"/>
                  </a:lnTo>
                  <a:lnTo>
                    <a:pt x="114" y="954"/>
                  </a:lnTo>
                  <a:lnTo>
                    <a:pt x="96" y="960"/>
                  </a:lnTo>
                  <a:lnTo>
                    <a:pt x="79" y="960"/>
                  </a:lnTo>
                  <a:lnTo>
                    <a:pt x="67" y="956"/>
                  </a:lnTo>
                  <a:lnTo>
                    <a:pt x="51" y="938"/>
                  </a:lnTo>
                  <a:lnTo>
                    <a:pt x="37" y="919"/>
                  </a:lnTo>
                  <a:lnTo>
                    <a:pt x="25" y="901"/>
                  </a:lnTo>
                  <a:lnTo>
                    <a:pt x="18" y="887"/>
                  </a:lnTo>
                  <a:lnTo>
                    <a:pt x="10" y="872"/>
                  </a:lnTo>
                  <a:lnTo>
                    <a:pt x="4" y="854"/>
                  </a:lnTo>
                  <a:lnTo>
                    <a:pt x="2" y="840"/>
                  </a:lnTo>
                  <a:lnTo>
                    <a:pt x="2" y="826"/>
                  </a:lnTo>
                  <a:lnTo>
                    <a:pt x="2" y="812"/>
                  </a:lnTo>
                  <a:lnTo>
                    <a:pt x="4" y="797"/>
                  </a:lnTo>
                  <a:lnTo>
                    <a:pt x="12" y="783"/>
                  </a:lnTo>
                  <a:lnTo>
                    <a:pt x="25" y="765"/>
                  </a:lnTo>
                  <a:lnTo>
                    <a:pt x="31" y="753"/>
                  </a:lnTo>
                  <a:lnTo>
                    <a:pt x="33" y="749"/>
                  </a:lnTo>
                  <a:lnTo>
                    <a:pt x="4" y="746"/>
                  </a:lnTo>
                  <a:lnTo>
                    <a:pt x="0" y="734"/>
                  </a:lnTo>
                  <a:lnTo>
                    <a:pt x="33" y="687"/>
                  </a:lnTo>
                  <a:lnTo>
                    <a:pt x="71" y="675"/>
                  </a:lnTo>
                  <a:lnTo>
                    <a:pt x="77" y="637"/>
                  </a:lnTo>
                  <a:lnTo>
                    <a:pt x="128" y="627"/>
                  </a:lnTo>
                  <a:lnTo>
                    <a:pt x="147" y="612"/>
                  </a:lnTo>
                  <a:lnTo>
                    <a:pt x="147" y="553"/>
                  </a:lnTo>
                  <a:lnTo>
                    <a:pt x="175" y="539"/>
                  </a:lnTo>
                  <a:lnTo>
                    <a:pt x="244" y="478"/>
                  </a:lnTo>
                  <a:lnTo>
                    <a:pt x="238" y="403"/>
                  </a:lnTo>
                  <a:lnTo>
                    <a:pt x="264" y="332"/>
                  </a:lnTo>
                  <a:lnTo>
                    <a:pt x="301" y="307"/>
                  </a:lnTo>
                  <a:lnTo>
                    <a:pt x="297" y="250"/>
                  </a:lnTo>
                  <a:lnTo>
                    <a:pt x="325" y="220"/>
                  </a:lnTo>
                  <a:lnTo>
                    <a:pt x="303" y="157"/>
                  </a:lnTo>
                  <a:lnTo>
                    <a:pt x="329" y="143"/>
                  </a:lnTo>
                  <a:lnTo>
                    <a:pt x="329" y="86"/>
                  </a:lnTo>
                  <a:lnTo>
                    <a:pt x="384" y="78"/>
                  </a:lnTo>
                  <a:lnTo>
                    <a:pt x="484" y="9"/>
                  </a:lnTo>
                  <a:lnTo>
                    <a:pt x="535" y="39"/>
                  </a:lnTo>
                  <a:lnTo>
                    <a:pt x="592" y="9"/>
                  </a:lnTo>
                  <a:lnTo>
                    <a:pt x="624" y="29"/>
                  </a:lnTo>
                  <a:lnTo>
                    <a:pt x="693" y="0"/>
                  </a:lnTo>
                  <a:lnTo>
                    <a:pt x="720" y="27"/>
                  </a:lnTo>
                  <a:lnTo>
                    <a:pt x="681" y="94"/>
                  </a:lnTo>
                  <a:lnTo>
                    <a:pt x="651" y="130"/>
                  </a:lnTo>
                  <a:lnTo>
                    <a:pt x="679" y="151"/>
                  </a:lnTo>
                  <a:lnTo>
                    <a:pt x="740" y="128"/>
                  </a:lnTo>
                  <a:lnTo>
                    <a:pt x="823" y="92"/>
                  </a:lnTo>
                  <a:lnTo>
                    <a:pt x="878" y="120"/>
                  </a:lnTo>
                  <a:lnTo>
                    <a:pt x="895" y="59"/>
                  </a:lnTo>
                  <a:lnTo>
                    <a:pt x="984" y="61"/>
                  </a:lnTo>
                  <a:lnTo>
                    <a:pt x="1053" y="96"/>
                  </a:lnTo>
                  <a:lnTo>
                    <a:pt x="1086" y="161"/>
                  </a:lnTo>
                  <a:lnTo>
                    <a:pt x="1110" y="216"/>
                  </a:lnTo>
                  <a:lnTo>
                    <a:pt x="1128" y="246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26" name="Freeform 79"/>
            <p:cNvSpPr/>
            <p:nvPr/>
          </p:nvSpPr>
          <p:spPr bwMode="gray">
            <a:xfrm>
              <a:off x="3636" y="3029"/>
              <a:ext cx="313" cy="413"/>
            </a:xfrm>
            <a:custGeom>
              <a:avLst/>
              <a:gdLst>
                <a:gd name="T0" fmla="*/ 156 w 626"/>
                <a:gd name="T1" fmla="*/ 31 h 825"/>
                <a:gd name="T2" fmla="*/ 154 w 626"/>
                <a:gd name="T3" fmla="*/ 37 h 825"/>
                <a:gd name="T4" fmla="*/ 152 w 626"/>
                <a:gd name="T5" fmla="*/ 44 h 825"/>
                <a:gd name="T6" fmla="*/ 146 w 626"/>
                <a:gd name="T7" fmla="*/ 52 h 825"/>
                <a:gd name="T8" fmla="*/ 138 w 626"/>
                <a:gd name="T9" fmla="*/ 57 h 825"/>
                <a:gd name="T10" fmla="*/ 131 w 626"/>
                <a:gd name="T11" fmla="*/ 61 h 825"/>
                <a:gd name="T12" fmla="*/ 130 w 626"/>
                <a:gd name="T13" fmla="*/ 62 h 825"/>
                <a:gd name="T14" fmla="*/ 132 w 626"/>
                <a:gd name="T15" fmla="*/ 68 h 825"/>
                <a:gd name="T16" fmla="*/ 135 w 626"/>
                <a:gd name="T17" fmla="*/ 75 h 825"/>
                <a:gd name="T18" fmla="*/ 136 w 626"/>
                <a:gd name="T19" fmla="*/ 81 h 825"/>
                <a:gd name="T20" fmla="*/ 136 w 626"/>
                <a:gd name="T21" fmla="*/ 89 h 825"/>
                <a:gd name="T22" fmla="*/ 137 w 626"/>
                <a:gd name="T23" fmla="*/ 95 h 825"/>
                <a:gd name="T24" fmla="*/ 138 w 626"/>
                <a:gd name="T25" fmla="*/ 104 h 825"/>
                <a:gd name="T26" fmla="*/ 131 w 626"/>
                <a:gd name="T27" fmla="*/ 112 h 825"/>
                <a:gd name="T28" fmla="*/ 122 w 626"/>
                <a:gd name="T29" fmla="*/ 120 h 825"/>
                <a:gd name="T30" fmla="*/ 117 w 626"/>
                <a:gd name="T31" fmla="*/ 131 h 825"/>
                <a:gd name="T32" fmla="*/ 115 w 626"/>
                <a:gd name="T33" fmla="*/ 142 h 825"/>
                <a:gd name="T34" fmla="*/ 110 w 626"/>
                <a:gd name="T35" fmla="*/ 151 h 825"/>
                <a:gd name="T36" fmla="*/ 103 w 626"/>
                <a:gd name="T37" fmla="*/ 156 h 825"/>
                <a:gd name="T38" fmla="*/ 94 w 626"/>
                <a:gd name="T39" fmla="*/ 158 h 825"/>
                <a:gd name="T40" fmla="*/ 86 w 626"/>
                <a:gd name="T41" fmla="*/ 161 h 825"/>
                <a:gd name="T42" fmla="*/ 85 w 626"/>
                <a:gd name="T43" fmla="*/ 165 h 825"/>
                <a:gd name="T44" fmla="*/ 89 w 626"/>
                <a:gd name="T45" fmla="*/ 171 h 825"/>
                <a:gd name="T46" fmla="*/ 90 w 626"/>
                <a:gd name="T47" fmla="*/ 176 h 825"/>
                <a:gd name="T48" fmla="*/ 86 w 626"/>
                <a:gd name="T49" fmla="*/ 182 h 825"/>
                <a:gd name="T50" fmla="*/ 80 w 626"/>
                <a:gd name="T51" fmla="*/ 189 h 825"/>
                <a:gd name="T52" fmla="*/ 76 w 626"/>
                <a:gd name="T53" fmla="*/ 193 h 825"/>
                <a:gd name="T54" fmla="*/ 69 w 626"/>
                <a:gd name="T55" fmla="*/ 199 h 825"/>
                <a:gd name="T56" fmla="*/ 61 w 626"/>
                <a:gd name="T57" fmla="*/ 204 h 825"/>
                <a:gd name="T58" fmla="*/ 58 w 626"/>
                <a:gd name="T59" fmla="*/ 207 h 825"/>
                <a:gd name="T60" fmla="*/ 48 w 626"/>
                <a:gd name="T61" fmla="*/ 185 h 825"/>
                <a:gd name="T62" fmla="*/ 22 w 626"/>
                <a:gd name="T63" fmla="*/ 161 h 825"/>
                <a:gd name="T64" fmla="*/ 0 w 626"/>
                <a:gd name="T65" fmla="*/ 146 h 825"/>
                <a:gd name="T66" fmla="*/ 15 w 626"/>
                <a:gd name="T67" fmla="*/ 107 h 825"/>
                <a:gd name="T68" fmla="*/ 20 w 626"/>
                <a:gd name="T69" fmla="*/ 88 h 825"/>
                <a:gd name="T70" fmla="*/ 18 w 626"/>
                <a:gd name="T71" fmla="*/ 67 h 825"/>
                <a:gd name="T72" fmla="*/ 34 w 626"/>
                <a:gd name="T73" fmla="*/ 43 h 825"/>
                <a:gd name="T74" fmla="*/ 42 w 626"/>
                <a:gd name="T75" fmla="*/ 24 h 825"/>
                <a:gd name="T76" fmla="*/ 63 w 626"/>
                <a:gd name="T77" fmla="*/ 17 h 825"/>
                <a:gd name="T78" fmla="*/ 75 w 626"/>
                <a:gd name="T79" fmla="*/ 1 h 825"/>
                <a:gd name="T80" fmla="*/ 92 w 626"/>
                <a:gd name="T81" fmla="*/ 14 h 825"/>
                <a:gd name="T82" fmla="*/ 114 w 626"/>
                <a:gd name="T83" fmla="*/ 32 h 825"/>
                <a:gd name="T84" fmla="*/ 135 w 626"/>
                <a:gd name="T85" fmla="*/ 32 h 825"/>
                <a:gd name="T86" fmla="*/ 151 w 626"/>
                <a:gd name="T87" fmla="*/ 25 h 82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26"/>
                <a:gd name="T133" fmla="*/ 0 h 825"/>
                <a:gd name="T134" fmla="*/ 626 w 626"/>
                <a:gd name="T135" fmla="*/ 825 h 82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26" h="825">
                  <a:moveTo>
                    <a:pt x="626" y="122"/>
                  </a:moveTo>
                  <a:lnTo>
                    <a:pt x="624" y="124"/>
                  </a:lnTo>
                  <a:lnTo>
                    <a:pt x="621" y="134"/>
                  </a:lnTo>
                  <a:lnTo>
                    <a:pt x="615" y="146"/>
                  </a:lnTo>
                  <a:lnTo>
                    <a:pt x="613" y="159"/>
                  </a:lnTo>
                  <a:lnTo>
                    <a:pt x="607" y="173"/>
                  </a:lnTo>
                  <a:lnTo>
                    <a:pt x="597" y="189"/>
                  </a:lnTo>
                  <a:lnTo>
                    <a:pt x="581" y="205"/>
                  </a:lnTo>
                  <a:lnTo>
                    <a:pt x="565" y="216"/>
                  </a:lnTo>
                  <a:lnTo>
                    <a:pt x="550" y="228"/>
                  </a:lnTo>
                  <a:lnTo>
                    <a:pt x="534" y="236"/>
                  </a:lnTo>
                  <a:lnTo>
                    <a:pt x="524" y="242"/>
                  </a:lnTo>
                  <a:lnTo>
                    <a:pt x="520" y="244"/>
                  </a:lnTo>
                  <a:lnTo>
                    <a:pt x="520" y="248"/>
                  </a:lnTo>
                  <a:lnTo>
                    <a:pt x="524" y="258"/>
                  </a:lnTo>
                  <a:lnTo>
                    <a:pt x="528" y="272"/>
                  </a:lnTo>
                  <a:lnTo>
                    <a:pt x="532" y="285"/>
                  </a:lnTo>
                  <a:lnTo>
                    <a:pt x="538" y="299"/>
                  </a:lnTo>
                  <a:lnTo>
                    <a:pt x="542" y="309"/>
                  </a:lnTo>
                  <a:lnTo>
                    <a:pt x="544" y="321"/>
                  </a:lnTo>
                  <a:lnTo>
                    <a:pt x="546" y="339"/>
                  </a:lnTo>
                  <a:lnTo>
                    <a:pt x="544" y="354"/>
                  </a:lnTo>
                  <a:lnTo>
                    <a:pt x="544" y="368"/>
                  </a:lnTo>
                  <a:lnTo>
                    <a:pt x="548" y="380"/>
                  </a:lnTo>
                  <a:lnTo>
                    <a:pt x="550" y="396"/>
                  </a:lnTo>
                  <a:lnTo>
                    <a:pt x="550" y="413"/>
                  </a:lnTo>
                  <a:lnTo>
                    <a:pt x="540" y="429"/>
                  </a:lnTo>
                  <a:lnTo>
                    <a:pt x="522" y="447"/>
                  </a:lnTo>
                  <a:lnTo>
                    <a:pt x="504" y="462"/>
                  </a:lnTo>
                  <a:lnTo>
                    <a:pt x="489" y="480"/>
                  </a:lnTo>
                  <a:lnTo>
                    <a:pt x="479" y="494"/>
                  </a:lnTo>
                  <a:lnTo>
                    <a:pt x="469" y="522"/>
                  </a:lnTo>
                  <a:lnTo>
                    <a:pt x="463" y="549"/>
                  </a:lnTo>
                  <a:lnTo>
                    <a:pt x="459" y="565"/>
                  </a:lnTo>
                  <a:lnTo>
                    <a:pt x="451" y="585"/>
                  </a:lnTo>
                  <a:lnTo>
                    <a:pt x="441" y="602"/>
                  </a:lnTo>
                  <a:lnTo>
                    <a:pt x="428" y="618"/>
                  </a:lnTo>
                  <a:lnTo>
                    <a:pt x="414" y="624"/>
                  </a:lnTo>
                  <a:lnTo>
                    <a:pt x="396" y="630"/>
                  </a:lnTo>
                  <a:lnTo>
                    <a:pt x="376" y="632"/>
                  </a:lnTo>
                  <a:lnTo>
                    <a:pt x="359" y="636"/>
                  </a:lnTo>
                  <a:lnTo>
                    <a:pt x="345" y="642"/>
                  </a:lnTo>
                  <a:lnTo>
                    <a:pt x="337" y="648"/>
                  </a:lnTo>
                  <a:lnTo>
                    <a:pt x="339" y="659"/>
                  </a:lnTo>
                  <a:lnTo>
                    <a:pt x="347" y="669"/>
                  </a:lnTo>
                  <a:lnTo>
                    <a:pt x="357" y="681"/>
                  </a:lnTo>
                  <a:lnTo>
                    <a:pt x="363" y="691"/>
                  </a:lnTo>
                  <a:lnTo>
                    <a:pt x="361" y="701"/>
                  </a:lnTo>
                  <a:lnTo>
                    <a:pt x="353" y="710"/>
                  </a:lnTo>
                  <a:lnTo>
                    <a:pt x="343" y="726"/>
                  </a:lnTo>
                  <a:lnTo>
                    <a:pt x="331" y="742"/>
                  </a:lnTo>
                  <a:lnTo>
                    <a:pt x="319" y="756"/>
                  </a:lnTo>
                  <a:lnTo>
                    <a:pt x="312" y="766"/>
                  </a:lnTo>
                  <a:lnTo>
                    <a:pt x="302" y="771"/>
                  </a:lnTo>
                  <a:lnTo>
                    <a:pt x="290" y="781"/>
                  </a:lnTo>
                  <a:lnTo>
                    <a:pt x="274" y="793"/>
                  </a:lnTo>
                  <a:lnTo>
                    <a:pt x="258" y="805"/>
                  </a:lnTo>
                  <a:lnTo>
                    <a:pt x="245" y="815"/>
                  </a:lnTo>
                  <a:lnTo>
                    <a:pt x="235" y="821"/>
                  </a:lnTo>
                  <a:lnTo>
                    <a:pt x="231" y="825"/>
                  </a:lnTo>
                  <a:lnTo>
                    <a:pt x="215" y="795"/>
                  </a:lnTo>
                  <a:lnTo>
                    <a:pt x="191" y="740"/>
                  </a:lnTo>
                  <a:lnTo>
                    <a:pt x="158" y="675"/>
                  </a:lnTo>
                  <a:lnTo>
                    <a:pt x="89" y="642"/>
                  </a:lnTo>
                  <a:lnTo>
                    <a:pt x="2" y="640"/>
                  </a:lnTo>
                  <a:lnTo>
                    <a:pt x="0" y="581"/>
                  </a:lnTo>
                  <a:lnTo>
                    <a:pt x="28" y="476"/>
                  </a:lnTo>
                  <a:lnTo>
                    <a:pt x="60" y="425"/>
                  </a:lnTo>
                  <a:lnTo>
                    <a:pt x="58" y="376"/>
                  </a:lnTo>
                  <a:lnTo>
                    <a:pt x="77" y="352"/>
                  </a:lnTo>
                  <a:lnTo>
                    <a:pt x="63" y="317"/>
                  </a:lnTo>
                  <a:lnTo>
                    <a:pt x="69" y="266"/>
                  </a:lnTo>
                  <a:lnTo>
                    <a:pt x="126" y="244"/>
                  </a:lnTo>
                  <a:lnTo>
                    <a:pt x="136" y="171"/>
                  </a:lnTo>
                  <a:lnTo>
                    <a:pt x="140" y="116"/>
                  </a:lnTo>
                  <a:lnTo>
                    <a:pt x="170" y="94"/>
                  </a:lnTo>
                  <a:lnTo>
                    <a:pt x="203" y="94"/>
                  </a:lnTo>
                  <a:lnTo>
                    <a:pt x="254" y="65"/>
                  </a:lnTo>
                  <a:lnTo>
                    <a:pt x="298" y="45"/>
                  </a:lnTo>
                  <a:lnTo>
                    <a:pt x="298" y="4"/>
                  </a:lnTo>
                  <a:lnTo>
                    <a:pt x="363" y="0"/>
                  </a:lnTo>
                  <a:lnTo>
                    <a:pt x="367" y="53"/>
                  </a:lnTo>
                  <a:lnTo>
                    <a:pt x="406" y="110"/>
                  </a:lnTo>
                  <a:lnTo>
                    <a:pt x="455" y="126"/>
                  </a:lnTo>
                  <a:lnTo>
                    <a:pt x="495" y="83"/>
                  </a:lnTo>
                  <a:lnTo>
                    <a:pt x="538" y="126"/>
                  </a:lnTo>
                  <a:lnTo>
                    <a:pt x="571" y="122"/>
                  </a:lnTo>
                  <a:lnTo>
                    <a:pt x="603" y="98"/>
                  </a:lnTo>
                  <a:lnTo>
                    <a:pt x="626" y="122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1" name="Freeform 80"/>
            <p:cNvSpPr/>
            <p:nvPr/>
          </p:nvSpPr>
          <p:spPr bwMode="gray">
            <a:xfrm>
              <a:off x="3636" y="3029"/>
              <a:ext cx="313" cy="413"/>
            </a:xfrm>
            <a:custGeom>
              <a:avLst/>
              <a:gdLst>
                <a:gd name="T0" fmla="*/ 156 w 626"/>
                <a:gd name="T1" fmla="*/ 31 h 825"/>
                <a:gd name="T2" fmla="*/ 154 w 626"/>
                <a:gd name="T3" fmla="*/ 37 h 825"/>
                <a:gd name="T4" fmla="*/ 152 w 626"/>
                <a:gd name="T5" fmla="*/ 44 h 825"/>
                <a:gd name="T6" fmla="*/ 146 w 626"/>
                <a:gd name="T7" fmla="*/ 52 h 825"/>
                <a:gd name="T8" fmla="*/ 138 w 626"/>
                <a:gd name="T9" fmla="*/ 57 h 825"/>
                <a:gd name="T10" fmla="*/ 131 w 626"/>
                <a:gd name="T11" fmla="*/ 61 h 825"/>
                <a:gd name="T12" fmla="*/ 130 w 626"/>
                <a:gd name="T13" fmla="*/ 62 h 825"/>
                <a:gd name="T14" fmla="*/ 132 w 626"/>
                <a:gd name="T15" fmla="*/ 68 h 825"/>
                <a:gd name="T16" fmla="*/ 135 w 626"/>
                <a:gd name="T17" fmla="*/ 75 h 825"/>
                <a:gd name="T18" fmla="*/ 136 w 626"/>
                <a:gd name="T19" fmla="*/ 81 h 825"/>
                <a:gd name="T20" fmla="*/ 136 w 626"/>
                <a:gd name="T21" fmla="*/ 89 h 825"/>
                <a:gd name="T22" fmla="*/ 137 w 626"/>
                <a:gd name="T23" fmla="*/ 95 h 825"/>
                <a:gd name="T24" fmla="*/ 138 w 626"/>
                <a:gd name="T25" fmla="*/ 104 h 825"/>
                <a:gd name="T26" fmla="*/ 131 w 626"/>
                <a:gd name="T27" fmla="*/ 112 h 825"/>
                <a:gd name="T28" fmla="*/ 122 w 626"/>
                <a:gd name="T29" fmla="*/ 120 h 825"/>
                <a:gd name="T30" fmla="*/ 117 w 626"/>
                <a:gd name="T31" fmla="*/ 131 h 825"/>
                <a:gd name="T32" fmla="*/ 115 w 626"/>
                <a:gd name="T33" fmla="*/ 142 h 825"/>
                <a:gd name="T34" fmla="*/ 110 w 626"/>
                <a:gd name="T35" fmla="*/ 151 h 825"/>
                <a:gd name="T36" fmla="*/ 103 w 626"/>
                <a:gd name="T37" fmla="*/ 156 h 825"/>
                <a:gd name="T38" fmla="*/ 94 w 626"/>
                <a:gd name="T39" fmla="*/ 158 h 825"/>
                <a:gd name="T40" fmla="*/ 86 w 626"/>
                <a:gd name="T41" fmla="*/ 161 h 825"/>
                <a:gd name="T42" fmla="*/ 85 w 626"/>
                <a:gd name="T43" fmla="*/ 165 h 825"/>
                <a:gd name="T44" fmla="*/ 89 w 626"/>
                <a:gd name="T45" fmla="*/ 171 h 825"/>
                <a:gd name="T46" fmla="*/ 90 w 626"/>
                <a:gd name="T47" fmla="*/ 176 h 825"/>
                <a:gd name="T48" fmla="*/ 86 w 626"/>
                <a:gd name="T49" fmla="*/ 182 h 825"/>
                <a:gd name="T50" fmla="*/ 80 w 626"/>
                <a:gd name="T51" fmla="*/ 189 h 825"/>
                <a:gd name="T52" fmla="*/ 76 w 626"/>
                <a:gd name="T53" fmla="*/ 193 h 825"/>
                <a:gd name="T54" fmla="*/ 69 w 626"/>
                <a:gd name="T55" fmla="*/ 199 h 825"/>
                <a:gd name="T56" fmla="*/ 61 w 626"/>
                <a:gd name="T57" fmla="*/ 204 h 825"/>
                <a:gd name="T58" fmla="*/ 58 w 626"/>
                <a:gd name="T59" fmla="*/ 207 h 825"/>
                <a:gd name="T60" fmla="*/ 48 w 626"/>
                <a:gd name="T61" fmla="*/ 185 h 825"/>
                <a:gd name="T62" fmla="*/ 22 w 626"/>
                <a:gd name="T63" fmla="*/ 161 h 825"/>
                <a:gd name="T64" fmla="*/ 0 w 626"/>
                <a:gd name="T65" fmla="*/ 146 h 825"/>
                <a:gd name="T66" fmla="*/ 15 w 626"/>
                <a:gd name="T67" fmla="*/ 107 h 825"/>
                <a:gd name="T68" fmla="*/ 20 w 626"/>
                <a:gd name="T69" fmla="*/ 88 h 825"/>
                <a:gd name="T70" fmla="*/ 18 w 626"/>
                <a:gd name="T71" fmla="*/ 67 h 825"/>
                <a:gd name="T72" fmla="*/ 34 w 626"/>
                <a:gd name="T73" fmla="*/ 43 h 825"/>
                <a:gd name="T74" fmla="*/ 42 w 626"/>
                <a:gd name="T75" fmla="*/ 24 h 825"/>
                <a:gd name="T76" fmla="*/ 63 w 626"/>
                <a:gd name="T77" fmla="*/ 17 h 825"/>
                <a:gd name="T78" fmla="*/ 75 w 626"/>
                <a:gd name="T79" fmla="*/ 1 h 825"/>
                <a:gd name="T80" fmla="*/ 92 w 626"/>
                <a:gd name="T81" fmla="*/ 14 h 825"/>
                <a:gd name="T82" fmla="*/ 114 w 626"/>
                <a:gd name="T83" fmla="*/ 32 h 825"/>
                <a:gd name="T84" fmla="*/ 135 w 626"/>
                <a:gd name="T85" fmla="*/ 32 h 825"/>
                <a:gd name="T86" fmla="*/ 151 w 626"/>
                <a:gd name="T87" fmla="*/ 25 h 82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26"/>
                <a:gd name="T133" fmla="*/ 0 h 825"/>
                <a:gd name="T134" fmla="*/ 626 w 626"/>
                <a:gd name="T135" fmla="*/ 825 h 82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26" h="825">
                  <a:moveTo>
                    <a:pt x="626" y="122"/>
                  </a:moveTo>
                  <a:lnTo>
                    <a:pt x="624" y="124"/>
                  </a:lnTo>
                  <a:lnTo>
                    <a:pt x="621" y="134"/>
                  </a:lnTo>
                  <a:lnTo>
                    <a:pt x="615" y="146"/>
                  </a:lnTo>
                  <a:lnTo>
                    <a:pt x="613" y="159"/>
                  </a:lnTo>
                  <a:lnTo>
                    <a:pt x="607" y="173"/>
                  </a:lnTo>
                  <a:lnTo>
                    <a:pt x="597" y="189"/>
                  </a:lnTo>
                  <a:lnTo>
                    <a:pt x="581" y="205"/>
                  </a:lnTo>
                  <a:lnTo>
                    <a:pt x="565" y="216"/>
                  </a:lnTo>
                  <a:lnTo>
                    <a:pt x="550" y="228"/>
                  </a:lnTo>
                  <a:lnTo>
                    <a:pt x="534" y="236"/>
                  </a:lnTo>
                  <a:lnTo>
                    <a:pt x="524" y="242"/>
                  </a:lnTo>
                  <a:lnTo>
                    <a:pt x="520" y="244"/>
                  </a:lnTo>
                  <a:lnTo>
                    <a:pt x="520" y="248"/>
                  </a:lnTo>
                  <a:lnTo>
                    <a:pt x="524" y="258"/>
                  </a:lnTo>
                  <a:lnTo>
                    <a:pt x="528" y="272"/>
                  </a:lnTo>
                  <a:lnTo>
                    <a:pt x="532" y="285"/>
                  </a:lnTo>
                  <a:lnTo>
                    <a:pt x="538" y="299"/>
                  </a:lnTo>
                  <a:lnTo>
                    <a:pt x="542" y="309"/>
                  </a:lnTo>
                  <a:lnTo>
                    <a:pt x="544" y="321"/>
                  </a:lnTo>
                  <a:lnTo>
                    <a:pt x="546" y="339"/>
                  </a:lnTo>
                  <a:lnTo>
                    <a:pt x="544" y="354"/>
                  </a:lnTo>
                  <a:lnTo>
                    <a:pt x="544" y="368"/>
                  </a:lnTo>
                  <a:lnTo>
                    <a:pt x="548" y="380"/>
                  </a:lnTo>
                  <a:lnTo>
                    <a:pt x="550" y="396"/>
                  </a:lnTo>
                  <a:lnTo>
                    <a:pt x="550" y="413"/>
                  </a:lnTo>
                  <a:lnTo>
                    <a:pt x="540" y="429"/>
                  </a:lnTo>
                  <a:lnTo>
                    <a:pt x="522" y="447"/>
                  </a:lnTo>
                  <a:lnTo>
                    <a:pt x="504" y="462"/>
                  </a:lnTo>
                  <a:lnTo>
                    <a:pt x="489" y="480"/>
                  </a:lnTo>
                  <a:lnTo>
                    <a:pt x="479" y="494"/>
                  </a:lnTo>
                  <a:lnTo>
                    <a:pt x="469" y="522"/>
                  </a:lnTo>
                  <a:lnTo>
                    <a:pt x="463" y="549"/>
                  </a:lnTo>
                  <a:lnTo>
                    <a:pt x="459" y="565"/>
                  </a:lnTo>
                  <a:lnTo>
                    <a:pt x="451" y="585"/>
                  </a:lnTo>
                  <a:lnTo>
                    <a:pt x="441" y="602"/>
                  </a:lnTo>
                  <a:lnTo>
                    <a:pt x="428" y="618"/>
                  </a:lnTo>
                  <a:lnTo>
                    <a:pt x="414" y="624"/>
                  </a:lnTo>
                  <a:lnTo>
                    <a:pt x="396" y="630"/>
                  </a:lnTo>
                  <a:lnTo>
                    <a:pt x="376" y="632"/>
                  </a:lnTo>
                  <a:lnTo>
                    <a:pt x="359" y="636"/>
                  </a:lnTo>
                  <a:lnTo>
                    <a:pt x="345" y="642"/>
                  </a:lnTo>
                  <a:lnTo>
                    <a:pt x="337" y="648"/>
                  </a:lnTo>
                  <a:lnTo>
                    <a:pt x="339" y="659"/>
                  </a:lnTo>
                  <a:lnTo>
                    <a:pt x="347" y="669"/>
                  </a:lnTo>
                  <a:lnTo>
                    <a:pt x="357" y="681"/>
                  </a:lnTo>
                  <a:lnTo>
                    <a:pt x="363" y="691"/>
                  </a:lnTo>
                  <a:lnTo>
                    <a:pt x="361" y="701"/>
                  </a:lnTo>
                  <a:lnTo>
                    <a:pt x="353" y="710"/>
                  </a:lnTo>
                  <a:lnTo>
                    <a:pt x="343" y="726"/>
                  </a:lnTo>
                  <a:lnTo>
                    <a:pt x="331" y="742"/>
                  </a:lnTo>
                  <a:lnTo>
                    <a:pt x="319" y="756"/>
                  </a:lnTo>
                  <a:lnTo>
                    <a:pt x="312" y="766"/>
                  </a:lnTo>
                  <a:lnTo>
                    <a:pt x="302" y="771"/>
                  </a:lnTo>
                  <a:lnTo>
                    <a:pt x="290" y="781"/>
                  </a:lnTo>
                  <a:lnTo>
                    <a:pt x="274" y="793"/>
                  </a:lnTo>
                  <a:lnTo>
                    <a:pt x="258" y="805"/>
                  </a:lnTo>
                  <a:lnTo>
                    <a:pt x="245" y="815"/>
                  </a:lnTo>
                  <a:lnTo>
                    <a:pt x="235" y="821"/>
                  </a:lnTo>
                  <a:lnTo>
                    <a:pt x="231" y="825"/>
                  </a:lnTo>
                  <a:lnTo>
                    <a:pt x="215" y="795"/>
                  </a:lnTo>
                  <a:lnTo>
                    <a:pt x="191" y="740"/>
                  </a:lnTo>
                  <a:lnTo>
                    <a:pt x="158" y="675"/>
                  </a:lnTo>
                  <a:lnTo>
                    <a:pt x="89" y="642"/>
                  </a:lnTo>
                  <a:lnTo>
                    <a:pt x="2" y="640"/>
                  </a:lnTo>
                  <a:lnTo>
                    <a:pt x="0" y="581"/>
                  </a:lnTo>
                  <a:lnTo>
                    <a:pt x="28" y="476"/>
                  </a:lnTo>
                  <a:lnTo>
                    <a:pt x="60" y="425"/>
                  </a:lnTo>
                  <a:lnTo>
                    <a:pt x="58" y="376"/>
                  </a:lnTo>
                  <a:lnTo>
                    <a:pt x="77" y="352"/>
                  </a:lnTo>
                  <a:lnTo>
                    <a:pt x="63" y="317"/>
                  </a:lnTo>
                  <a:lnTo>
                    <a:pt x="69" y="266"/>
                  </a:lnTo>
                  <a:lnTo>
                    <a:pt x="126" y="244"/>
                  </a:lnTo>
                  <a:lnTo>
                    <a:pt x="136" y="171"/>
                  </a:lnTo>
                  <a:lnTo>
                    <a:pt x="140" y="116"/>
                  </a:lnTo>
                  <a:lnTo>
                    <a:pt x="170" y="94"/>
                  </a:lnTo>
                  <a:lnTo>
                    <a:pt x="203" y="94"/>
                  </a:lnTo>
                  <a:lnTo>
                    <a:pt x="254" y="65"/>
                  </a:lnTo>
                  <a:lnTo>
                    <a:pt x="298" y="45"/>
                  </a:lnTo>
                  <a:lnTo>
                    <a:pt x="298" y="4"/>
                  </a:lnTo>
                  <a:lnTo>
                    <a:pt x="363" y="0"/>
                  </a:lnTo>
                  <a:lnTo>
                    <a:pt x="367" y="53"/>
                  </a:lnTo>
                  <a:lnTo>
                    <a:pt x="406" y="110"/>
                  </a:lnTo>
                  <a:lnTo>
                    <a:pt x="455" y="126"/>
                  </a:lnTo>
                  <a:lnTo>
                    <a:pt x="495" y="83"/>
                  </a:lnTo>
                  <a:lnTo>
                    <a:pt x="538" y="126"/>
                  </a:lnTo>
                  <a:lnTo>
                    <a:pt x="571" y="122"/>
                  </a:lnTo>
                  <a:lnTo>
                    <a:pt x="603" y="98"/>
                  </a:lnTo>
                  <a:lnTo>
                    <a:pt x="626" y="122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2" name="Freeform 81"/>
            <p:cNvSpPr/>
            <p:nvPr/>
          </p:nvSpPr>
          <p:spPr bwMode="gray">
            <a:xfrm>
              <a:off x="3746" y="2774"/>
              <a:ext cx="283" cy="318"/>
            </a:xfrm>
            <a:custGeom>
              <a:avLst/>
              <a:gdLst>
                <a:gd name="T0" fmla="*/ 109 w 565"/>
                <a:gd name="T1" fmla="*/ 11 h 638"/>
                <a:gd name="T2" fmla="*/ 106 w 565"/>
                <a:gd name="T3" fmla="*/ 11 h 638"/>
                <a:gd name="T4" fmla="*/ 103 w 565"/>
                <a:gd name="T5" fmla="*/ 14 h 638"/>
                <a:gd name="T6" fmla="*/ 100 w 565"/>
                <a:gd name="T7" fmla="*/ 21 h 638"/>
                <a:gd name="T8" fmla="*/ 99 w 565"/>
                <a:gd name="T9" fmla="*/ 28 h 638"/>
                <a:gd name="T10" fmla="*/ 96 w 565"/>
                <a:gd name="T11" fmla="*/ 31 h 638"/>
                <a:gd name="T12" fmla="*/ 90 w 565"/>
                <a:gd name="T13" fmla="*/ 29 h 638"/>
                <a:gd name="T14" fmla="*/ 84 w 565"/>
                <a:gd name="T15" fmla="*/ 26 h 638"/>
                <a:gd name="T16" fmla="*/ 80 w 565"/>
                <a:gd name="T17" fmla="*/ 26 h 638"/>
                <a:gd name="T18" fmla="*/ 82 w 565"/>
                <a:gd name="T19" fmla="*/ 32 h 638"/>
                <a:gd name="T20" fmla="*/ 87 w 565"/>
                <a:gd name="T21" fmla="*/ 36 h 638"/>
                <a:gd name="T22" fmla="*/ 93 w 565"/>
                <a:gd name="T23" fmla="*/ 38 h 638"/>
                <a:gd name="T24" fmla="*/ 101 w 565"/>
                <a:gd name="T25" fmla="*/ 35 h 638"/>
                <a:gd name="T26" fmla="*/ 104 w 565"/>
                <a:gd name="T27" fmla="*/ 31 h 638"/>
                <a:gd name="T28" fmla="*/ 106 w 565"/>
                <a:gd name="T29" fmla="*/ 25 h 638"/>
                <a:gd name="T30" fmla="*/ 110 w 565"/>
                <a:gd name="T31" fmla="*/ 24 h 638"/>
                <a:gd name="T32" fmla="*/ 117 w 565"/>
                <a:gd name="T33" fmla="*/ 30 h 638"/>
                <a:gd name="T34" fmla="*/ 126 w 565"/>
                <a:gd name="T35" fmla="*/ 34 h 638"/>
                <a:gd name="T36" fmla="*/ 131 w 565"/>
                <a:gd name="T37" fmla="*/ 36 h 638"/>
                <a:gd name="T38" fmla="*/ 138 w 565"/>
                <a:gd name="T39" fmla="*/ 38 h 638"/>
                <a:gd name="T40" fmla="*/ 142 w 565"/>
                <a:gd name="T41" fmla="*/ 44 h 638"/>
                <a:gd name="T42" fmla="*/ 139 w 565"/>
                <a:gd name="T43" fmla="*/ 51 h 638"/>
                <a:gd name="T44" fmla="*/ 133 w 565"/>
                <a:gd name="T45" fmla="*/ 58 h 638"/>
                <a:gd name="T46" fmla="*/ 130 w 565"/>
                <a:gd name="T47" fmla="*/ 60 h 638"/>
                <a:gd name="T48" fmla="*/ 134 w 565"/>
                <a:gd name="T49" fmla="*/ 60 h 638"/>
                <a:gd name="T50" fmla="*/ 139 w 565"/>
                <a:gd name="T51" fmla="*/ 60 h 638"/>
                <a:gd name="T52" fmla="*/ 141 w 565"/>
                <a:gd name="T53" fmla="*/ 63 h 638"/>
                <a:gd name="T54" fmla="*/ 136 w 565"/>
                <a:gd name="T55" fmla="*/ 67 h 638"/>
                <a:gd name="T56" fmla="*/ 129 w 565"/>
                <a:gd name="T57" fmla="*/ 71 h 638"/>
                <a:gd name="T58" fmla="*/ 126 w 565"/>
                <a:gd name="T59" fmla="*/ 73 h 638"/>
                <a:gd name="T60" fmla="*/ 129 w 565"/>
                <a:gd name="T61" fmla="*/ 73 h 638"/>
                <a:gd name="T62" fmla="*/ 135 w 565"/>
                <a:gd name="T63" fmla="*/ 78 h 638"/>
                <a:gd name="T64" fmla="*/ 136 w 565"/>
                <a:gd name="T65" fmla="*/ 88 h 638"/>
                <a:gd name="T66" fmla="*/ 138 w 565"/>
                <a:gd name="T67" fmla="*/ 98 h 638"/>
                <a:gd name="T68" fmla="*/ 141 w 565"/>
                <a:gd name="T69" fmla="*/ 104 h 638"/>
                <a:gd name="T70" fmla="*/ 141 w 565"/>
                <a:gd name="T71" fmla="*/ 108 h 638"/>
                <a:gd name="T72" fmla="*/ 136 w 565"/>
                <a:gd name="T73" fmla="*/ 112 h 638"/>
                <a:gd name="T74" fmla="*/ 129 w 565"/>
                <a:gd name="T75" fmla="*/ 111 h 638"/>
                <a:gd name="T76" fmla="*/ 123 w 565"/>
                <a:gd name="T77" fmla="*/ 110 h 638"/>
                <a:gd name="T78" fmla="*/ 119 w 565"/>
                <a:gd name="T79" fmla="*/ 116 h 638"/>
                <a:gd name="T80" fmla="*/ 118 w 565"/>
                <a:gd name="T81" fmla="*/ 122 h 638"/>
                <a:gd name="T82" fmla="*/ 116 w 565"/>
                <a:gd name="T83" fmla="*/ 129 h 638"/>
                <a:gd name="T84" fmla="*/ 113 w 565"/>
                <a:gd name="T85" fmla="*/ 136 h 638"/>
                <a:gd name="T86" fmla="*/ 112 w 565"/>
                <a:gd name="T87" fmla="*/ 146 h 638"/>
                <a:gd name="T88" fmla="*/ 112 w 565"/>
                <a:gd name="T89" fmla="*/ 150 h 638"/>
                <a:gd name="T90" fmla="*/ 102 w 565"/>
                <a:gd name="T91" fmla="*/ 158 h 638"/>
                <a:gd name="T92" fmla="*/ 88 w 565"/>
                <a:gd name="T93" fmla="*/ 158 h 638"/>
                <a:gd name="T94" fmla="*/ 69 w 565"/>
                <a:gd name="T95" fmla="*/ 148 h 638"/>
                <a:gd name="T96" fmla="*/ 47 w 565"/>
                <a:gd name="T97" fmla="*/ 155 h 638"/>
                <a:gd name="T98" fmla="*/ 35 w 565"/>
                <a:gd name="T99" fmla="*/ 128 h 638"/>
                <a:gd name="T100" fmla="*/ 20 w 565"/>
                <a:gd name="T101" fmla="*/ 113 h 638"/>
                <a:gd name="T102" fmla="*/ 5 w 565"/>
                <a:gd name="T103" fmla="*/ 83 h 638"/>
                <a:gd name="T104" fmla="*/ 27 w 565"/>
                <a:gd name="T105" fmla="*/ 49 h 638"/>
                <a:gd name="T106" fmla="*/ 42 w 565"/>
                <a:gd name="T107" fmla="*/ 36 h 638"/>
                <a:gd name="T108" fmla="*/ 46 w 565"/>
                <a:gd name="T109" fmla="*/ 12 h 638"/>
                <a:gd name="T110" fmla="*/ 56 w 565"/>
                <a:gd name="T111" fmla="*/ 0 h 638"/>
                <a:gd name="T112" fmla="*/ 76 w 565"/>
                <a:gd name="T113" fmla="*/ 7 h 638"/>
                <a:gd name="T114" fmla="*/ 96 w 565"/>
                <a:gd name="T115" fmla="*/ 1 h 638"/>
                <a:gd name="T116" fmla="*/ 109 w 565"/>
                <a:gd name="T117" fmla="*/ 11 h 63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565"/>
                <a:gd name="T178" fmla="*/ 0 h 638"/>
                <a:gd name="T179" fmla="*/ 565 w 565"/>
                <a:gd name="T180" fmla="*/ 638 h 63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565" h="638">
                  <a:moveTo>
                    <a:pt x="433" y="44"/>
                  </a:moveTo>
                  <a:lnTo>
                    <a:pt x="433" y="44"/>
                  </a:lnTo>
                  <a:lnTo>
                    <a:pt x="429" y="46"/>
                  </a:lnTo>
                  <a:lnTo>
                    <a:pt x="423" y="47"/>
                  </a:lnTo>
                  <a:lnTo>
                    <a:pt x="417" y="53"/>
                  </a:lnTo>
                  <a:lnTo>
                    <a:pt x="411" y="59"/>
                  </a:lnTo>
                  <a:lnTo>
                    <a:pt x="403" y="69"/>
                  </a:lnTo>
                  <a:lnTo>
                    <a:pt x="398" y="85"/>
                  </a:lnTo>
                  <a:lnTo>
                    <a:pt x="396" y="99"/>
                  </a:lnTo>
                  <a:lnTo>
                    <a:pt x="394" y="112"/>
                  </a:lnTo>
                  <a:lnTo>
                    <a:pt x="392" y="122"/>
                  </a:lnTo>
                  <a:lnTo>
                    <a:pt x="384" y="126"/>
                  </a:lnTo>
                  <a:lnTo>
                    <a:pt x="372" y="122"/>
                  </a:lnTo>
                  <a:lnTo>
                    <a:pt x="360" y="118"/>
                  </a:lnTo>
                  <a:lnTo>
                    <a:pt x="346" y="110"/>
                  </a:lnTo>
                  <a:lnTo>
                    <a:pt x="335" y="107"/>
                  </a:lnTo>
                  <a:lnTo>
                    <a:pt x="325" y="105"/>
                  </a:lnTo>
                  <a:lnTo>
                    <a:pt x="319" y="107"/>
                  </a:lnTo>
                  <a:lnTo>
                    <a:pt x="317" y="118"/>
                  </a:lnTo>
                  <a:lnTo>
                    <a:pt x="325" y="128"/>
                  </a:lnTo>
                  <a:lnTo>
                    <a:pt x="337" y="138"/>
                  </a:lnTo>
                  <a:lnTo>
                    <a:pt x="346" y="146"/>
                  </a:lnTo>
                  <a:lnTo>
                    <a:pt x="358" y="152"/>
                  </a:lnTo>
                  <a:lnTo>
                    <a:pt x="372" y="154"/>
                  </a:lnTo>
                  <a:lnTo>
                    <a:pt x="388" y="150"/>
                  </a:lnTo>
                  <a:lnTo>
                    <a:pt x="402" y="142"/>
                  </a:lnTo>
                  <a:lnTo>
                    <a:pt x="407" y="134"/>
                  </a:lnTo>
                  <a:lnTo>
                    <a:pt x="413" y="124"/>
                  </a:lnTo>
                  <a:lnTo>
                    <a:pt x="417" y="112"/>
                  </a:lnTo>
                  <a:lnTo>
                    <a:pt x="423" y="103"/>
                  </a:lnTo>
                  <a:lnTo>
                    <a:pt x="429" y="97"/>
                  </a:lnTo>
                  <a:lnTo>
                    <a:pt x="437" y="97"/>
                  </a:lnTo>
                  <a:lnTo>
                    <a:pt x="447" y="105"/>
                  </a:lnTo>
                  <a:lnTo>
                    <a:pt x="468" y="122"/>
                  </a:lnTo>
                  <a:lnTo>
                    <a:pt x="486" y="132"/>
                  </a:lnTo>
                  <a:lnTo>
                    <a:pt x="502" y="138"/>
                  </a:lnTo>
                  <a:lnTo>
                    <a:pt x="514" y="142"/>
                  </a:lnTo>
                  <a:lnTo>
                    <a:pt x="524" y="144"/>
                  </a:lnTo>
                  <a:lnTo>
                    <a:pt x="537" y="148"/>
                  </a:lnTo>
                  <a:lnTo>
                    <a:pt x="549" y="154"/>
                  </a:lnTo>
                  <a:lnTo>
                    <a:pt x="559" y="164"/>
                  </a:lnTo>
                  <a:lnTo>
                    <a:pt x="565" y="177"/>
                  </a:lnTo>
                  <a:lnTo>
                    <a:pt x="561" y="191"/>
                  </a:lnTo>
                  <a:lnTo>
                    <a:pt x="553" y="207"/>
                  </a:lnTo>
                  <a:lnTo>
                    <a:pt x="543" y="221"/>
                  </a:lnTo>
                  <a:lnTo>
                    <a:pt x="531" y="232"/>
                  </a:lnTo>
                  <a:lnTo>
                    <a:pt x="524" y="240"/>
                  </a:lnTo>
                  <a:lnTo>
                    <a:pt x="520" y="242"/>
                  </a:lnTo>
                  <a:lnTo>
                    <a:pt x="524" y="242"/>
                  </a:lnTo>
                  <a:lnTo>
                    <a:pt x="533" y="242"/>
                  </a:lnTo>
                  <a:lnTo>
                    <a:pt x="543" y="240"/>
                  </a:lnTo>
                  <a:lnTo>
                    <a:pt x="555" y="242"/>
                  </a:lnTo>
                  <a:lnTo>
                    <a:pt x="561" y="246"/>
                  </a:lnTo>
                  <a:lnTo>
                    <a:pt x="561" y="252"/>
                  </a:lnTo>
                  <a:lnTo>
                    <a:pt x="555" y="262"/>
                  </a:lnTo>
                  <a:lnTo>
                    <a:pt x="543" y="270"/>
                  </a:lnTo>
                  <a:lnTo>
                    <a:pt x="529" y="278"/>
                  </a:lnTo>
                  <a:lnTo>
                    <a:pt x="516" y="286"/>
                  </a:lnTo>
                  <a:lnTo>
                    <a:pt x="506" y="290"/>
                  </a:lnTo>
                  <a:lnTo>
                    <a:pt x="502" y="292"/>
                  </a:lnTo>
                  <a:lnTo>
                    <a:pt x="506" y="292"/>
                  </a:lnTo>
                  <a:lnTo>
                    <a:pt x="516" y="295"/>
                  </a:lnTo>
                  <a:lnTo>
                    <a:pt x="528" y="303"/>
                  </a:lnTo>
                  <a:lnTo>
                    <a:pt x="537" y="315"/>
                  </a:lnTo>
                  <a:lnTo>
                    <a:pt x="541" y="329"/>
                  </a:lnTo>
                  <a:lnTo>
                    <a:pt x="543" y="353"/>
                  </a:lnTo>
                  <a:lnTo>
                    <a:pt x="543" y="374"/>
                  </a:lnTo>
                  <a:lnTo>
                    <a:pt x="549" y="396"/>
                  </a:lnTo>
                  <a:lnTo>
                    <a:pt x="555" y="408"/>
                  </a:lnTo>
                  <a:lnTo>
                    <a:pt x="561" y="418"/>
                  </a:lnTo>
                  <a:lnTo>
                    <a:pt x="565" y="425"/>
                  </a:lnTo>
                  <a:lnTo>
                    <a:pt x="563" y="435"/>
                  </a:lnTo>
                  <a:lnTo>
                    <a:pt x="553" y="445"/>
                  </a:lnTo>
                  <a:lnTo>
                    <a:pt x="541" y="451"/>
                  </a:lnTo>
                  <a:lnTo>
                    <a:pt x="528" y="449"/>
                  </a:lnTo>
                  <a:lnTo>
                    <a:pt x="514" y="445"/>
                  </a:lnTo>
                  <a:lnTo>
                    <a:pt x="502" y="441"/>
                  </a:lnTo>
                  <a:lnTo>
                    <a:pt x="490" y="443"/>
                  </a:lnTo>
                  <a:lnTo>
                    <a:pt x="482" y="453"/>
                  </a:lnTo>
                  <a:lnTo>
                    <a:pt x="476" y="465"/>
                  </a:lnTo>
                  <a:lnTo>
                    <a:pt x="474" y="479"/>
                  </a:lnTo>
                  <a:lnTo>
                    <a:pt x="472" y="492"/>
                  </a:lnTo>
                  <a:lnTo>
                    <a:pt x="470" y="506"/>
                  </a:lnTo>
                  <a:lnTo>
                    <a:pt x="463" y="518"/>
                  </a:lnTo>
                  <a:lnTo>
                    <a:pt x="457" y="532"/>
                  </a:lnTo>
                  <a:lnTo>
                    <a:pt x="449" y="545"/>
                  </a:lnTo>
                  <a:lnTo>
                    <a:pt x="447" y="567"/>
                  </a:lnTo>
                  <a:lnTo>
                    <a:pt x="445" y="587"/>
                  </a:lnTo>
                  <a:lnTo>
                    <a:pt x="445" y="599"/>
                  </a:lnTo>
                  <a:lnTo>
                    <a:pt x="445" y="604"/>
                  </a:lnTo>
                  <a:lnTo>
                    <a:pt x="445" y="606"/>
                  </a:lnTo>
                  <a:lnTo>
                    <a:pt x="405" y="634"/>
                  </a:lnTo>
                  <a:lnTo>
                    <a:pt x="382" y="610"/>
                  </a:lnTo>
                  <a:lnTo>
                    <a:pt x="350" y="634"/>
                  </a:lnTo>
                  <a:lnTo>
                    <a:pt x="317" y="638"/>
                  </a:lnTo>
                  <a:lnTo>
                    <a:pt x="274" y="595"/>
                  </a:lnTo>
                  <a:lnTo>
                    <a:pt x="234" y="638"/>
                  </a:lnTo>
                  <a:lnTo>
                    <a:pt x="185" y="622"/>
                  </a:lnTo>
                  <a:lnTo>
                    <a:pt x="146" y="565"/>
                  </a:lnTo>
                  <a:lnTo>
                    <a:pt x="140" y="514"/>
                  </a:lnTo>
                  <a:lnTo>
                    <a:pt x="91" y="514"/>
                  </a:lnTo>
                  <a:lnTo>
                    <a:pt x="77" y="453"/>
                  </a:lnTo>
                  <a:lnTo>
                    <a:pt x="0" y="394"/>
                  </a:lnTo>
                  <a:lnTo>
                    <a:pt x="18" y="333"/>
                  </a:lnTo>
                  <a:lnTo>
                    <a:pt x="77" y="272"/>
                  </a:lnTo>
                  <a:lnTo>
                    <a:pt x="106" y="199"/>
                  </a:lnTo>
                  <a:lnTo>
                    <a:pt x="134" y="156"/>
                  </a:lnTo>
                  <a:lnTo>
                    <a:pt x="165" y="144"/>
                  </a:lnTo>
                  <a:lnTo>
                    <a:pt x="144" y="101"/>
                  </a:lnTo>
                  <a:lnTo>
                    <a:pt x="183" y="51"/>
                  </a:lnTo>
                  <a:lnTo>
                    <a:pt x="179" y="8"/>
                  </a:lnTo>
                  <a:lnTo>
                    <a:pt x="224" y="0"/>
                  </a:lnTo>
                  <a:lnTo>
                    <a:pt x="252" y="34"/>
                  </a:lnTo>
                  <a:lnTo>
                    <a:pt x="301" y="30"/>
                  </a:lnTo>
                  <a:lnTo>
                    <a:pt x="344" y="20"/>
                  </a:lnTo>
                  <a:lnTo>
                    <a:pt x="384" y="4"/>
                  </a:lnTo>
                  <a:lnTo>
                    <a:pt x="415" y="22"/>
                  </a:lnTo>
                  <a:lnTo>
                    <a:pt x="433" y="44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3" name="Freeform 82"/>
            <p:cNvSpPr/>
            <p:nvPr/>
          </p:nvSpPr>
          <p:spPr bwMode="gray">
            <a:xfrm>
              <a:off x="3746" y="2774"/>
              <a:ext cx="283" cy="318"/>
            </a:xfrm>
            <a:custGeom>
              <a:avLst/>
              <a:gdLst>
                <a:gd name="T0" fmla="*/ 109 w 565"/>
                <a:gd name="T1" fmla="*/ 11 h 638"/>
                <a:gd name="T2" fmla="*/ 106 w 565"/>
                <a:gd name="T3" fmla="*/ 11 h 638"/>
                <a:gd name="T4" fmla="*/ 103 w 565"/>
                <a:gd name="T5" fmla="*/ 14 h 638"/>
                <a:gd name="T6" fmla="*/ 100 w 565"/>
                <a:gd name="T7" fmla="*/ 21 h 638"/>
                <a:gd name="T8" fmla="*/ 99 w 565"/>
                <a:gd name="T9" fmla="*/ 28 h 638"/>
                <a:gd name="T10" fmla="*/ 96 w 565"/>
                <a:gd name="T11" fmla="*/ 31 h 638"/>
                <a:gd name="T12" fmla="*/ 90 w 565"/>
                <a:gd name="T13" fmla="*/ 29 h 638"/>
                <a:gd name="T14" fmla="*/ 84 w 565"/>
                <a:gd name="T15" fmla="*/ 26 h 638"/>
                <a:gd name="T16" fmla="*/ 80 w 565"/>
                <a:gd name="T17" fmla="*/ 26 h 638"/>
                <a:gd name="T18" fmla="*/ 82 w 565"/>
                <a:gd name="T19" fmla="*/ 32 h 638"/>
                <a:gd name="T20" fmla="*/ 87 w 565"/>
                <a:gd name="T21" fmla="*/ 36 h 638"/>
                <a:gd name="T22" fmla="*/ 93 w 565"/>
                <a:gd name="T23" fmla="*/ 38 h 638"/>
                <a:gd name="T24" fmla="*/ 101 w 565"/>
                <a:gd name="T25" fmla="*/ 35 h 638"/>
                <a:gd name="T26" fmla="*/ 104 w 565"/>
                <a:gd name="T27" fmla="*/ 31 h 638"/>
                <a:gd name="T28" fmla="*/ 106 w 565"/>
                <a:gd name="T29" fmla="*/ 25 h 638"/>
                <a:gd name="T30" fmla="*/ 110 w 565"/>
                <a:gd name="T31" fmla="*/ 24 h 638"/>
                <a:gd name="T32" fmla="*/ 117 w 565"/>
                <a:gd name="T33" fmla="*/ 30 h 638"/>
                <a:gd name="T34" fmla="*/ 126 w 565"/>
                <a:gd name="T35" fmla="*/ 34 h 638"/>
                <a:gd name="T36" fmla="*/ 131 w 565"/>
                <a:gd name="T37" fmla="*/ 36 h 638"/>
                <a:gd name="T38" fmla="*/ 138 w 565"/>
                <a:gd name="T39" fmla="*/ 38 h 638"/>
                <a:gd name="T40" fmla="*/ 142 w 565"/>
                <a:gd name="T41" fmla="*/ 44 h 638"/>
                <a:gd name="T42" fmla="*/ 139 w 565"/>
                <a:gd name="T43" fmla="*/ 51 h 638"/>
                <a:gd name="T44" fmla="*/ 133 w 565"/>
                <a:gd name="T45" fmla="*/ 58 h 638"/>
                <a:gd name="T46" fmla="*/ 130 w 565"/>
                <a:gd name="T47" fmla="*/ 60 h 638"/>
                <a:gd name="T48" fmla="*/ 134 w 565"/>
                <a:gd name="T49" fmla="*/ 60 h 638"/>
                <a:gd name="T50" fmla="*/ 139 w 565"/>
                <a:gd name="T51" fmla="*/ 60 h 638"/>
                <a:gd name="T52" fmla="*/ 141 w 565"/>
                <a:gd name="T53" fmla="*/ 63 h 638"/>
                <a:gd name="T54" fmla="*/ 136 w 565"/>
                <a:gd name="T55" fmla="*/ 67 h 638"/>
                <a:gd name="T56" fmla="*/ 129 w 565"/>
                <a:gd name="T57" fmla="*/ 71 h 638"/>
                <a:gd name="T58" fmla="*/ 126 w 565"/>
                <a:gd name="T59" fmla="*/ 73 h 638"/>
                <a:gd name="T60" fmla="*/ 129 w 565"/>
                <a:gd name="T61" fmla="*/ 73 h 638"/>
                <a:gd name="T62" fmla="*/ 135 w 565"/>
                <a:gd name="T63" fmla="*/ 78 h 638"/>
                <a:gd name="T64" fmla="*/ 136 w 565"/>
                <a:gd name="T65" fmla="*/ 88 h 638"/>
                <a:gd name="T66" fmla="*/ 138 w 565"/>
                <a:gd name="T67" fmla="*/ 98 h 638"/>
                <a:gd name="T68" fmla="*/ 141 w 565"/>
                <a:gd name="T69" fmla="*/ 104 h 638"/>
                <a:gd name="T70" fmla="*/ 141 w 565"/>
                <a:gd name="T71" fmla="*/ 108 h 638"/>
                <a:gd name="T72" fmla="*/ 136 w 565"/>
                <a:gd name="T73" fmla="*/ 112 h 638"/>
                <a:gd name="T74" fmla="*/ 129 w 565"/>
                <a:gd name="T75" fmla="*/ 111 h 638"/>
                <a:gd name="T76" fmla="*/ 123 w 565"/>
                <a:gd name="T77" fmla="*/ 110 h 638"/>
                <a:gd name="T78" fmla="*/ 119 w 565"/>
                <a:gd name="T79" fmla="*/ 116 h 638"/>
                <a:gd name="T80" fmla="*/ 118 w 565"/>
                <a:gd name="T81" fmla="*/ 122 h 638"/>
                <a:gd name="T82" fmla="*/ 116 w 565"/>
                <a:gd name="T83" fmla="*/ 129 h 638"/>
                <a:gd name="T84" fmla="*/ 113 w 565"/>
                <a:gd name="T85" fmla="*/ 136 h 638"/>
                <a:gd name="T86" fmla="*/ 112 w 565"/>
                <a:gd name="T87" fmla="*/ 146 h 638"/>
                <a:gd name="T88" fmla="*/ 112 w 565"/>
                <a:gd name="T89" fmla="*/ 150 h 638"/>
                <a:gd name="T90" fmla="*/ 102 w 565"/>
                <a:gd name="T91" fmla="*/ 158 h 638"/>
                <a:gd name="T92" fmla="*/ 88 w 565"/>
                <a:gd name="T93" fmla="*/ 158 h 638"/>
                <a:gd name="T94" fmla="*/ 69 w 565"/>
                <a:gd name="T95" fmla="*/ 148 h 638"/>
                <a:gd name="T96" fmla="*/ 47 w 565"/>
                <a:gd name="T97" fmla="*/ 155 h 638"/>
                <a:gd name="T98" fmla="*/ 35 w 565"/>
                <a:gd name="T99" fmla="*/ 128 h 638"/>
                <a:gd name="T100" fmla="*/ 20 w 565"/>
                <a:gd name="T101" fmla="*/ 113 h 638"/>
                <a:gd name="T102" fmla="*/ 5 w 565"/>
                <a:gd name="T103" fmla="*/ 83 h 638"/>
                <a:gd name="T104" fmla="*/ 27 w 565"/>
                <a:gd name="T105" fmla="*/ 49 h 638"/>
                <a:gd name="T106" fmla="*/ 42 w 565"/>
                <a:gd name="T107" fmla="*/ 36 h 638"/>
                <a:gd name="T108" fmla="*/ 46 w 565"/>
                <a:gd name="T109" fmla="*/ 12 h 638"/>
                <a:gd name="T110" fmla="*/ 56 w 565"/>
                <a:gd name="T111" fmla="*/ 0 h 638"/>
                <a:gd name="T112" fmla="*/ 76 w 565"/>
                <a:gd name="T113" fmla="*/ 7 h 638"/>
                <a:gd name="T114" fmla="*/ 96 w 565"/>
                <a:gd name="T115" fmla="*/ 1 h 638"/>
                <a:gd name="T116" fmla="*/ 109 w 565"/>
                <a:gd name="T117" fmla="*/ 11 h 63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565"/>
                <a:gd name="T178" fmla="*/ 0 h 638"/>
                <a:gd name="T179" fmla="*/ 565 w 565"/>
                <a:gd name="T180" fmla="*/ 638 h 63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565" h="638">
                  <a:moveTo>
                    <a:pt x="433" y="44"/>
                  </a:moveTo>
                  <a:lnTo>
                    <a:pt x="433" y="44"/>
                  </a:lnTo>
                  <a:lnTo>
                    <a:pt x="429" y="46"/>
                  </a:lnTo>
                  <a:lnTo>
                    <a:pt x="423" y="47"/>
                  </a:lnTo>
                  <a:lnTo>
                    <a:pt x="417" y="53"/>
                  </a:lnTo>
                  <a:lnTo>
                    <a:pt x="411" y="59"/>
                  </a:lnTo>
                  <a:lnTo>
                    <a:pt x="403" y="69"/>
                  </a:lnTo>
                  <a:lnTo>
                    <a:pt x="398" y="85"/>
                  </a:lnTo>
                  <a:lnTo>
                    <a:pt x="396" y="99"/>
                  </a:lnTo>
                  <a:lnTo>
                    <a:pt x="394" y="112"/>
                  </a:lnTo>
                  <a:lnTo>
                    <a:pt x="392" y="122"/>
                  </a:lnTo>
                  <a:lnTo>
                    <a:pt x="384" y="126"/>
                  </a:lnTo>
                  <a:lnTo>
                    <a:pt x="372" y="122"/>
                  </a:lnTo>
                  <a:lnTo>
                    <a:pt x="360" y="118"/>
                  </a:lnTo>
                  <a:lnTo>
                    <a:pt x="346" y="110"/>
                  </a:lnTo>
                  <a:lnTo>
                    <a:pt x="335" y="107"/>
                  </a:lnTo>
                  <a:lnTo>
                    <a:pt x="325" y="105"/>
                  </a:lnTo>
                  <a:lnTo>
                    <a:pt x="319" y="107"/>
                  </a:lnTo>
                  <a:lnTo>
                    <a:pt x="317" y="118"/>
                  </a:lnTo>
                  <a:lnTo>
                    <a:pt x="325" y="128"/>
                  </a:lnTo>
                  <a:lnTo>
                    <a:pt x="337" y="138"/>
                  </a:lnTo>
                  <a:lnTo>
                    <a:pt x="346" y="146"/>
                  </a:lnTo>
                  <a:lnTo>
                    <a:pt x="358" y="152"/>
                  </a:lnTo>
                  <a:lnTo>
                    <a:pt x="372" y="154"/>
                  </a:lnTo>
                  <a:lnTo>
                    <a:pt x="388" y="150"/>
                  </a:lnTo>
                  <a:lnTo>
                    <a:pt x="402" y="142"/>
                  </a:lnTo>
                  <a:lnTo>
                    <a:pt x="407" y="134"/>
                  </a:lnTo>
                  <a:lnTo>
                    <a:pt x="413" y="124"/>
                  </a:lnTo>
                  <a:lnTo>
                    <a:pt x="417" y="112"/>
                  </a:lnTo>
                  <a:lnTo>
                    <a:pt x="423" y="103"/>
                  </a:lnTo>
                  <a:lnTo>
                    <a:pt x="429" y="97"/>
                  </a:lnTo>
                  <a:lnTo>
                    <a:pt x="437" y="97"/>
                  </a:lnTo>
                  <a:lnTo>
                    <a:pt x="447" y="105"/>
                  </a:lnTo>
                  <a:lnTo>
                    <a:pt x="468" y="122"/>
                  </a:lnTo>
                  <a:lnTo>
                    <a:pt x="486" y="132"/>
                  </a:lnTo>
                  <a:lnTo>
                    <a:pt x="502" y="138"/>
                  </a:lnTo>
                  <a:lnTo>
                    <a:pt x="514" y="142"/>
                  </a:lnTo>
                  <a:lnTo>
                    <a:pt x="524" y="144"/>
                  </a:lnTo>
                  <a:lnTo>
                    <a:pt x="537" y="148"/>
                  </a:lnTo>
                  <a:lnTo>
                    <a:pt x="549" y="154"/>
                  </a:lnTo>
                  <a:lnTo>
                    <a:pt x="559" y="164"/>
                  </a:lnTo>
                  <a:lnTo>
                    <a:pt x="565" y="177"/>
                  </a:lnTo>
                  <a:lnTo>
                    <a:pt x="561" y="191"/>
                  </a:lnTo>
                  <a:lnTo>
                    <a:pt x="553" y="207"/>
                  </a:lnTo>
                  <a:lnTo>
                    <a:pt x="543" y="221"/>
                  </a:lnTo>
                  <a:lnTo>
                    <a:pt x="531" y="232"/>
                  </a:lnTo>
                  <a:lnTo>
                    <a:pt x="524" y="240"/>
                  </a:lnTo>
                  <a:lnTo>
                    <a:pt x="520" y="242"/>
                  </a:lnTo>
                  <a:lnTo>
                    <a:pt x="524" y="242"/>
                  </a:lnTo>
                  <a:lnTo>
                    <a:pt x="533" y="242"/>
                  </a:lnTo>
                  <a:lnTo>
                    <a:pt x="543" y="240"/>
                  </a:lnTo>
                  <a:lnTo>
                    <a:pt x="555" y="242"/>
                  </a:lnTo>
                  <a:lnTo>
                    <a:pt x="561" y="246"/>
                  </a:lnTo>
                  <a:lnTo>
                    <a:pt x="561" y="252"/>
                  </a:lnTo>
                  <a:lnTo>
                    <a:pt x="555" y="262"/>
                  </a:lnTo>
                  <a:lnTo>
                    <a:pt x="543" y="270"/>
                  </a:lnTo>
                  <a:lnTo>
                    <a:pt x="529" y="278"/>
                  </a:lnTo>
                  <a:lnTo>
                    <a:pt x="516" y="286"/>
                  </a:lnTo>
                  <a:lnTo>
                    <a:pt x="506" y="290"/>
                  </a:lnTo>
                  <a:lnTo>
                    <a:pt x="502" y="292"/>
                  </a:lnTo>
                  <a:lnTo>
                    <a:pt x="506" y="292"/>
                  </a:lnTo>
                  <a:lnTo>
                    <a:pt x="516" y="295"/>
                  </a:lnTo>
                  <a:lnTo>
                    <a:pt x="528" y="303"/>
                  </a:lnTo>
                  <a:lnTo>
                    <a:pt x="537" y="315"/>
                  </a:lnTo>
                  <a:lnTo>
                    <a:pt x="541" y="329"/>
                  </a:lnTo>
                  <a:lnTo>
                    <a:pt x="543" y="353"/>
                  </a:lnTo>
                  <a:lnTo>
                    <a:pt x="543" y="374"/>
                  </a:lnTo>
                  <a:lnTo>
                    <a:pt x="549" y="396"/>
                  </a:lnTo>
                  <a:lnTo>
                    <a:pt x="555" y="408"/>
                  </a:lnTo>
                  <a:lnTo>
                    <a:pt x="561" y="418"/>
                  </a:lnTo>
                  <a:lnTo>
                    <a:pt x="565" y="425"/>
                  </a:lnTo>
                  <a:lnTo>
                    <a:pt x="563" y="435"/>
                  </a:lnTo>
                  <a:lnTo>
                    <a:pt x="553" y="445"/>
                  </a:lnTo>
                  <a:lnTo>
                    <a:pt x="541" y="451"/>
                  </a:lnTo>
                  <a:lnTo>
                    <a:pt x="528" y="449"/>
                  </a:lnTo>
                  <a:lnTo>
                    <a:pt x="514" y="445"/>
                  </a:lnTo>
                  <a:lnTo>
                    <a:pt x="502" y="441"/>
                  </a:lnTo>
                  <a:lnTo>
                    <a:pt x="490" y="443"/>
                  </a:lnTo>
                  <a:lnTo>
                    <a:pt x="482" y="453"/>
                  </a:lnTo>
                  <a:lnTo>
                    <a:pt x="476" y="465"/>
                  </a:lnTo>
                  <a:lnTo>
                    <a:pt x="474" y="479"/>
                  </a:lnTo>
                  <a:lnTo>
                    <a:pt x="472" y="492"/>
                  </a:lnTo>
                  <a:lnTo>
                    <a:pt x="470" y="506"/>
                  </a:lnTo>
                  <a:lnTo>
                    <a:pt x="463" y="518"/>
                  </a:lnTo>
                  <a:lnTo>
                    <a:pt x="457" y="532"/>
                  </a:lnTo>
                  <a:lnTo>
                    <a:pt x="449" y="545"/>
                  </a:lnTo>
                  <a:lnTo>
                    <a:pt x="447" y="567"/>
                  </a:lnTo>
                  <a:lnTo>
                    <a:pt x="445" y="587"/>
                  </a:lnTo>
                  <a:lnTo>
                    <a:pt x="445" y="599"/>
                  </a:lnTo>
                  <a:lnTo>
                    <a:pt x="445" y="604"/>
                  </a:lnTo>
                  <a:lnTo>
                    <a:pt x="445" y="606"/>
                  </a:lnTo>
                  <a:lnTo>
                    <a:pt x="405" y="634"/>
                  </a:lnTo>
                  <a:lnTo>
                    <a:pt x="382" y="610"/>
                  </a:lnTo>
                  <a:lnTo>
                    <a:pt x="350" y="634"/>
                  </a:lnTo>
                  <a:lnTo>
                    <a:pt x="317" y="638"/>
                  </a:lnTo>
                  <a:lnTo>
                    <a:pt x="274" y="595"/>
                  </a:lnTo>
                  <a:lnTo>
                    <a:pt x="234" y="638"/>
                  </a:lnTo>
                  <a:lnTo>
                    <a:pt x="185" y="622"/>
                  </a:lnTo>
                  <a:lnTo>
                    <a:pt x="146" y="565"/>
                  </a:lnTo>
                  <a:lnTo>
                    <a:pt x="140" y="514"/>
                  </a:lnTo>
                  <a:lnTo>
                    <a:pt x="91" y="514"/>
                  </a:lnTo>
                  <a:lnTo>
                    <a:pt x="77" y="453"/>
                  </a:lnTo>
                  <a:lnTo>
                    <a:pt x="0" y="394"/>
                  </a:lnTo>
                  <a:lnTo>
                    <a:pt x="18" y="333"/>
                  </a:lnTo>
                  <a:lnTo>
                    <a:pt x="77" y="272"/>
                  </a:lnTo>
                  <a:lnTo>
                    <a:pt x="106" y="199"/>
                  </a:lnTo>
                  <a:lnTo>
                    <a:pt x="134" y="156"/>
                  </a:lnTo>
                  <a:lnTo>
                    <a:pt x="165" y="144"/>
                  </a:lnTo>
                  <a:lnTo>
                    <a:pt x="144" y="101"/>
                  </a:lnTo>
                  <a:lnTo>
                    <a:pt x="183" y="51"/>
                  </a:lnTo>
                  <a:lnTo>
                    <a:pt x="179" y="8"/>
                  </a:lnTo>
                  <a:lnTo>
                    <a:pt x="224" y="0"/>
                  </a:lnTo>
                  <a:lnTo>
                    <a:pt x="252" y="34"/>
                  </a:lnTo>
                  <a:lnTo>
                    <a:pt x="301" y="30"/>
                  </a:lnTo>
                  <a:lnTo>
                    <a:pt x="344" y="20"/>
                  </a:lnTo>
                  <a:lnTo>
                    <a:pt x="384" y="4"/>
                  </a:lnTo>
                  <a:lnTo>
                    <a:pt x="415" y="22"/>
                  </a:lnTo>
                  <a:lnTo>
                    <a:pt x="433" y="44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4" name="Freeform 83"/>
            <p:cNvSpPr/>
            <p:nvPr/>
          </p:nvSpPr>
          <p:spPr bwMode="gray">
            <a:xfrm>
              <a:off x="3622" y="2455"/>
              <a:ext cx="383" cy="340"/>
            </a:xfrm>
            <a:custGeom>
              <a:avLst/>
              <a:gdLst>
                <a:gd name="T0" fmla="*/ 67 w 766"/>
                <a:gd name="T1" fmla="*/ 11 h 681"/>
                <a:gd name="T2" fmla="*/ 71 w 766"/>
                <a:gd name="T3" fmla="*/ 13 h 681"/>
                <a:gd name="T4" fmla="*/ 79 w 766"/>
                <a:gd name="T5" fmla="*/ 17 h 681"/>
                <a:gd name="T6" fmla="*/ 85 w 766"/>
                <a:gd name="T7" fmla="*/ 22 h 681"/>
                <a:gd name="T8" fmla="*/ 96 w 766"/>
                <a:gd name="T9" fmla="*/ 25 h 681"/>
                <a:gd name="T10" fmla="*/ 105 w 766"/>
                <a:gd name="T11" fmla="*/ 28 h 681"/>
                <a:gd name="T12" fmla="*/ 110 w 766"/>
                <a:gd name="T13" fmla="*/ 34 h 681"/>
                <a:gd name="T14" fmla="*/ 114 w 766"/>
                <a:gd name="T15" fmla="*/ 41 h 681"/>
                <a:gd name="T16" fmla="*/ 120 w 766"/>
                <a:gd name="T17" fmla="*/ 51 h 681"/>
                <a:gd name="T18" fmla="*/ 126 w 766"/>
                <a:gd name="T19" fmla="*/ 59 h 681"/>
                <a:gd name="T20" fmla="*/ 133 w 766"/>
                <a:gd name="T21" fmla="*/ 69 h 681"/>
                <a:gd name="T22" fmla="*/ 138 w 766"/>
                <a:gd name="T23" fmla="*/ 79 h 681"/>
                <a:gd name="T24" fmla="*/ 138 w 766"/>
                <a:gd name="T25" fmla="*/ 85 h 681"/>
                <a:gd name="T26" fmla="*/ 141 w 766"/>
                <a:gd name="T27" fmla="*/ 92 h 681"/>
                <a:gd name="T28" fmla="*/ 152 w 766"/>
                <a:gd name="T29" fmla="*/ 96 h 681"/>
                <a:gd name="T30" fmla="*/ 162 w 766"/>
                <a:gd name="T31" fmla="*/ 99 h 681"/>
                <a:gd name="T32" fmla="*/ 168 w 766"/>
                <a:gd name="T33" fmla="*/ 106 h 681"/>
                <a:gd name="T34" fmla="*/ 174 w 766"/>
                <a:gd name="T35" fmla="*/ 112 h 681"/>
                <a:gd name="T36" fmla="*/ 179 w 766"/>
                <a:gd name="T37" fmla="*/ 116 h 681"/>
                <a:gd name="T38" fmla="*/ 183 w 766"/>
                <a:gd name="T39" fmla="*/ 121 h 681"/>
                <a:gd name="T40" fmla="*/ 181 w 766"/>
                <a:gd name="T41" fmla="*/ 124 h 681"/>
                <a:gd name="T42" fmla="*/ 173 w 766"/>
                <a:gd name="T43" fmla="*/ 125 h 681"/>
                <a:gd name="T44" fmla="*/ 161 w 766"/>
                <a:gd name="T45" fmla="*/ 124 h 681"/>
                <a:gd name="T46" fmla="*/ 153 w 766"/>
                <a:gd name="T47" fmla="*/ 124 h 681"/>
                <a:gd name="T48" fmla="*/ 153 w 766"/>
                <a:gd name="T49" fmla="*/ 124 h 681"/>
                <a:gd name="T50" fmla="*/ 158 w 766"/>
                <a:gd name="T51" fmla="*/ 126 h 681"/>
                <a:gd name="T52" fmla="*/ 165 w 766"/>
                <a:gd name="T53" fmla="*/ 130 h 681"/>
                <a:gd name="T54" fmla="*/ 168 w 766"/>
                <a:gd name="T55" fmla="*/ 134 h 681"/>
                <a:gd name="T56" fmla="*/ 177 w 766"/>
                <a:gd name="T57" fmla="*/ 139 h 681"/>
                <a:gd name="T58" fmla="*/ 184 w 766"/>
                <a:gd name="T59" fmla="*/ 144 h 681"/>
                <a:gd name="T60" fmla="*/ 189 w 766"/>
                <a:gd name="T61" fmla="*/ 150 h 681"/>
                <a:gd name="T62" fmla="*/ 192 w 766"/>
                <a:gd name="T63" fmla="*/ 155 h 681"/>
                <a:gd name="T64" fmla="*/ 190 w 766"/>
                <a:gd name="T65" fmla="*/ 157 h 681"/>
                <a:gd name="T66" fmla="*/ 183 w 766"/>
                <a:gd name="T67" fmla="*/ 161 h 681"/>
                <a:gd name="T68" fmla="*/ 177 w 766"/>
                <a:gd name="T69" fmla="*/ 164 h 681"/>
                <a:gd name="T70" fmla="*/ 175 w 766"/>
                <a:gd name="T71" fmla="*/ 166 h 681"/>
                <a:gd name="T72" fmla="*/ 173 w 766"/>
                <a:gd name="T73" fmla="*/ 168 h 681"/>
                <a:gd name="T74" fmla="*/ 171 w 766"/>
                <a:gd name="T75" fmla="*/ 169 h 681"/>
                <a:gd name="T76" fmla="*/ 170 w 766"/>
                <a:gd name="T77" fmla="*/ 170 h 681"/>
                <a:gd name="T78" fmla="*/ 158 w 766"/>
                <a:gd name="T79" fmla="*/ 160 h 681"/>
                <a:gd name="T80" fmla="*/ 125 w 766"/>
                <a:gd name="T81" fmla="*/ 167 h 681"/>
                <a:gd name="T82" fmla="*/ 108 w 766"/>
                <a:gd name="T83" fmla="*/ 161 h 681"/>
                <a:gd name="T84" fmla="*/ 89 w 766"/>
                <a:gd name="T85" fmla="*/ 158 h 681"/>
                <a:gd name="T86" fmla="*/ 75 w 766"/>
                <a:gd name="T87" fmla="*/ 148 h 681"/>
                <a:gd name="T88" fmla="*/ 57 w 766"/>
                <a:gd name="T89" fmla="*/ 128 h 681"/>
                <a:gd name="T90" fmla="*/ 49 w 766"/>
                <a:gd name="T91" fmla="*/ 101 h 681"/>
                <a:gd name="T92" fmla="*/ 36 w 766"/>
                <a:gd name="T93" fmla="*/ 67 h 681"/>
                <a:gd name="T94" fmla="*/ 21 w 766"/>
                <a:gd name="T95" fmla="*/ 64 h 681"/>
                <a:gd name="T96" fmla="*/ 0 w 766"/>
                <a:gd name="T97" fmla="*/ 55 h 681"/>
                <a:gd name="T98" fmla="*/ 18 w 766"/>
                <a:gd name="T99" fmla="*/ 31 h 681"/>
                <a:gd name="T100" fmla="*/ 30 w 766"/>
                <a:gd name="T101" fmla="*/ 25 h 681"/>
                <a:gd name="T102" fmla="*/ 51 w 766"/>
                <a:gd name="T103" fmla="*/ 19 h 681"/>
                <a:gd name="T104" fmla="*/ 66 w 766"/>
                <a:gd name="T105" fmla="*/ 0 h 68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766"/>
                <a:gd name="T160" fmla="*/ 0 h 681"/>
                <a:gd name="T161" fmla="*/ 766 w 766"/>
                <a:gd name="T162" fmla="*/ 681 h 68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766" h="681">
                  <a:moveTo>
                    <a:pt x="262" y="0"/>
                  </a:moveTo>
                  <a:lnTo>
                    <a:pt x="266" y="45"/>
                  </a:lnTo>
                  <a:lnTo>
                    <a:pt x="270" y="49"/>
                  </a:lnTo>
                  <a:lnTo>
                    <a:pt x="281" y="55"/>
                  </a:lnTo>
                  <a:lnTo>
                    <a:pt x="297" y="63"/>
                  </a:lnTo>
                  <a:lnTo>
                    <a:pt x="313" y="70"/>
                  </a:lnTo>
                  <a:lnTo>
                    <a:pt x="325" y="78"/>
                  </a:lnTo>
                  <a:lnTo>
                    <a:pt x="340" y="88"/>
                  </a:lnTo>
                  <a:lnTo>
                    <a:pt x="362" y="94"/>
                  </a:lnTo>
                  <a:lnTo>
                    <a:pt x="384" y="100"/>
                  </a:lnTo>
                  <a:lnTo>
                    <a:pt x="402" y="104"/>
                  </a:lnTo>
                  <a:lnTo>
                    <a:pt x="419" y="114"/>
                  </a:lnTo>
                  <a:lnTo>
                    <a:pt x="433" y="124"/>
                  </a:lnTo>
                  <a:lnTo>
                    <a:pt x="441" y="137"/>
                  </a:lnTo>
                  <a:lnTo>
                    <a:pt x="447" y="149"/>
                  </a:lnTo>
                  <a:lnTo>
                    <a:pt x="457" y="165"/>
                  </a:lnTo>
                  <a:lnTo>
                    <a:pt x="470" y="185"/>
                  </a:lnTo>
                  <a:lnTo>
                    <a:pt x="482" y="204"/>
                  </a:lnTo>
                  <a:lnTo>
                    <a:pt x="496" y="222"/>
                  </a:lnTo>
                  <a:lnTo>
                    <a:pt x="506" y="236"/>
                  </a:lnTo>
                  <a:lnTo>
                    <a:pt x="518" y="253"/>
                  </a:lnTo>
                  <a:lnTo>
                    <a:pt x="531" y="277"/>
                  </a:lnTo>
                  <a:lnTo>
                    <a:pt x="543" y="299"/>
                  </a:lnTo>
                  <a:lnTo>
                    <a:pt x="549" y="316"/>
                  </a:lnTo>
                  <a:lnTo>
                    <a:pt x="551" y="330"/>
                  </a:lnTo>
                  <a:lnTo>
                    <a:pt x="551" y="342"/>
                  </a:lnTo>
                  <a:lnTo>
                    <a:pt x="553" y="354"/>
                  </a:lnTo>
                  <a:lnTo>
                    <a:pt x="563" y="368"/>
                  </a:lnTo>
                  <a:lnTo>
                    <a:pt x="583" y="379"/>
                  </a:lnTo>
                  <a:lnTo>
                    <a:pt x="606" y="385"/>
                  </a:lnTo>
                  <a:lnTo>
                    <a:pt x="628" y="391"/>
                  </a:lnTo>
                  <a:lnTo>
                    <a:pt x="646" y="399"/>
                  </a:lnTo>
                  <a:lnTo>
                    <a:pt x="659" y="411"/>
                  </a:lnTo>
                  <a:lnTo>
                    <a:pt x="671" y="427"/>
                  </a:lnTo>
                  <a:lnTo>
                    <a:pt x="681" y="440"/>
                  </a:lnTo>
                  <a:lnTo>
                    <a:pt x="693" y="448"/>
                  </a:lnTo>
                  <a:lnTo>
                    <a:pt x="705" y="454"/>
                  </a:lnTo>
                  <a:lnTo>
                    <a:pt x="716" y="464"/>
                  </a:lnTo>
                  <a:lnTo>
                    <a:pt x="726" y="474"/>
                  </a:lnTo>
                  <a:lnTo>
                    <a:pt x="732" y="486"/>
                  </a:lnTo>
                  <a:lnTo>
                    <a:pt x="732" y="496"/>
                  </a:lnTo>
                  <a:lnTo>
                    <a:pt x="724" y="499"/>
                  </a:lnTo>
                  <a:lnTo>
                    <a:pt x="711" y="501"/>
                  </a:lnTo>
                  <a:lnTo>
                    <a:pt x="689" y="503"/>
                  </a:lnTo>
                  <a:lnTo>
                    <a:pt x="667" y="501"/>
                  </a:lnTo>
                  <a:lnTo>
                    <a:pt x="644" y="499"/>
                  </a:lnTo>
                  <a:lnTo>
                    <a:pt x="624" y="498"/>
                  </a:lnTo>
                  <a:lnTo>
                    <a:pt x="610" y="496"/>
                  </a:lnTo>
                  <a:lnTo>
                    <a:pt x="606" y="496"/>
                  </a:lnTo>
                  <a:lnTo>
                    <a:pt x="610" y="498"/>
                  </a:lnTo>
                  <a:lnTo>
                    <a:pt x="620" y="501"/>
                  </a:lnTo>
                  <a:lnTo>
                    <a:pt x="632" y="507"/>
                  </a:lnTo>
                  <a:lnTo>
                    <a:pt x="646" y="515"/>
                  </a:lnTo>
                  <a:lnTo>
                    <a:pt x="657" y="523"/>
                  </a:lnTo>
                  <a:lnTo>
                    <a:pt x="663" y="531"/>
                  </a:lnTo>
                  <a:lnTo>
                    <a:pt x="671" y="539"/>
                  </a:lnTo>
                  <a:lnTo>
                    <a:pt x="687" y="549"/>
                  </a:lnTo>
                  <a:lnTo>
                    <a:pt x="707" y="559"/>
                  </a:lnTo>
                  <a:lnTo>
                    <a:pt x="724" y="568"/>
                  </a:lnTo>
                  <a:lnTo>
                    <a:pt x="736" y="578"/>
                  </a:lnTo>
                  <a:lnTo>
                    <a:pt x="746" y="590"/>
                  </a:lnTo>
                  <a:lnTo>
                    <a:pt x="754" y="602"/>
                  </a:lnTo>
                  <a:lnTo>
                    <a:pt x="762" y="612"/>
                  </a:lnTo>
                  <a:lnTo>
                    <a:pt x="766" y="622"/>
                  </a:lnTo>
                  <a:lnTo>
                    <a:pt x="766" y="627"/>
                  </a:lnTo>
                  <a:lnTo>
                    <a:pt x="758" y="631"/>
                  </a:lnTo>
                  <a:lnTo>
                    <a:pt x="746" y="639"/>
                  </a:lnTo>
                  <a:lnTo>
                    <a:pt x="730" y="647"/>
                  </a:lnTo>
                  <a:lnTo>
                    <a:pt x="716" y="653"/>
                  </a:lnTo>
                  <a:lnTo>
                    <a:pt x="705" y="659"/>
                  </a:lnTo>
                  <a:lnTo>
                    <a:pt x="699" y="663"/>
                  </a:lnTo>
                  <a:lnTo>
                    <a:pt x="697" y="665"/>
                  </a:lnTo>
                  <a:lnTo>
                    <a:pt x="693" y="669"/>
                  </a:lnTo>
                  <a:lnTo>
                    <a:pt x="689" y="673"/>
                  </a:lnTo>
                  <a:lnTo>
                    <a:pt x="685" y="675"/>
                  </a:lnTo>
                  <a:lnTo>
                    <a:pt x="681" y="677"/>
                  </a:lnTo>
                  <a:lnTo>
                    <a:pt x="679" y="679"/>
                  </a:lnTo>
                  <a:lnTo>
                    <a:pt x="679" y="681"/>
                  </a:lnTo>
                  <a:lnTo>
                    <a:pt x="665" y="663"/>
                  </a:lnTo>
                  <a:lnTo>
                    <a:pt x="632" y="641"/>
                  </a:lnTo>
                  <a:lnTo>
                    <a:pt x="592" y="657"/>
                  </a:lnTo>
                  <a:lnTo>
                    <a:pt x="500" y="671"/>
                  </a:lnTo>
                  <a:lnTo>
                    <a:pt x="472" y="637"/>
                  </a:lnTo>
                  <a:lnTo>
                    <a:pt x="431" y="645"/>
                  </a:lnTo>
                  <a:lnTo>
                    <a:pt x="398" y="651"/>
                  </a:lnTo>
                  <a:lnTo>
                    <a:pt x="356" y="633"/>
                  </a:lnTo>
                  <a:lnTo>
                    <a:pt x="303" y="651"/>
                  </a:lnTo>
                  <a:lnTo>
                    <a:pt x="297" y="592"/>
                  </a:lnTo>
                  <a:lnTo>
                    <a:pt x="242" y="566"/>
                  </a:lnTo>
                  <a:lnTo>
                    <a:pt x="230" y="513"/>
                  </a:lnTo>
                  <a:lnTo>
                    <a:pt x="258" y="470"/>
                  </a:lnTo>
                  <a:lnTo>
                    <a:pt x="197" y="407"/>
                  </a:lnTo>
                  <a:lnTo>
                    <a:pt x="140" y="336"/>
                  </a:lnTo>
                  <a:lnTo>
                    <a:pt x="144" y="269"/>
                  </a:lnTo>
                  <a:lnTo>
                    <a:pt x="112" y="250"/>
                  </a:lnTo>
                  <a:lnTo>
                    <a:pt x="83" y="257"/>
                  </a:lnTo>
                  <a:lnTo>
                    <a:pt x="69" y="222"/>
                  </a:lnTo>
                  <a:lnTo>
                    <a:pt x="0" y="220"/>
                  </a:lnTo>
                  <a:lnTo>
                    <a:pt x="14" y="131"/>
                  </a:lnTo>
                  <a:lnTo>
                    <a:pt x="69" y="124"/>
                  </a:lnTo>
                  <a:lnTo>
                    <a:pt x="81" y="98"/>
                  </a:lnTo>
                  <a:lnTo>
                    <a:pt x="122" y="100"/>
                  </a:lnTo>
                  <a:lnTo>
                    <a:pt x="175" y="76"/>
                  </a:lnTo>
                  <a:lnTo>
                    <a:pt x="203" y="76"/>
                  </a:lnTo>
                  <a:lnTo>
                    <a:pt x="215" y="15"/>
                  </a:lnTo>
                  <a:lnTo>
                    <a:pt x="262" y="0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5" name="Freeform 84"/>
            <p:cNvSpPr/>
            <p:nvPr/>
          </p:nvSpPr>
          <p:spPr bwMode="gray">
            <a:xfrm>
              <a:off x="3622" y="2455"/>
              <a:ext cx="383" cy="340"/>
            </a:xfrm>
            <a:custGeom>
              <a:avLst/>
              <a:gdLst>
                <a:gd name="T0" fmla="*/ 67 w 766"/>
                <a:gd name="T1" fmla="*/ 11 h 681"/>
                <a:gd name="T2" fmla="*/ 71 w 766"/>
                <a:gd name="T3" fmla="*/ 13 h 681"/>
                <a:gd name="T4" fmla="*/ 79 w 766"/>
                <a:gd name="T5" fmla="*/ 17 h 681"/>
                <a:gd name="T6" fmla="*/ 85 w 766"/>
                <a:gd name="T7" fmla="*/ 22 h 681"/>
                <a:gd name="T8" fmla="*/ 96 w 766"/>
                <a:gd name="T9" fmla="*/ 25 h 681"/>
                <a:gd name="T10" fmla="*/ 105 w 766"/>
                <a:gd name="T11" fmla="*/ 28 h 681"/>
                <a:gd name="T12" fmla="*/ 110 w 766"/>
                <a:gd name="T13" fmla="*/ 34 h 681"/>
                <a:gd name="T14" fmla="*/ 114 w 766"/>
                <a:gd name="T15" fmla="*/ 41 h 681"/>
                <a:gd name="T16" fmla="*/ 120 w 766"/>
                <a:gd name="T17" fmla="*/ 51 h 681"/>
                <a:gd name="T18" fmla="*/ 126 w 766"/>
                <a:gd name="T19" fmla="*/ 59 h 681"/>
                <a:gd name="T20" fmla="*/ 133 w 766"/>
                <a:gd name="T21" fmla="*/ 69 h 681"/>
                <a:gd name="T22" fmla="*/ 138 w 766"/>
                <a:gd name="T23" fmla="*/ 79 h 681"/>
                <a:gd name="T24" fmla="*/ 138 w 766"/>
                <a:gd name="T25" fmla="*/ 85 h 681"/>
                <a:gd name="T26" fmla="*/ 141 w 766"/>
                <a:gd name="T27" fmla="*/ 92 h 681"/>
                <a:gd name="T28" fmla="*/ 152 w 766"/>
                <a:gd name="T29" fmla="*/ 96 h 681"/>
                <a:gd name="T30" fmla="*/ 162 w 766"/>
                <a:gd name="T31" fmla="*/ 99 h 681"/>
                <a:gd name="T32" fmla="*/ 168 w 766"/>
                <a:gd name="T33" fmla="*/ 106 h 681"/>
                <a:gd name="T34" fmla="*/ 174 w 766"/>
                <a:gd name="T35" fmla="*/ 112 h 681"/>
                <a:gd name="T36" fmla="*/ 179 w 766"/>
                <a:gd name="T37" fmla="*/ 116 h 681"/>
                <a:gd name="T38" fmla="*/ 183 w 766"/>
                <a:gd name="T39" fmla="*/ 121 h 681"/>
                <a:gd name="T40" fmla="*/ 181 w 766"/>
                <a:gd name="T41" fmla="*/ 124 h 681"/>
                <a:gd name="T42" fmla="*/ 173 w 766"/>
                <a:gd name="T43" fmla="*/ 125 h 681"/>
                <a:gd name="T44" fmla="*/ 161 w 766"/>
                <a:gd name="T45" fmla="*/ 124 h 681"/>
                <a:gd name="T46" fmla="*/ 153 w 766"/>
                <a:gd name="T47" fmla="*/ 124 h 681"/>
                <a:gd name="T48" fmla="*/ 153 w 766"/>
                <a:gd name="T49" fmla="*/ 124 h 681"/>
                <a:gd name="T50" fmla="*/ 158 w 766"/>
                <a:gd name="T51" fmla="*/ 126 h 681"/>
                <a:gd name="T52" fmla="*/ 165 w 766"/>
                <a:gd name="T53" fmla="*/ 130 h 681"/>
                <a:gd name="T54" fmla="*/ 168 w 766"/>
                <a:gd name="T55" fmla="*/ 134 h 681"/>
                <a:gd name="T56" fmla="*/ 177 w 766"/>
                <a:gd name="T57" fmla="*/ 139 h 681"/>
                <a:gd name="T58" fmla="*/ 184 w 766"/>
                <a:gd name="T59" fmla="*/ 144 h 681"/>
                <a:gd name="T60" fmla="*/ 189 w 766"/>
                <a:gd name="T61" fmla="*/ 150 h 681"/>
                <a:gd name="T62" fmla="*/ 192 w 766"/>
                <a:gd name="T63" fmla="*/ 155 h 681"/>
                <a:gd name="T64" fmla="*/ 190 w 766"/>
                <a:gd name="T65" fmla="*/ 157 h 681"/>
                <a:gd name="T66" fmla="*/ 183 w 766"/>
                <a:gd name="T67" fmla="*/ 161 h 681"/>
                <a:gd name="T68" fmla="*/ 177 w 766"/>
                <a:gd name="T69" fmla="*/ 164 h 681"/>
                <a:gd name="T70" fmla="*/ 175 w 766"/>
                <a:gd name="T71" fmla="*/ 166 h 681"/>
                <a:gd name="T72" fmla="*/ 173 w 766"/>
                <a:gd name="T73" fmla="*/ 168 h 681"/>
                <a:gd name="T74" fmla="*/ 171 w 766"/>
                <a:gd name="T75" fmla="*/ 169 h 681"/>
                <a:gd name="T76" fmla="*/ 170 w 766"/>
                <a:gd name="T77" fmla="*/ 170 h 681"/>
                <a:gd name="T78" fmla="*/ 158 w 766"/>
                <a:gd name="T79" fmla="*/ 160 h 681"/>
                <a:gd name="T80" fmla="*/ 125 w 766"/>
                <a:gd name="T81" fmla="*/ 167 h 681"/>
                <a:gd name="T82" fmla="*/ 108 w 766"/>
                <a:gd name="T83" fmla="*/ 161 h 681"/>
                <a:gd name="T84" fmla="*/ 89 w 766"/>
                <a:gd name="T85" fmla="*/ 158 h 681"/>
                <a:gd name="T86" fmla="*/ 75 w 766"/>
                <a:gd name="T87" fmla="*/ 148 h 681"/>
                <a:gd name="T88" fmla="*/ 57 w 766"/>
                <a:gd name="T89" fmla="*/ 128 h 681"/>
                <a:gd name="T90" fmla="*/ 49 w 766"/>
                <a:gd name="T91" fmla="*/ 101 h 681"/>
                <a:gd name="T92" fmla="*/ 36 w 766"/>
                <a:gd name="T93" fmla="*/ 67 h 681"/>
                <a:gd name="T94" fmla="*/ 21 w 766"/>
                <a:gd name="T95" fmla="*/ 64 h 681"/>
                <a:gd name="T96" fmla="*/ 0 w 766"/>
                <a:gd name="T97" fmla="*/ 55 h 681"/>
                <a:gd name="T98" fmla="*/ 18 w 766"/>
                <a:gd name="T99" fmla="*/ 31 h 681"/>
                <a:gd name="T100" fmla="*/ 30 w 766"/>
                <a:gd name="T101" fmla="*/ 25 h 681"/>
                <a:gd name="T102" fmla="*/ 51 w 766"/>
                <a:gd name="T103" fmla="*/ 19 h 681"/>
                <a:gd name="T104" fmla="*/ 66 w 766"/>
                <a:gd name="T105" fmla="*/ 0 h 68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766"/>
                <a:gd name="T160" fmla="*/ 0 h 681"/>
                <a:gd name="T161" fmla="*/ 766 w 766"/>
                <a:gd name="T162" fmla="*/ 681 h 68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766" h="681">
                  <a:moveTo>
                    <a:pt x="262" y="0"/>
                  </a:moveTo>
                  <a:lnTo>
                    <a:pt x="266" y="45"/>
                  </a:lnTo>
                  <a:lnTo>
                    <a:pt x="270" y="49"/>
                  </a:lnTo>
                  <a:lnTo>
                    <a:pt x="281" y="55"/>
                  </a:lnTo>
                  <a:lnTo>
                    <a:pt x="297" y="63"/>
                  </a:lnTo>
                  <a:lnTo>
                    <a:pt x="313" y="70"/>
                  </a:lnTo>
                  <a:lnTo>
                    <a:pt x="325" y="78"/>
                  </a:lnTo>
                  <a:lnTo>
                    <a:pt x="340" y="88"/>
                  </a:lnTo>
                  <a:lnTo>
                    <a:pt x="362" y="94"/>
                  </a:lnTo>
                  <a:lnTo>
                    <a:pt x="384" y="100"/>
                  </a:lnTo>
                  <a:lnTo>
                    <a:pt x="402" y="104"/>
                  </a:lnTo>
                  <a:lnTo>
                    <a:pt x="419" y="114"/>
                  </a:lnTo>
                  <a:lnTo>
                    <a:pt x="433" y="124"/>
                  </a:lnTo>
                  <a:lnTo>
                    <a:pt x="441" y="137"/>
                  </a:lnTo>
                  <a:lnTo>
                    <a:pt x="447" y="149"/>
                  </a:lnTo>
                  <a:lnTo>
                    <a:pt x="457" y="165"/>
                  </a:lnTo>
                  <a:lnTo>
                    <a:pt x="470" y="185"/>
                  </a:lnTo>
                  <a:lnTo>
                    <a:pt x="482" y="204"/>
                  </a:lnTo>
                  <a:lnTo>
                    <a:pt x="496" y="222"/>
                  </a:lnTo>
                  <a:lnTo>
                    <a:pt x="506" y="236"/>
                  </a:lnTo>
                  <a:lnTo>
                    <a:pt x="518" y="253"/>
                  </a:lnTo>
                  <a:lnTo>
                    <a:pt x="531" y="277"/>
                  </a:lnTo>
                  <a:lnTo>
                    <a:pt x="543" y="299"/>
                  </a:lnTo>
                  <a:lnTo>
                    <a:pt x="549" y="316"/>
                  </a:lnTo>
                  <a:lnTo>
                    <a:pt x="551" y="330"/>
                  </a:lnTo>
                  <a:lnTo>
                    <a:pt x="551" y="342"/>
                  </a:lnTo>
                  <a:lnTo>
                    <a:pt x="553" y="354"/>
                  </a:lnTo>
                  <a:lnTo>
                    <a:pt x="563" y="368"/>
                  </a:lnTo>
                  <a:lnTo>
                    <a:pt x="583" y="379"/>
                  </a:lnTo>
                  <a:lnTo>
                    <a:pt x="606" y="385"/>
                  </a:lnTo>
                  <a:lnTo>
                    <a:pt x="628" y="391"/>
                  </a:lnTo>
                  <a:lnTo>
                    <a:pt x="646" y="399"/>
                  </a:lnTo>
                  <a:lnTo>
                    <a:pt x="659" y="411"/>
                  </a:lnTo>
                  <a:lnTo>
                    <a:pt x="671" y="427"/>
                  </a:lnTo>
                  <a:lnTo>
                    <a:pt x="681" y="440"/>
                  </a:lnTo>
                  <a:lnTo>
                    <a:pt x="693" y="448"/>
                  </a:lnTo>
                  <a:lnTo>
                    <a:pt x="705" y="454"/>
                  </a:lnTo>
                  <a:lnTo>
                    <a:pt x="716" y="464"/>
                  </a:lnTo>
                  <a:lnTo>
                    <a:pt x="726" y="474"/>
                  </a:lnTo>
                  <a:lnTo>
                    <a:pt x="732" y="486"/>
                  </a:lnTo>
                  <a:lnTo>
                    <a:pt x="732" y="496"/>
                  </a:lnTo>
                  <a:lnTo>
                    <a:pt x="724" y="499"/>
                  </a:lnTo>
                  <a:lnTo>
                    <a:pt x="711" y="501"/>
                  </a:lnTo>
                  <a:lnTo>
                    <a:pt x="689" y="503"/>
                  </a:lnTo>
                  <a:lnTo>
                    <a:pt x="667" y="501"/>
                  </a:lnTo>
                  <a:lnTo>
                    <a:pt x="644" y="499"/>
                  </a:lnTo>
                  <a:lnTo>
                    <a:pt x="624" y="498"/>
                  </a:lnTo>
                  <a:lnTo>
                    <a:pt x="610" y="496"/>
                  </a:lnTo>
                  <a:lnTo>
                    <a:pt x="606" y="496"/>
                  </a:lnTo>
                  <a:lnTo>
                    <a:pt x="610" y="498"/>
                  </a:lnTo>
                  <a:lnTo>
                    <a:pt x="620" y="501"/>
                  </a:lnTo>
                  <a:lnTo>
                    <a:pt x="632" y="507"/>
                  </a:lnTo>
                  <a:lnTo>
                    <a:pt x="646" y="515"/>
                  </a:lnTo>
                  <a:lnTo>
                    <a:pt x="657" y="523"/>
                  </a:lnTo>
                  <a:lnTo>
                    <a:pt x="663" y="531"/>
                  </a:lnTo>
                  <a:lnTo>
                    <a:pt x="671" y="539"/>
                  </a:lnTo>
                  <a:lnTo>
                    <a:pt x="687" y="549"/>
                  </a:lnTo>
                  <a:lnTo>
                    <a:pt x="707" y="559"/>
                  </a:lnTo>
                  <a:lnTo>
                    <a:pt x="724" y="568"/>
                  </a:lnTo>
                  <a:lnTo>
                    <a:pt x="736" y="578"/>
                  </a:lnTo>
                  <a:lnTo>
                    <a:pt x="746" y="590"/>
                  </a:lnTo>
                  <a:lnTo>
                    <a:pt x="754" y="602"/>
                  </a:lnTo>
                  <a:lnTo>
                    <a:pt x="762" y="612"/>
                  </a:lnTo>
                  <a:lnTo>
                    <a:pt x="766" y="622"/>
                  </a:lnTo>
                  <a:lnTo>
                    <a:pt x="766" y="627"/>
                  </a:lnTo>
                  <a:lnTo>
                    <a:pt x="758" y="631"/>
                  </a:lnTo>
                  <a:lnTo>
                    <a:pt x="746" y="639"/>
                  </a:lnTo>
                  <a:lnTo>
                    <a:pt x="730" y="647"/>
                  </a:lnTo>
                  <a:lnTo>
                    <a:pt x="716" y="653"/>
                  </a:lnTo>
                  <a:lnTo>
                    <a:pt x="705" y="659"/>
                  </a:lnTo>
                  <a:lnTo>
                    <a:pt x="699" y="663"/>
                  </a:lnTo>
                  <a:lnTo>
                    <a:pt x="697" y="665"/>
                  </a:lnTo>
                  <a:lnTo>
                    <a:pt x="693" y="669"/>
                  </a:lnTo>
                  <a:lnTo>
                    <a:pt x="689" y="673"/>
                  </a:lnTo>
                  <a:lnTo>
                    <a:pt x="685" y="675"/>
                  </a:lnTo>
                  <a:lnTo>
                    <a:pt x="681" y="677"/>
                  </a:lnTo>
                  <a:lnTo>
                    <a:pt x="679" y="679"/>
                  </a:lnTo>
                  <a:lnTo>
                    <a:pt x="679" y="681"/>
                  </a:lnTo>
                  <a:lnTo>
                    <a:pt x="665" y="663"/>
                  </a:lnTo>
                  <a:lnTo>
                    <a:pt x="632" y="641"/>
                  </a:lnTo>
                  <a:lnTo>
                    <a:pt x="592" y="657"/>
                  </a:lnTo>
                  <a:lnTo>
                    <a:pt x="500" y="671"/>
                  </a:lnTo>
                  <a:lnTo>
                    <a:pt x="472" y="637"/>
                  </a:lnTo>
                  <a:lnTo>
                    <a:pt x="431" y="645"/>
                  </a:lnTo>
                  <a:lnTo>
                    <a:pt x="398" y="651"/>
                  </a:lnTo>
                  <a:lnTo>
                    <a:pt x="356" y="633"/>
                  </a:lnTo>
                  <a:lnTo>
                    <a:pt x="303" y="651"/>
                  </a:lnTo>
                  <a:lnTo>
                    <a:pt x="297" y="592"/>
                  </a:lnTo>
                  <a:lnTo>
                    <a:pt x="242" y="566"/>
                  </a:lnTo>
                  <a:lnTo>
                    <a:pt x="230" y="513"/>
                  </a:lnTo>
                  <a:lnTo>
                    <a:pt x="258" y="470"/>
                  </a:lnTo>
                  <a:lnTo>
                    <a:pt x="197" y="407"/>
                  </a:lnTo>
                  <a:lnTo>
                    <a:pt x="140" y="336"/>
                  </a:lnTo>
                  <a:lnTo>
                    <a:pt x="144" y="269"/>
                  </a:lnTo>
                  <a:lnTo>
                    <a:pt x="112" y="250"/>
                  </a:lnTo>
                  <a:lnTo>
                    <a:pt x="83" y="257"/>
                  </a:lnTo>
                  <a:lnTo>
                    <a:pt x="69" y="222"/>
                  </a:lnTo>
                  <a:lnTo>
                    <a:pt x="0" y="220"/>
                  </a:lnTo>
                  <a:lnTo>
                    <a:pt x="14" y="131"/>
                  </a:lnTo>
                  <a:lnTo>
                    <a:pt x="69" y="124"/>
                  </a:lnTo>
                  <a:lnTo>
                    <a:pt x="81" y="98"/>
                  </a:lnTo>
                  <a:lnTo>
                    <a:pt x="122" y="100"/>
                  </a:lnTo>
                  <a:lnTo>
                    <a:pt x="175" y="76"/>
                  </a:lnTo>
                  <a:lnTo>
                    <a:pt x="203" y="76"/>
                  </a:lnTo>
                  <a:lnTo>
                    <a:pt x="215" y="15"/>
                  </a:lnTo>
                  <a:lnTo>
                    <a:pt x="262" y="0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6" name="Freeform 85"/>
            <p:cNvSpPr/>
            <p:nvPr/>
          </p:nvSpPr>
          <p:spPr bwMode="gray">
            <a:xfrm>
              <a:off x="3848" y="2705"/>
              <a:ext cx="58" cy="77"/>
            </a:xfrm>
            <a:custGeom>
              <a:avLst/>
              <a:gdLst>
                <a:gd name="T0" fmla="*/ 0 w 116"/>
                <a:gd name="T1" fmla="*/ 0 h 156"/>
                <a:gd name="T2" fmla="*/ 1 w 116"/>
                <a:gd name="T3" fmla="*/ 1 h 156"/>
                <a:gd name="T4" fmla="*/ 2 w 116"/>
                <a:gd name="T5" fmla="*/ 4 h 156"/>
                <a:gd name="T6" fmla="*/ 4 w 116"/>
                <a:gd name="T7" fmla="*/ 8 h 156"/>
                <a:gd name="T8" fmla="*/ 5 w 116"/>
                <a:gd name="T9" fmla="*/ 13 h 156"/>
                <a:gd name="T10" fmla="*/ 6 w 116"/>
                <a:gd name="T11" fmla="*/ 16 h 156"/>
                <a:gd name="T12" fmla="*/ 6 w 116"/>
                <a:gd name="T13" fmla="*/ 20 h 156"/>
                <a:gd name="T14" fmla="*/ 8 w 116"/>
                <a:gd name="T15" fmla="*/ 25 h 156"/>
                <a:gd name="T16" fmla="*/ 11 w 116"/>
                <a:gd name="T17" fmla="*/ 30 h 156"/>
                <a:gd name="T18" fmla="*/ 12 w 116"/>
                <a:gd name="T19" fmla="*/ 33 h 156"/>
                <a:gd name="T20" fmla="*/ 13 w 116"/>
                <a:gd name="T21" fmla="*/ 35 h 156"/>
                <a:gd name="T22" fmla="*/ 15 w 116"/>
                <a:gd name="T23" fmla="*/ 36 h 156"/>
                <a:gd name="T24" fmla="*/ 18 w 116"/>
                <a:gd name="T25" fmla="*/ 38 h 156"/>
                <a:gd name="T26" fmla="*/ 21 w 116"/>
                <a:gd name="T27" fmla="*/ 38 h 156"/>
                <a:gd name="T28" fmla="*/ 24 w 116"/>
                <a:gd name="T29" fmla="*/ 38 h 156"/>
                <a:gd name="T30" fmla="*/ 27 w 116"/>
                <a:gd name="T31" fmla="*/ 37 h 156"/>
                <a:gd name="T32" fmla="*/ 29 w 116"/>
                <a:gd name="T33" fmla="*/ 34 h 156"/>
                <a:gd name="T34" fmla="*/ 29 w 116"/>
                <a:gd name="T35" fmla="*/ 30 h 156"/>
                <a:gd name="T36" fmla="*/ 27 w 116"/>
                <a:gd name="T37" fmla="*/ 26 h 156"/>
                <a:gd name="T38" fmla="*/ 24 w 116"/>
                <a:gd name="T39" fmla="*/ 22 h 156"/>
                <a:gd name="T40" fmla="*/ 19 w 116"/>
                <a:gd name="T41" fmla="*/ 19 h 156"/>
                <a:gd name="T42" fmla="*/ 15 w 116"/>
                <a:gd name="T43" fmla="*/ 16 h 156"/>
                <a:gd name="T44" fmla="*/ 11 w 116"/>
                <a:gd name="T45" fmla="*/ 13 h 156"/>
                <a:gd name="T46" fmla="*/ 10 w 116"/>
                <a:gd name="T47" fmla="*/ 11 h 156"/>
                <a:gd name="T48" fmla="*/ 8 w 116"/>
                <a:gd name="T49" fmla="*/ 8 h 156"/>
                <a:gd name="T50" fmla="*/ 6 w 116"/>
                <a:gd name="T51" fmla="*/ 5 h 156"/>
                <a:gd name="T52" fmla="*/ 3 w 116"/>
                <a:gd name="T53" fmla="*/ 3 h 156"/>
                <a:gd name="T54" fmla="*/ 1 w 116"/>
                <a:gd name="T55" fmla="*/ 1 h 156"/>
                <a:gd name="T56" fmla="*/ 0 w 116"/>
                <a:gd name="T57" fmla="*/ 0 h 15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16"/>
                <a:gd name="T88" fmla="*/ 0 h 156"/>
                <a:gd name="T89" fmla="*/ 116 w 116"/>
                <a:gd name="T90" fmla="*/ 156 h 15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16" h="156">
                  <a:moveTo>
                    <a:pt x="0" y="0"/>
                  </a:moveTo>
                  <a:lnTo>
                    <a:pt x="2" y="6"/>
                  </a:lnTo>
                  <a:lnTo>
                    <a:pt x="8" y="18"/>
                  </a:lnTo>
                  <a:lnTo>
                    <a:pt x="13" y="34"/>
                  </a:lnTo>
                  <a:lnTo>
                    <a:pt x="19" y="52"/>
                  </a:lnTo>
                  <a:lnTo>
                    <a:pt x="21" y="65"/>
                  </a:lnTo>
                  <a:lnTo>
                    <a:pt x="23" y="83"/>
                  </a:lnTo>
                  <a:lnTo>
                    <a:pt x="31" y="103"/>
                  </a:lnTo>
                  <a:lnTo>
                    <a:pt x="41" y="121"/>
                  </a:lnTo>
                  <a:lnTo>
                    <a:pt x="47" y="136"/>
                  </a:lnTo>
                  <a:lnTo>
                    <a:pt x="49" y="142"/>
                  </a:lnTo>
                  <a:lnTo>
                    <a:pt x="59" y="148"/>
                  </a:lnTo>
                  <a:lnTo>
                    <a:pt x="69" y="154"/>
                  </a:lnTo>
                  <a:lnTo>
                    <a:pt x="82" y="156"/>
                  </a:lnTo>
                  <a:lnTo>
                    <a:pt x="94" y="156"/>
                  </a:lnTo>
                  <a:lnTo>
                    <a:pt x="106" y="150"/>
                  </a:lnTo>
                  <a:lnTo>
                    <a:pt x="114" y="138"/>
                  </a:lnTo>
                  <a:lnTo>
                    <a:pt x="116" y="123"/>
                  </a:lnTo>
                  <a:lnTo>
                    <a:pt x="108" y="107"/>
                  </a:lnTo>
                  <a:lnTo>
                    <a:pt x="94" y="91"/>
                  </a:lnTo>
                  <a:lnTo>
                    <a:pt x="76" y="77"/>
                  </a:lnTo>
                  <a:lnTo>
                    <a:pt x="59" y="65"/>
                  </a:lnTo>
                  <a:lnTo>
                    <a:pt x="43" y="54"/>
                  </a:lnTo>
                  <a:lnTo>
                    <a:pt x="37" y="46"/>
                  </a:lnTo>
                  <a:lnTo>
                    <a:pt x="31" y="34"/>
                  </a:lnTo>
                  <a:lnTo>
                    <a:pt x="21" y="22"/>
                  </a:lnTo>
                  <a:lnTo>
                    <a:pt x="12" y="12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7" name="Freeform 86"/>
            <p:cNvSpPr/>
            <p:nvPr/>
          </p:nvSpPr>
          <p:spPr bwMode="gray">
            <a:xfrm>
              <a:off x="3848" y="2705"/>
              <a:ext cx="58" cy="77"/>
            </a:xfrm>
            <a:custGeom>
              <a:avLst/>
              <a:gdLst>
                <a:gd name="T0" fmla="*/ 0 w 116"/>
                <a:gd name="T1" fmla="*/ 0 h 156"/>
                <a:gd name="T2" fmla="*/ 1 w 116"/>
                <a:gd name="T3" fmla="*/ 1 h 156"/>
                <a:gd name="T4" fmla="*/ 2 w 116"/>
                <a:gd name="T5" fmla="*/ 4 h 156"/>
                <a:gd name="T6" fmla="*/ 4 w 116"/>
                <a:gd name="T7" fmla="*/ 8 h 156"/>
                <a:gd name="T8" fmla="*/ 5 w 116"/>
                <a:gd name="T9" fmla="*/ 13 h 156"/>
                <a:gd name="T10" fmla="*/ 6 w 116"/>
                <a:gd name="T11" fmla="*/ 16 h 156"/>
                <a:gd name="T12" fmla="*/ 6 w 116"/>
                <a:gd name="T13" fmla="*/ 20 h 156"/>
                <a:gd name="T14" fmla="*/ 8 w 116"/>
                <a:gd name="T15" fmla="*/ 25 h 156"/>
                <a:gd name="T16" fmla="*/ 11 w 116"/>
                <a:gd name="T17" fmla="*/ 30 h 156"/>
                <a:gd name="T18" fmla="*/ 12 w 116"/>
                <a:gd name="T19" fmla="*/ 33 h 156"/>
                <a:gd name="T20" fmla="*/ 13 w 116"/>
                <a:gd name="T21" fmla="*/ 35 h 156"/>
                <a:gd name="T22" fmla="*/ 15 w 116"/>
                <a:gd name="T23" fmla="*/ 36 h 156"/>
                <a:gd name="T24" fmla="*/ 18 w 116"/>
                <a:gd name="T25" fmla="*/ 38 h 156"/>
                <a:gd name="T26" fmla="*/ 21 w 116"/>
                <a:gd name="T27" fmla="*/ 38 h 156"/>
                <a:gd name="T28" fmla="*/ 24 w 116"/>
                <a:gd name="T29" fmla="*/ 38 h 156"/>
                <a:gd name="T30" fmla="*/ 27 w 116"/>
                <a:gd name="T31" fmla="*/ 37 h 156"/>
                <a:gd name="T32" fmla="*/ 29 w 116"/>
                <a:gd name="T33" fmla="*/ 34 h 156"/>
                <a:gd name="T34" fmla="*/ 29 w 116"/>
                <a:gd name="T35" fmla="*/ 30 h 156"/>
                <a:gd name="T36" fmla="*/ 27 w 116"/>
                <a:gd name="T37" fmla="*/ 26 h 156"/>
                <a:gd name="T38" fmla="*/ 24 w 116"/>
                <a:gd name="T39" fmla="*/ 22 h 156"/>
                <a:gd name="T40" fmla="*/ 19 w 116"/>
                <a:gd name="T41" fmla="*/ 19 h 156"/>
                <a:gd name="T42" fmla="*/ 15 w 116"/>
                <a:gd name="T43" fmla="*/ 16 h 156"/>
                <a:gd name="T44" fmla="*/ 11 w 116"/>
                <a:gd name="T45" fmla="*/ 13 h 156"/>
                <a:gd name="T46" fmla="*/ 10 w 116"/>
                <a:gd name="T47" fmla="*/ 11 h 156"/>
                <a:gd name="T48" fmla="*/ 8 w 116"/>
                <a:gd name="T49" fmla="*/ 8 h 156"/>
                <a:gd name="T50" fmla="*/ 6 w 116"/>
                <a:gd name="T51" fmla="*/ 5 h 156"/>
                <a:gd name="T52" fmla="*/ 3 w 116"/>
                <a:gd name="T53" fmla="*/ 3 h 156"/>
                <a:gd name="T54" fmla="*/ 1 w 116"/>
                <a:gd name="T55" fmla="*/ 1 h 156"/>
                <a:gd name="T56" fmla="*/ 0 w 116"/>
                <a:gd name="T57" fmla="*/ 0 h 15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16"/>
                <a:gd name="T88" fmla="*/ 0 h 156"/>
                <a:gd name="T89" fmla="*/ 116 w 116"/>
                <a:gd name="T90" fmla="*/ 156 h 15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16" h="156">
                  <a:moveTo>
                    <a:pt x="0" y="0"/>
                  </a:moveTo>
                  <a:lnTo>
                    <a:pt x="2" y="6"/>
                  </a:lnTo>
                  <a:lnTo>
                    <a:pt x="8" y="18"/>
                  </a:lnTo>
                  <a:lnTo>
                    <a:pt x="13" y="34"/>
                  </a:lnTo>
                  <a:lnTo>
                    <a:pt x="19" y="52"/>
                  </a:lnTo>
                  <a:lnTo>
                    <a:pt x="21" y="65"/>
                  </a:lnTo>
                  <a:lnTo>
                    <a:pt x="23" y="83"/>
                  </a:lnTo>
                  <a:lnTo>
                    <a:pt x="31" y="103"/>
                  </a:lnTo>
                  <a:lnTo>
                    <a:pt x="41" y="121"/>
                  </a:lnTo>
                  <a:lnTo>
                    <a:pt x="47" y="136"/>
                  </a:lnTo>
                  <a:lnTo>
                    <a:pt x="49" y="142"/>
                  </a:lnTo>
                  <a:lnTo>
                    <a:pt x="59" y="148"/>
                  </a:lnTo>
                  <a:lnTo>
                    <a:pt x="69" y="154"/>
                  </a:lnTo>
                  <a:lnTo>
                    <a:pt x="82" y="156"/>
                  </a:lnTo>
                  <a:lnTo>
                    <a:pt x="94" y="156"/>
                  </a:lnTo>
                  <a:lnTo>
                    <a:pt x="106" y="150"/>
                  </a:lnTo>
                  <a:lnTo>
                    <a:pt x="114" y="138"/>
                  </a:lnTo>
                  <a:lnTo>
                    <a:pt x="116" y="123"/>
                  </a:lnTo>
                  <a:lnTo>
                    <a:pt x="108" y="107"/>
                  </a:lnTo>
                  <a:lnTo>
                    <a:pt x="94" y="91"/>
                  </a:lnTo>
                  <a:lnTo>
                    <a:pt x="76" y="77"/>
                  </a:lnTo>
                  <a:lnTo>
                    <a:pt x="59" y="65"/>
                  </a:lnTo>
                  <a:lnTo>
                    <a:pt x="43" y="54"/>
                  </a:lnTo>
                  <a:lnTo>
                    <a:pt x="37" y="46"/>
                  </a:lnTo>
                  <a:lnTo>
                    <a:pt x="31" y="34"/>
                  </a:lnTo>
                  <a:lnTo>
                    <a:pt x="21" y="22"/>
                  </a:lnTo>
                  <a:lnTo>
                    <a:pt x="12" y="12"/>
                  </a:lnTo>
                  <a:lnTo>
                    <a:pt x="2" y="4"/>
                  </a:ln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8" name="Freeform 87"/>
            <p:cNvSpPr/>
            <p:nvPr/>
          </p:nvSpPr>
          <p:spPr bwMode="gray">
            <a:xfrm>
              <a:off x="3714" y="2597"/>
              <a:ext cx="37" cy="32"/>
            </a:xfrm>
            <a:custGeom>
              <a:avLst/>
              <a:gdLst>
                <a:gd name="T0" fmla="*/ 0 w 75"/>
                <a:gd name="T1" fmla="*/ 12 h 63"/>
                <a:gd name="T2" fmla="*/ 8 w 75"/>
                <a:gd name="T3" fmla="*/ 0 h 63"/>
                <a:gd name="T4" fmla="*/ 18 w 75"/>
                <a:gd name="T5" fmla="*/ 4 h 63"/>
                <a:gd name="T6" fmla="*/ 18 w 75"/>
                <a:gd name="T7" fmla="*/ 13 h 63"/>
                <a:gd name="T8" fmla="*/ 8 w 75"/>
                <a:gd name="T9" fmla="*/ 16 h 63"/>
                <a:gd name="T10" fmla="*/ 0 w 75"/>
                <a:gd name="T11" fmla="*/ 12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63"/>
                <a:gd name="T20" fmla="*/ 75 w 75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63">
                  <a:moveTo>
                    <a:pt x="0" y="45"/>
                  </a:moveTo>
                  <a:lnTo>
                    <a:pt x="33" y="0"/>
                  </a:lnTo>
                  <a:lnTo>
                    <a:pt x="73" y="14"/>
                  </a:lnTo>
                  <a:lnTo>
                    <a:pt x="75" y="49"/>
                  </a:lnTo>
                  <a:lnTo>
                    <a:pt x="32" y="63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49" name="Freeform 88"/>
            <p:cNvSpPr/>
            <p:nvPr/>
          </p:nvSpPr>
          <p:spPr bwMode="gray">
            <a:xfrm>
              <a:off x="3714" y="2597"/>
              <a:ext cx="37" cy="32"/>
            </a:xfrm>
            <a:custGeom>
              <a:avLst/>
              <a:gdLst>
                <a:gd name="T0" fmla="*/ 0 w 75"/>
                <a:gd name="T1" fmla="*/ 12 h 63"/>
                <a:gd name="T2" fmla="*/ 8 w 75"/>
                <a:gd name="T3" fmla="*/ 0 h 63"/>
                <a:gd name="T4" fmla="*/ 18 w 75"/>
                <a:gd name="T5" fmla="*/ 4 h 63"/>
                <a:gd name="T6" fmla="*/ 18 w 75"/>
                <a:gd name="T7" fmla="*/ 13 h 63"/>
                <a:gd name="T8" fmla="*/ 8 w 75"/>
                <a:gd name="T9" fmla="*/ 16 h 63"/>
                <a:gd name="T10" fmla="*/ 0 w 75"/>
                <a:gd name="T11" fmla="*/ 12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63"/>
                <a:gd name="T20" fmla="*/ 75 w 75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63">
                  <a:moveTo>
                    <a:pt x="0" y="45"/>
                  </a:moveTo>
                  <a:lnTo>
                    <a:pt x="33" y="0"/>
                  </a:lnTo>
                  <a:lnTo>
                    <a:pt x="73" y="14"/>
                  </a:lnTo>
                  <a:lnTo>
                    <a:pt x="75" y="49"/>
                  </a:lnTo>
                  <a:lnTo>
                    <a:pt x="32" y="63"/>
                  </a:lnTo>
                  <a:lnTo>
                    <a:pt x="0" y="45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0" name="Freeform 89"/>
            <p:cNvSpPr/>
            <p:nvPr/>
          </p:nvSpPr>
          <p:spPr bwMode="gray">
            <a:xfrm>
              <a:off x="3768" y="2614"/>
              <a:ext cx="37" cy="52"/>
            </a:xfrm>
            <a:custGeom>
              <a:avLst/>
              <a:gdLst>
                <a:gd name="T0" fmla="*/ 0 w 73"/>
                <a:gd name="T1" fmla="*/ 10 h 105"/>
                <a:gd name="T2" fmla="*/ 9 w 73"/>
                <a:gd name="T3" fmla="*/ 0 h 105"/>
                <a:gd name="T4" fmla="*/ 16 w 73"/>
                <a:gd name="T5" fmla="*/ 12 h 105"/>
                <a:gd name="T6" fmla="*/ 19 w 73"/>
                <a:gd name="T7" fmla="*/ 26 h 105"/>
                <a:gd name="T8" fmla="*/ 9 w 73"/>
                <a:gd name="T9" fmla="*/ 19 h 105"/>
                <a:gd name="T10" fmla="*/ 0 w 73"/>
                <a:gd name="T11" fmla="*/ 1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"/>
                <a:gd name="T19" fmla="*/ 0 h 105"/>
                <a:gd name="T20" fmla="*/ 73 w 73"/>
                <a:gd name="T21" fmla="*/ 105 h 1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" h="105">
                  <a:moveTo>
                    <a:pt x="0" y="40"/>
                  </a:moveTo>
                  <a:lnTo>
                    <a:pt x="34" y="0"/>
                  </a:lnTo>
                  <a:lnTo>
                    <a:pt x="63" y="48"/>
                  </a:lnTo>
                  <a:lnTo>
                    <a:pt x="73" y="105"/>
                  </a:lnTo>
                  <a:lnTo>
                    <a:pt x="34" y="77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1" name="Freeform 90"/>
            <p:cNvSpPr/>
            <p:nvPr/>
          </p:nvSpPr>
          <p:spPr bwMode="gray">
            <a:xfrm>
              <a:off x="3768" y="2614"/>
              <a:ext cx="37" cy="52"/>
            </a:xfrm>
            <a:custGeom>
              <a:avLst/>
              <a:gdLst>
                <a:gd name="T0" fmla="*/ 0 w 73"/>
                <a:gd name="T1" fmla="*/ 10 h 105"/>
                <a:gd name="T2" fmla="*/ 9 w 73"/>
                <a:gd name="T3" fmla="*/ 0 h 105"/>
                <a:gd name="T4" fmla="*/ 16 w 73"/>
                <a:gd name="T5" fmla="*/ 12 h 105"/>
                <a:gd name="T6" fmla="*/ 19 w 73"/>
                <a:gd name="T7" fmla="*/ 26 h 105"/>
                <a:gd name="T8" fmla="*/ 9 w 73"/>
                <a:gd name="T9" fmla="*/ 19 h 105"/>
                <a:gd name="T10" fmla="*/ 0 w 73"/>
                <a:gd name="T11" fmla="*/ 1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"/>
                <a:gd name="T19" fmla="*/ 0 h 105"/>
                <a:gd name="T20" fmla="*/ 73 w 73"/>
                <a:gd name="T21" fmla="*/ 105 h 1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" h="105">
                  <a:moveTo>
                    <a:pt x="0" y="40"/>
                  </a:moveTo>
                  <a:lnTo>
                    <a:pt x="34" y="0"/>
                  </a:lnTo>
                  <a:lnTo>
                    <a:pt x="63" y="48"/>
                  </a:lnTo>
                  <a:lnTo>
                    <a:pt x="73" y="105"/>
                  </a:lnTo>
                  <a:lnTo>
                    <a:pt x="34" y="77"/>
                  </a:lnTo>
                  <a:lnTo>
                    <a:pt x="0" y="40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2" name="Freeform 91"/>
            <p:cNvSpPr/>
            <p:nvPr/>
          </p:nvSpPr>
          <p:spPr bwMode="gray">
            <a:xfrm>
              <a:off x="3451" y="2207"/>
              <a:ext cx="493" cy="331"/>
            </a:xfrm>
            <a:custGeom>
              <a:avLst/>
              <a:gdLst>
                <a:gd name="T0" fmla="*/ 81 w 987"/>
                <a:gd name="T1" fmla="*/ 0 h 663"/>
                <a:gd name="T2" fmla="*/ 88 w 987"/>
                <a:gd name="T3" fmla="*/ 3 h 663"/>
                <a:gd name="T4" fmla="*/ 96 w 987"/>
                <a:gd name="T5" fmla="*/ 5 h 663"/>
                <a:gd name="T6" fmla="*/ 103 w 987"/>
                <a:gd name="T7" fmla="*/ 2 h 663"/>
                <a:gd name="T8" fmla="*/ 111 w 987"/>
                <a:gd name="T9" fmla="*/ 0 h 663"/>
                <a:gd name="T10" fmla="*/ 119 w 987"/>
                <a:gd name="T11" fmla="*/ 5 h 663"/>
                <a:gd name="T12" fmla="*/ 125 w 987"/>
                <a:gd name="T13" fmla="*/ 15 h 663"/>
                <a:gd name="T14" fmla="*/ 126 w 987"/>
                <a:gd name="T15" fmla="*/ 24 h 663"/>
                <a:gd name="T16" fmla="*/ 128 w 987"/>
                <a:gd name="T17" fmla="*/ 32 h 663"/>
                <a:gd name="T18" fmla="*/ 133 w 987"/>
                <a:gd name="T19" fmla="*/ 37 h 663"/>
                <a:gd name="T20" fmla="*/ 141 w 987"/>
                <a:gd name="T21" fmla="*/ 39 h 663"/>
                <a:gd name="T22" fmla="*/ 149 w 987"/>
                <a:gd name="T23" fmla="*/ 38 h 663"/>
                <a:gd name="T24" fmla="*/ 154 w 987"/>
                <a:gd name="T25" fmla="*/ 33 h 663"/>
                <a:gd name="T26" fmla="*/ 160 w 987"/>
                <a:gd name="T27" fmla="*/ 24 h 663"/>
                <a:gd name="T28" fmla="*/ 167 w 987"/>
                <a:gd name="T29" fmla="*/ 15 h 663"/>
                <a:gd name="T30" fmla="*/ 175 w 987"/>
                <a:gd name="T31" fmla="*/ 6 h 663"/>
                <a:gd name="T32" fmla="*/ 184 w 987"/>
                <a:gd name="T33" fmla="*/ 2 h 663"/>
                <a:gd name="T34" fmla="*/ 191 w 987"/>
                <a:gd name="T35" fmla="*/ 4 h 663"/>
                <a:gd name="T36" fmla="*/ 200 w 987"/>
                <a:gd name="T37" fmla="*/ 9 h 663"/>
                <a:gd name="T38" fmla="*/ 212 w 987"/>
                <a:gd name="T39" fmla="*/ 11 h 663"/>
                <a:gd name="T40" fmla="*/ 224 w 987"/>
                <a:gd name="T41" fmla="*/ 9 h 663"/>
                <a:gd name="T42" fmla="*/ 234 w 987"/>
                <a:gd name="T43" fmla="*/ 7 h 663"/>
                <a:gd name="T44" fmla="*/ 241 w 987"/>
                <a:gd name="T45" fmla="*/ 5 h 663"/>
                <a:gd name="T46" fmla="*/ 246 w 987"/>
                <a:gd name="T47" fmla="*/ 5 h 663"/>
                <a:gd name="T48" fmla="*/ 246 w 987"/>
                <a:gd name="T49" fmla="*/ 12 h 663"/>
                <a:gd name="T50" fmla="*/ 245 w 987"/>
                <a:gd name="T51" fmla="*/ 23 h 663"/>
                <a:gd name="T52" fmla="*/ 243 w 987"/>
                <a:gd name="T53" fmla="*/ 31 h 663"/>
                <a:gd name="T54" fmla="*/ 237 w 987"/>
                <a:gd name="T55" fmla="*/ 32 h 663"/>
                <a:gd name="T56" fmla="*/ 231 w 987"/>
                <a:gd name="T57" fmla="*/ 31 h 663"/>
                <a:gd name="T58" fmla="*/ 225 w 987"/>
                <a:gd name="T59" fmla="*/ 32 h 663"/>
                <a:gd name="T60" fmla="*/ 216 w 987"/>
                <a:gd name="T61" fmla="*/ 41 h 663"/>
                <a:gd name="T62" fmla="*/ 205 w 987"/>
                <a:gd name="T63" fmla="*/ 49 h 663"/>
                <a:gd name="T64" fmla="*/ 198 w 987"/>
                <a:gd name="T65" fmla="*/ 51 h 663"/>
                <a:gd name="T66" fmla="*/ 191 w 987"/>
                <a:gd name="T67" fmla="*/ 52 h 663"/>
                <a:gd name="T68" fmla="*/ 189 w 987"/>
                <a:gd name="T69" fmla="*/ 55 h 663"/>
                <a:gd name="T70" fmla="*/ 191 w 987"/>
                <a:gd name="T71" fmla="*/ 63 h 663"/>
                <a:gd name="T72" fmla="*/ 190 w 987"/>
                <a:gd name="T73" fmla="*/ 72 h 663"/>
                <a:gd name="T74" fmla="*/ 185 w 987"/>
                <a:gd name="T75" fmla="*/ 77 h 663"/>
                <a:gd name="T76" fmla="*/ 177 w 987"/>
                <a:gd name="T77" fmla="*/ 79 h 663"/>
                <a:gd name="T78" fmla="*/ 171 w 987"/>
                <a:gd name="T79" fmla="*/ 79 h 663"/>
                <a:gd name="T80" fmla="*/ 170 w 987"/>
                <a:gd name="T81" fmla="*/ 84 h 663"/>
                <a:gd name="T82" fmla="*/ 170 w 987"/>
                <a:gd name="T83" fmla="*/ 93 h 663"/>
                <a:gd name="T84" fmla="*/ 168 w 987"/>
                <a:gd name="T85" fmla="*/ 101 h 663"/>
                <a:gd name="T86" fmla="*/ 163 w 987"/>
                <a:gd name="T87" fmla="*/ 106 h 663"/>
                <a:gd name="T88" fmla="*/ 157 w 987"/>
                <a:gd name="T89" fmla="*/ 111 h 663"/>
                <a:gd name="T90" fmla="*/ 155 w 987"/>
                <a:gd name="T91" fmla="*/ 118 h 663"/>
                <a:gd name="T92" fmla="*/ 152 w 987"/>
                <a:gd name="T93" fmla="*/ 123 h 663"/>
                <a:gd name="T94" fmla="*/ 139 w 987"/>
                <a:gd name="T95" fmla="*/ 127 h 663"/>
                <a:gd name="T96" fmla="*/ 129 w 987"/>
                <a:gd name="T97" fmla="*/ 143 h 663"/>
                <a:gd name="T98" fmla="*/ 106 w 987"/>
                <a:gd name="T99" fmla="*/ 148 h 663"/>
                <a:gd name="T100" fmla="*/ 89 w 987"/>
                <a:gd name="T101" fmla="*/ 156 h 663"/>
                <a:gd name="T102" fmla="*/ 66 w 987"/>
                <a:gd name="T103" fmla="*/ 144 h 663"/>
                <a:gd name="T104" fmla="*/ 52 w 987"/>
                <a:gd name="T105" fmla="*/ 160 h 663"/>
                <a:gd name="T106" fmla="*/ 13 w 987"/>
                <a:gd name="T107" fmla="*/ 152 h 663"/>
                <a:gd name="T108" fmla="*/ 0 w 987"/>
                <a:gd name="T109" fmla="*/ 140 h 663"/>
                <a:gd name="T110" fmla="*/ 14 w 987"/>
                <a:gd name="T111" fmla="*/ 98 h 663"/>
                <a:gd name="T112" fmla="*/ 8 w 987"/>
                <a:gd name="T113" fmla="*/ 78 h 663"/>
                <a:gd name="T114" fmla="*/ 26 w 987"/>
                <a:gd name="T115" fmla="*/ 45 h 663"/>
                <a:gd name="T116" fmla="*/ 50 w 987"/>
                <a:gd name="T117" fmla="*/ 22 h 663"/>
                <a:gd name="T118" fmla="*/ 80 w 987"/>
                <a:gd name="T119" fmla="*/ 0 h 66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87"/>
                <a:gd name="T181" fmla="*/ 0 h 663"/>
                <a:gd name="T182" fmla="*/ 987 w 987"/>
                <a:gd name="T183" fmla="*/ 663 h 66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87" h="663">
                  <a:moveTo>
                    <a:pt x="323" y="0"/>
                  </a:moveTo>
                  <a:lnTo>
                    <a:pt x="327" y="2"/>
                  </a:lnTo>
                  <a:lnTo>
                    <a:pt x="339" y="7"/>
                  </a:lnTo>
                  <a:lnTo>
                    <a:pt x="353" y="13"/>
                  </a:lnTo>
                  <a:lnTo>
                    <a:pt x="369" y="19"/>
                  </a:lnTo>
                  <a:lnTo>
                    <a:pt x="384" y="21"/>
                  </a:lnTo>
                  <a:lnTo>
                    <a:pt x="398" y="19"/>
                  </a:lnTo>
                  <a:lnTo>
                    <a:pt x="414" y="9"/>
                  </a:lnTo>
                  <a:lnTo>
                    <a:pt x="432" y="2"/>
                  </a:lnTo>
                  <a:lnTo>
                    <a:pt x="447" y="2"/>
                  </a:lnTo>
                  <a:lnTo>
                    <a:pt x="463" y="7"/>
                  </a:lnTo>
                  <a:lnTo>
                    <a:pt x="479" y="23"/>
                  </a:lnTo>
                  <a:lnTo>
                    <a:pt x="493" y="43"/>
                  </a:lnTo>
                  <a:lnTo>
                    <a:pt x="500" y="63"/>
                  </a:lnTo>
                  <a:lnTo>
                    <a:pt x="504" y="82"/>
                  </a:lnTo>
                  <a:lnTo>
                    <a:pt x="504" y="98"/>
                  </a:lnTo>
                  <a:lnTo>
                    <a:pt x="508" y="114"/>
                  </a:lnTo>
                  <a:lnTo>
                    <a:pt x="512" y="129"/>
                  </a:lnTo>
                  <a:lnTo>
                    <a:pt x="522" y="143"/>
                  </a:lnTo>
                  <a:lnTo>
                    <a:pt x="534" y="151"/>
                  </a:lnTo>
                  <a:lnTo>
                    <a:pt x="550" y="155"/>
                  </a:lnTo>
                  <a:lnTo>
                    <a:pt x="567" y="157"/>
                  </a:lnTo>
                  <a:lnTo>
                    <a:pt x="585" y="157"/>
                  </a:lnTo>
                  <a:lnTo>
                    <a:pt x="599" y="153"/>
                  </a:lnTo>
                  <a:lnTo>
                    <a:pt x="609" y="147"/>
                  </a:lnTo>
                  <a:lnTo>
                    <a:pt x="617" y="133"/>
                  </a:lnTo>
                  <a:lnTo>
                    <a:pt x="628" y="116"/>
                  </a:lnTo>
                  <a:lnTo>
                    <a:pt x="642" y="96"/>
                  </a:lnTo>
                  <a:lnTo>
                    <a:pt x="656" y="76"/>
                  </a:lnTo>
                  <a:lnTo>
                    <a:pt x="668" y="61"/>
                  </a:lnTo>
                  <a:lnTo>
                    <a:pt x="683" y="43"/>
                  </a:lnTo>
                  <a:lnTo>
                    <a:pt x="703" y="27"/>
                  </a:lnTo>
                  <a:lnTo>
                    <a:pt x="723" y="15"/>
                  </a:lnTo>
                  <a:lnTo>
                    <a:pt x="737" y="9"/>
                  </a:lnTo>
                  <a:lnTo>
                    <a:pt x="748" y="11"/>
                  </a:lnTo>
                  <a:lnTo>
                    <a:pt x="764" y="19"/>
                  </a:lnTo>
                  <a:lnTo>
                    <a:pt x="782" y="27"/>
                  </a:lnTo>
                  <a:lnTo>
                    <a:pt x="802" y="37"/>
                  </a:lnTo>
                  <a:lnTo>
                    <a:pt x="823" y="45"/>
                  </a:lnTo>
                  <a:lnTo>
                    <a:pt x="851" y="47"/>
                  </a:lnTo>
                  <a:lnTo>
                    <a:pt x="874" y="43"/>
                  </a:lnTo>
                  <a:lnTo>
                    <a:pt x="896" y="37"/>
                  </a:lnTo>
                  <a:lnTo>
                    <a:pt x="920" y="33"/>
                  </a:lnTo>
                  <a:lnTo>
                    <a:pt x="937" y="29"/>
                  </a:lnTo>
                  <a:lnTo>
                    <a:pt x="953" y="25"/>
                  </a:lnTo>
                  <a:lnTo>
                    <a:pt x="967" y="21"/>
                  </a:lnTo>
                  <a:lnTo>
                    <a:pt x="979" y="19"/>
                  </a:lnTo>
                  <a:lnTo>
                    <a:pt x="985" y="21"/>
                  </a:lnTo>
                  <a:lnTo>
                    <a:pt x="987" y="31"/>
                  </a:lnTo>
                  <a:lnTo>
                    <a:pt x="987" y="51"/>
                  </a:lnTo>
                  <a:lnTo>
                    <a:pt x="985" y="70"/>
                  </a:lnTo>
                  <a:lnTo>
                    <a:pt x="983" y="92"/>
                  </a:lnTo>
                  <a:lnTo>
                    <a:pt x="979" y="112"/>
                  </a:lnTo>
                  <a:lnTo>
                    <a:pt x="973" y="124"/>
                  </a:lnTo>
                  <a:lnTo>
                    <a:pt x="963" y="128"/>
                  </a:lnTo>
                  <a:lnTo>
                    <a:pt x="951" y="128"/>
                  </a:lnTo>
                  <a:lnTo>
                    <a:pt x="937" y="126"/>
                  </a:lnTo>
                  <a:lnTo>
                    <a:pt x="926" y="124"/>
                  </a:lnTo>
                  <a:lnTo>
                    <a:pt x="912" y="126"/>
                  </a:lnTo>
                  <a:lnTo>
                    <a:pt x="902" y="131"/>
                  </a:lnTo>
                  <a:lnTo>
                    <a:pt x="886" y="147"/>
                  </a:lnTo>
                  <a:lnTo>
                    <a:pt x="865" y="167"/>
                  </a:lnTo>
                  <a:lnTo>
                    <a:pt x="843" y="185"/>
                  </a:lnTo>
                  <a:lnTo>
                    <a:pt x="821" y="198"/>
                  </a:lnTo>
                  <a:lnTo>
                    <a:pt x="807" y="204"/>
                  </a:lnTo>
                  <a:lnTo>
                    <a:pt x="792" y="206"/>
                  </a:lnTo>
                  <a:lnTo>
                    <a:pt x="778" y="206"/>
                  </a:lnTo>
                  <a:lnTo>
                    <a:pt x="766" y="208"/>
                  </a:lnTo>
                  <a:lnTo>
                    <a:pt x="760" y="212"/>
                  </a:lnTo>
                  <a:lnTo>
                    <a:pt x="758" y="222"/>
                  </a:lnTo>
                  <a:lnTo>
                    <a:pt x="762" y="236"/>
                  </a:lnTo>
                  <a:lnTo>
                    <a:pt x="764" y="253"/>
                  </a:lnTo>
                  <a:lnTo>
                    <a:pt x="764" y="271"/>
                  </a:lnTo>
                  <a:lnTo>
                    <a:pt x="760" y="289"/>
                  </a:lnTo>
                  <a:lnTo>
                    <a:pt x="754" y="303"/>
                  </a:lnTo>
                  <a:lnTo>
                    <a:pt x="743" y="311"/>
                  </a:lnTo>
                  <a:lnTo>
                    <a:pt x="725" y="316"/>
                  </a:lnTo>
                  <a:lnTo>
                    <a:pt x="709" y="316"/>
                  </a:lnTo>
                  <a:lnTo>
                    <a:pt x="695" y="316"/>
                  </a:lnTo>
                  <a:lnTo>
                    <a:pt x="685" y="318"/>
                  </a:lnTo>
                  <a:lnTo>
                    <a:pt x="682" y="326"/>
                  </a:lnTo>
                  <a:lnTo>
                    <a:pt x="682" y="338"/>
                  </a:lnTo>
                  <a:lnTo>
                    <a:pt x="682" y="356"/>
                  </a:lnTo>
                  <a:lnTo>
                    <a:pt x="682" y="374"/>
                  </a:lnTo>
                  <a:lnTo>
                    <a:pt x="680" y="391"/>
                  </a:lnTo>
                  <a:lnTo>
                    <a:pt x="674" y="405"/>
                  </a:lnTo>
                  <a:lnTo>
                    <a:pt x="668" y="415"/>
                  </a:lnTo>
                  <a:lnTo>
                    <a:pt x="654" y="425"/>
                  </a:lnTo>
                  <a:lnTo>
                    <a:pt x="640" y="433"/>
                  </a:lnTo>
                  <a:lnTo>
                    <a:pt x="630" y="444"/>
                  </a:lnTo>
                  <a:lnTo>
                    <a:pt x="626" y="458"/>
                  </a:lnTo>
                  <a:lnTo>
                    <a:pt x="622" y="474"/>
                  </a:lnTo>
                  <a:lnTo>
                    <a:pt x="617" y="486"/>
                  </a:lnTo>
                  <a:lnTo>
                    <a:pt x="609" y="494"/>
                  </a:lnTo>
                  <a:lnTo>
                    <a:pt x="605" y="496"/>
                  </a:lnTo>
                  <a:lnTo>
                    <a:pt x="558" y="511"/>
                  </a:lnTo>
                  <a:lnTo>
                    <a:pt x="546" y="572"/>
                  </a:lnTo>
                  <a:lnTo>
                    <a:pt x="518" y="572"/>
                  </a:lnTo>
                  <a:lnTo>
                    <a:pt x="461" y="598"/>
                  </a:lnTo>
                  <a:lnTo>
                    <a:pt x="424" y="594"/>
                  </a:lnTo>
                  <a:lnTo>
                    <a:pt x="412" y="620"/>
                  </a:lnTo>
                  <a:lnTo>
                    <a:pt x="357" y="627"/>
                  </a:lnTo>
                  <a:lnTo>
                    <a:pt x="327" y="643"/>
                  </a:lnTo>
                  <a:lnTo>
                    <a:pt x="266" y="578"/>
                  </a:lnTo>
                  <a:lnTo>
                    <a:pt x="229" y="596"/>
                  </a:lnTo>
                  <a:lnTo>
                    <a:pt x="209" y="643"/>
                  </a:lnTo>
                  <a:lnTo>
                    <a:pt x="105" y="663"/>
                  </a:lnTo>
                  <a:lnTo>
                    <a:pt x="54" y="610"/>
                  </a:lnTo>
                  <a:lnTo>
                    <a:pt x="4" y="612"/>
                  </a:lnTo>
                  <a:lnTo>
                    <a:pt x="0" y="562"/>
                  </a:lnTo>
                  <a:lnTo>
                    <a:pt x="69" y="482"/>
                  </a:lnTo>
                  <a:lnTo>
                    <a:pt x="59" y="395"/>
                  </a:lnTo>
                  <a:lnTo>
                    <a:pt x="28" y="350"/>
                  </a:lnTo>
                  <a:lnTo>
                    <a:pt x="32" y="313"/>
                  </a:lnTo>
                  <a:lnTo>
                    <a:pt x="87" y="265"/>
                  </a:lnTo>
                  <a:lnTo>
                    <a:pt x="107" y="181"/>
                  </a:lnTo>
                  <a:lnTo>
                    <a:pt x="168" y="143"/>
                  </a:lnTo>
                  <a:lnTo>
                    <a:pt x="201" y="88"/>
                  </a:lnTo>
                  <a:lnTo>
                    <a:pt x="266" y="84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3" name="Freeform 92"/>
            <p:cNvSpPr/>
            <p:nvPr/>
          </p:nvSpPr>
          <p:spPr bwMode="gray">
            <a:xfrm>
              <a:off x="3451" y="2207"/>
              <a:ext cx="493" cy="331"/>
            </a:xfrm>
            <a:custGeom>
              <a:avLst/>
              <a:gdLst>
                <a:gd name="T0" fmla="*/ 81 w 987"/>
                <a:gd name="T1" fmla="*/ 0 h 663"/>
                <a:gd name="T2" fmla="*/ 88 w 987"/>
                <a:gd name="T3" fmla="*/ 3 h 663"/>
                <a:gd name="T4" fmla="*/ 96 w 987"/>
                <a:gd name="T5" fmla="*/ 5 h 663"/>
                <a:gd name="T6" fmla="*/ 103 w 987"/>
                <a:gd name="T7" fmla="*/ 2 h 663"/>
                <a:gd name="T8" fmla="*/ 111 w 987"/>
                <a:gd name="T9" fmla="*/ 0 h 663"/>
                <a:gd name="T10" fmla="*/ 119 w 987"/>
                <a:gd name="T11" fmla="*/ 5 h 663"/>
                <a:gd name="T12" fmla="*/ 125 w 987"/>
                <a:gd name="T13" fmla="*/ 15 h 663"/>
                <a:gd name="T14" fmla="*/ 126 w 987"/>
                <a:gd name="T15" fmla="*/ 24 h 663"/>
                <a:gd name="T16" fmla="*/ 128 w 987"/>
                <a:gd name="T17" fmla="*/ 32 h 663"/>
                <a:gd name="T18" fmla="*/ 133 w 987"/>
                <a:gd name="T19" fmla="*/ 37 h 663"/>
                <a:gd name="T20" fmla="*/ 141 w 987"/>
                <a:gd name="T21" fmla="*/ 39 h 663"/>
                <a:gd name="T22" fmla="*/ 149 w 987"/>
                <a:gd name="T23" fmla="*/ 38 h 663"/>
                <a:gd name="T24" fmla="*/ 154 w 987"/>
                <a:gd name="T25" fmla="*/ 33 h 663"/>
                <a:gd name="T26" fmla="*/ 160 w 987"/>
                <a:gd name="T27" fmla="*/ 24 h 663"/>
                <a:gd name="T28" fmla="*/ 167 w 987"/>
                <a:gd name="T29" fmla="*/ 15 h 663"/>
                <a:gd name="T30" fmla="*/ 175 w 987"/>
                <a:gd name="T31" fmla="*/ 6 h 663"/>
                <a:gd name="T32" fmla="*/ 184 w 987"/>
                <a:gd name="T33" fmla="*/ 2 h 663"/>
                <a:gd name="T34" fmla="*/ 191 w 987"/>
                <a:gd name="T35" fmla="*/ 4 h 663"/>
                <a:gd name="T36" fmla="*/ 200 w 987"/>
                <a:gd name="T37" fmla="*/ 9 h 663"/>
                <a:gd name="T38" fmla="*/ 212 w 987"/>
                <a:gd name="T39" fmla="*/ 11 h 663"/>
                <a:gd name="T40" fmla="*/ 224 w 987"/>
                <a:gd name="T41" fmla="*/ 9 h 663"/>
                <a:gd name="T42" fmla="*/ 234 w 987"/>
                <a:gd name="T43" fmla="*/ 7 h 663"/>
                <a:gd name="T44" fmla="*/ 241 w 987"/>
                <a:gd name="T45" fmla="*/ 5 h 663"/>
                <a:gd name="T46" fmla="*/ 246 w 987"/>
                <a:gd name="T47" fmla="*/ 5 h 663"/>
                <a:gd name="T48" fmla="*/ 246 w 987"/>
                <a:gd name="T49" fmla="*/ 12 h 663"/>
                <a:gd name="T50" fmla="*/ 245 w 987"/>
                <a:gd name="T51" fmla="*/ 23 h 663"/>
                <a:gd name="T52" fmla="*/ 243 w 987"/>
                <a:gd name="T53" fmla="*/ 31 h 663"/>
                <a:gd name="T54" fmla="*/ 237 w 987"/>
                <a:gd name="T55" fmla="*/ 32 h 663"/>
                <a:gd name="T56" fmla="*/ 231 w 987"/>
                <a:gd name="T57" fmla="*/ 31 h 663"/>
                <a:gd name="T58" fmla="*/ 225 w 987"/>
                <a:gd name="T59" fmla="*/ 32 h 663"/>
                <a:gd name="T60" fmla="*/ 216 w 987"/>
                <a:gd name="T61" fmla="*/ 41 h 663"/>
                <a:gd name="T62" fmla="*/ 205 w 987"/>
                <a:gd name="T63" fmla="*/ 49 h 663"/>
                <a:gd name="T64" fmla="*/ 198 w 987"/>
                <a:gd name="T65" fmla="*/ 51 h 663"/>
                <a:gd name="T66" fmla="*/ 191 w 987"/>
                <a:gd name="T67" fmla="*/ 52 h 663"/>
                <a:gd name="T68" fmla="*/ 189 w 987"/>
                <a:gd name="T69" fmla="*/ 55 h 663"/>
                <a:gd name="T70" fmla="*/ 191 w 987"/>
                <a:gd name="T71" fmla="*/ 63 h 663"/>
                <a:gd name="T72" fmla="*/ 190 w 987"/>
                <a:gd name="T73" fmla="*/ 72 h 663"/>
                <a:gd name="T74" fmla="*/ 185 w 987"/>
                <a:gd name="T75" fmla="*/ 77 h 663"/>
                <a:gd name="T76" fmla="*/ 177 w 987"/>
                <a:gd name="T77" fmla="*/ 79 h 663"/>
                <a:gd name="T78" fmla="*/ 171 w 987"/>
                <a:gd name="T79" fmla="*/ 79 h 663"/>
                <a:gd name="T80" fmla="*/ 170 w 987"/>
                <a:gd name="T81" fmla="*/ 84 h 663"/>
                <a:gd name="T82" fmla="*/ 170 w 987"/>
                <a:gd name="T83" fmla="*/ 93 h 663"/>
                <a:gd name="T84" fmla="*/ 168 w 987"/>
                <a:gd name="T85" fmla="*/ 101 h 663"/>
                <a:gd name="T86" fmla="*/ 163 w 987"/>
                <a:gd name="T87" fmla="*/ 106 h 663"/>
                <a:gd name="T88" fmla="*/ 157 w 987"/>
                <a:gd name="T89" fmla="*/ 111 h 663"/>
                <a:gd name="T90" fmla="*/ 155 w 987"/>
                <a:gd name="T91" fmla="*/ 118 h 663"/>
                <a:gd name="T92" fmla="*/ 152 w 987"/>
                <a:gd name="T93" fmla="*/ 123 h 663"/>
                <a:gd name="T94" fmla="*/ 139 w 987"/>
                <a:gd name="T95" fmla="*/ 127 h 663"/>
                <a:gd name="T96" fmla="*/ 129 w 987"/>
                <a:gd name="T97" fmla="*/ 143 h 663"/>
                <a:gd name="T98" fmla="*/ 106 w 987"/>
                <a:gd name="T99" fmla="*/ 148 h 663"/>
                <a:gd name="T100" fmla="*/ 89 w 987"/>
                <a:gd name="T101" fmla="*/ 156 h 663"/>
                <a:gd name="T102" fmla="*/ 66 w 987"/>
                <a:gd name="T103" fmla="*/ 144 h 663"/>
                <a:gd name="T104" fmla="*/ 52 w 987"/>
                <a:gd name="T105" fmla="*/ 160 h 663"/>
                <a:gd name="T106" fmla="*/ 13 w 987"/>
                <a:gd name="T107" fmla="*/ 152 h 663"/>
                <a:gd name="T108" fmla="*/ 0 w 987"/>
                <a:gd name="T109" fmla="*/ 140 h 663"/>
                <a:gd name="T110" fmla="*/ 14 w 987"/>
                <a:gd name="T111" fmla="*/ 98 h 663"/>
                <a:gd name="T112" fmla="*/ 8 w 987"/>
                <a:gd name="T113" fmla="*/ 78 h 663"/>
                <a:gd name="T114" fmla="*/ 26 w 987"/>
                <a:gd name="T115" fmla="*/ 45 h 663"/>
                <a:gd name="T116" fmla="*/ 50 w 987"/>
                <a:gd name="T117" fmla="*/ 22 h 663"/>
                <a:gd name="T118" fmla="*/ 80 w 987"/>
                <a:gd name="T119" fmla="*/ 0 h 66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87"/>
                <a:gd name="T181" fmla="*/ 0 h 663"/>
                <a:gd name="T182" fmla="*/ 987 w 987"/>
                <a:gd name="T183" fmla="*/ 663 h 66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87" h="663">
                  <a:moveTo>
                    <a:pt x="323" y="0"/>
                  </a:moveTo>
                  <a:lnTo>
                    <a:pt x="327" y="2"/>
                  </a:lnTo>
                  <a:lnTo>
                    <a:pt x="339" y="7"/>
                  </a:lnTo>
                  <a:lnTo>
                    <a:pt x="353" y="13"/>
                  </a:lnTo>
                  <a:lnTo>
                    <a:pt x="369" y="19"/>
                  </a:lnTo>
                  <a:lnTo>
                    <a:pt x="384" y="21"/>
                  </a:lnTo>
                  <a:lnTo>
                    <a:pt x="398" y="19"/>
                  </a:lnTo>
                  <a:lnTo>
                    <a:pt x="414" y="9"/>
                  </a:lnTo>
                  <a:lnTo>
                    <a:pt x="432" y="2"/>
                  </a:lnTo>
                  <a:lnTo>
                    <a:pt x="447" y="2"/>
                  </a:lnTo>
                  <a:lnTo>
                    <a:pt x="463" y="7"/>
                  </a:lnTo>
                  <a:lnTo>
                    <a:pt x="479" y="23"/>
                  </a:lnTo>
                  <a:lnTo>
                    <a:pt x="493" y="43"/>
                  </a:lnTo>
                  <a:lnTo>
                    <a:pt x="500" y="63"/>
                  </a:lnTo>
                  <a:lnTo>
                    <a:pt x="504" y="82"/>
                  </a:lnTo>
                  <a:lnTo>
                    <a:pt x="504" y="98"/>
                  </a:lnTo>
                  <a:lnTo>
                    <a:pt x="508" y="114"/>
                  </a:lnTo>
                  <a:lnTo>
                    <a:pt x="512" y="129"/>
                  </a:lnTo>
                  <a:lnTo>
                    <a:pt x="522" y="143"/>
                  </a:lnTo>
                  <a:lnTo>
                    <a:pt x="534" y="151"/>
                  </a:lnTo>
                  <a:lnTo>
                    <a:pt x="550" y="155"/>
                  </a:lnTo>
                  <a:lnTo>
                    <a:pt x="567" y="157"/>
                  </a:lnTo>
                  <a:lnTo>
                    <a:pt x="585" y="157"/>
                  </a:lnTo>
                  <a:lnTo>
                    <a:pt x="599" y="153"/>
                  </a:lnTo>
                  <a:lnTo>
                    <a:pt x="609" y="147"/>
                  </a:lnTo>
                  <a:lnTo>
                    <a:pt x="617" y="133"/>
                  </a:lnTo>
                  <a:lnTo>
                    <a:pt x="628" y="116"/>
                  </a:lnTo>
                  <a:lnTo>
                    <a:pt x="642" y="96"/>
                  </a:lnTo>
                  <a:lnTo>
                    <a:pt x="656" y="76"/>
                  </a:lnTo>
                  <a:lnTo>
                    <a:pt x="668" y="61"/>
                  </a:lnTo>
                  <a:lnTo>
                    <a:pt x="683" y="43"/>
                  </a:lnTo>
                  <a:lnTo>
                    <a:pt x="703" y="27"/>
                  </a:lnTo>
                  <a:lnTo>
                    <a:pt x="723" y="15"/>
                  </a:lnTo>
                  <a:lnTo>
                    <a:pt x="737" y="9"/>
                  </a:lnTo>
                  <a:lnTo>
                    <a:pt x="748" y="11"/>
                  </a:lnTo>
                  <a:lnTo>
                    <a:pt x="764" y="19"/>
                  </a:lnTo>
                  <a:lnTo>
                    <a:pt x="782" y="27"/>
                  </a:lnTo>
                  <a:lnTo>
                    <a:pt x="802" y="37"/>
                  </a:lnTo>
                  <a:lnTo>
                    <a:pt x="823" y="45"/>
                  </a:lnTo>
                  <a:lnTo>
                    <a:pt x="851" y="47"/>
                  </a:lnTo>
                  <a:lnTo>
                    <a:pt x="874" y="43"/>
                  </a:lnTo>
                  <a:lnTo>
                    <a:pt x="896" y="37"/>
                  </a:lnTo>
                  <a:lnTo>
                    <a:pt x="920" y="33"/>
                  </a:lnTo>
                  <a:lnTo>
                    <a:pt x="937" y="29"/>
                  </a:lnTo>
                  <a:lnTo>
                    <a:pt x="953" y="25"/>
                  </a:lnTo>
                  <a:lnTo>
                    <a:pt x="967" y="21"/>
                  </a:lnTo>
                  <a:lnTo>
                    <a:pt x="979" y="19"/>
                  </a:lnTo>
                  <a:lnTo>
                    <a:pt x="985" y="21"/>
                  </a:lnTo>
                  <a:lnTo>
                    <a:pt x="987" y="31"/>
                  </a:lnTo>
                  <a:lnTo>
                    <a:pt x="987" y="51"/>
                  </a:lnTo>
                  <a:lnTo>
                    <a:pt x="985" y="70"/>
                  </a:lnTo>
                  <a:lnTo>
                    <a:pt x="983" y="92"/>
                  </a:lnTo>
                  <a:lnTo>
                    <a:pt x="979" y="112"/>
                  </a:lnTo>
                  <a:lnTo>
                    <a:pt x="973" y="124"/>
                  </a:lnTo>
                  <a:lnTo>
                    <a:pt x="963" y="128"/>
                  </a:lnTo>
                  <a:lnTo>
                    <a:pt x="951" y="128"/>
                  </a:lnTo>
                  <a:lnTo>
                    <a:pt x="937" y="126"/>
                  </a:lnTo>
                  <a:lnTo>
                    <a:pt x="926" y="124"/>
                  </a:lnTo>
                  <a:lnTo>
                    <a:pt x="912" y="126"/>
                  </a:lnTo>
                  <a:lnTo>
                    <a:pt x="902" y="131"/>
                  </a:lnTo>
                  <a:lnTo>
                    <a:pt x="886" y="147"/>
                  </a:lnTo>
                  <a:lnTo>
                    <a:pt x="865" y="167"/>
                  </a:lnTo>
                  <a:lnTo>
                    <a:pt x="843" y="185"/>
                  </a:lnTo>
                  <a:lnTo>
                    <a:pt x="821" y="198"/>
                  </a:lnTo>
                  <a:lnTo>
                    <a:pt x="807" y="204"/>
                  </a:lnTo>
                  <a:lnTo>
                    <a:pt x="792" y="206"/>
                  </a:lnTo>
                  <a:lnTo>
                    <a:pt x="778" y="206"/>
                  </a:lnTo>
                  <a:lnTo>
                    <a:pt x="766" y="208"/>
                  </a:lnTo>
                  <a:lnTo>
                    <a:pt x="760" y="212"/>
                  </a:lnTo>
                  <a:lnTo>
                    <a:pt x="758" y="222"/>
                  </a:lnTo>
                  <a:lnTo>
                    <a:pt x="762" y="236"/>
                  </a:lnTo>
                  <a:lnTo>
                    <a:pt x="764" y="253"/>
                  </a:lnTo>
                  <a:lnTo>
                    <a:pt x="764" y="271"/>
                  </a:lnTo>
                  <a:lnTo>
                    <a:pt x="760" y="289"/>
                  </a:lnTo>
                  <a:lnTo>
                    <a:pt x="754" y="303"/>
                  </a:lnTo>
                  <a:lnTo>
                    <a:pt x="743" y="311"/>
                  </a:lnTo>
                  <a:lnTo>
                    <a:pt x="725" y="316"/>
                  </a:lnTo>
                  <a:lnTo>
                    <a:pt x="709" y="316"/>
                  </a:lnTo>
                  <a:lnTo>
                    <a:pt x="695" y="316"/>
                  </a:lnTo>
                  <a:lnTo>
                    <a:pt x="685" y="318"/>
                  </a:lnTo>
                  <a:lnTo>
                    <a:pt x="682" y="326"/>
                  </a:lnTo>
                  <a:lnTo>
                    <a:pt x="682" y="338"/>
                  </a:lnTo>
                  <a:lnTo>
                    <a:pt x="682" y="356"/>
                  </a:lnTo>
                  <a:lnTo>
                    <a:pt x="682" y="374"/>
                  </a:lnTo>
                  <a:lnTo>
                    <a:pt x="680" y="391"/>
                  </a:lnTo>
                  <a:lnTo>
                    <a:pt x="674" y="405"/>
                  </a:lnTo>
                  <a:lnTo>
                    <a:pt x="668" y="415"/>
                  </a:lnTo>
                  <a:lnTo>
                    <a:pt x="654" y="425"/>
                  </a:lnTo>
                  <a:lnTo>
                    <a:pt x="640" y="433"/>
                  </a:lnTo>
                  <a:lnTo>
                    <a:pt x="630" y="444"/>
                  </a:lnTo>
                  <a:lnTo>
                    <a:pt x="626" y="458"/>
                  </a:lnTo>
                  <a:lnTo>
                    <a:pt x="622" y="474"/>
                  </a:lnTo>
                  <a:lnTo>
                    <a:pt x="617" y="486"/>
                  </a:lnTo>
                  <a:lnTo>
                    <a:pt x="609" y="494"/>
                  </a:lnTo>
                  <a:lnTo>
                    <a:pt x="605" y="496"/>
                  </a:lnTo>
                  <a:lnTo>
                    <a:pt x="558" y="511"/>
                  </a:lnTo>
                  <a:lnTo>
                    <a:pt x="546" y="572"/>
                  </a:lnTo>
                  <a:lnTo>
                    <a:pt x="518" y="572"/>
                  </a:lnTo>
                  <a:lnTo>
                    <a:pt x="461" y="598"/>
                  </a:lnTo>
                  <a:lnTo>
                    <a:pt x="424" y="594"/>
                  </a:lnTo>
                  <a:lnTo>
                    <a:pt x="412" y="620"/>
                  </a:lnTo>
                  <a:lnTo>
                    <a:pt x="357" y="627"/>
                  </a:lnTo>
                  <a:lnTo>
                    <a:pt x="327" y="643"/>
                  </a:lnTo>
                  <a:lnTo>
                    <a:pt x="266" y="578"/>
                  </a:lnTo>
                  <a:lnTo>
                    <a:pt x="229" y="596"/>
                  </a:lnTo>
                  <a:lnTo>
                    <a:pt x="209" y="643"/>
                  </a:lnTo>
                  <a:lnTo>
                    <a:pt x="105" y="663"/>
                  </a:lnTo>
                  <a:lnTo>
                    <a:pt x="54" y="610"/>
                  </a:lnTo>
                  <a:lnTo>
                    <a:pt x="4" y="612"/>
                  </a:lnTo>
                  <a:lnTo>
                    <a:pt x="0" y="562"/>
                  </a:lnTo>
                  <a:lnTo>
                    <a:pt x="69" y="482"/>
                  </a:lnTo>
                  <a:lnTo>
                    <a:pt x="59" y="395"/>
                  </a:lnTo>
                  <a:lnTo>
                    <a:pt x="28" y="350"/>
                  </a:lnTo>
                  <a:lnTo>
                    <a:pt x="32" y="313"/>
                  </a:lnTo>
                  <a:lnTo>
                    <a:pt x="87" y="265"/>
                  </a:lnTo>
                  <a:lnTo>
                    <a:pt x="107" y="181"/>
                  </a:lnTo>
                  <a:lnTo>
                    <a:pt x="168" y="143"/>
                  </a:lnTo>
                  <a:lnTo>
                    <a:pt x="201" y="88"/>
                  </a:lnTo>
                  <a:lnTo>
                    <a:pt x="266" y="84"/>
                  </a:lnTo>
                  <a:lnTo>
                    <a:pt x="323" y="0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4" name="Freeform 93"/>
            <p:cNvSpPr/>
            <p:nvPr/>
          </p:nvSpPr>
          <p:spPr bwMode="gray">
            <a:xfrm>
              <a:off x="3322" y="1838"/>
              <a:ext cx="400" cy="580"/>
            </a:xfrm>
            <a:custGeom>
              <a:avLst/>
              <a:gdLst>
                <a:gd name="T0" fmla="*/ 199 w 799"/>
                <a:gd name="T1" fmla="*/ 103 h 1161"/>
                <a:gd name="T2" fmla="*/ 194 w 799"/>
                <a:gd name="T3" fmla="*/ 108 h 1161"/>
                <a:gd name="T4" fmla="*/ 187 w 799"/>
                <a:gd name="T5" fmla="*/ 114 h 1161"/>
                <a:gd name="T6" fmla="*/ 185 w 799"/>
                <a:gd name="T7" fmla="*/ 121 h 1161"/>
                <a:gd name="T8" fmla="*/ 185 w 799"/>
                <a:gd name="T9" fmla="*/ 129 h 1161"/>
                <a:gd name="T10" fmla="*/ 182 w 799"/>
                <a:gd name="T11" fmla="*/ 137 h 1161"/>
                <a:gd name="T12" fmla="*/ 171 w 799"/>
                <a:gd name="T13" fmla="*/ 142 h 1161"/>
                <a:gd name="T14" fmla="*/ 162 w 799"/>
                <a:gd name="T15" fmla="*/ 146 h 1161"/>
                <a:gd name="T16" fmla="*/ 156 w 799"/>
                <a:gd name="T17" fmla="*/ 146 h 1161"/>
                <a:gd name="T18" fmla="*/ 149 w 799"/>
                <a:gd name="T19" fmla="*/ 145 h 1161"/>
                <a:gd name="T20" fmla="*/ 145 w 799"/>
                <a:gd name="T21" fmla="*/ 144 h 1161"/>
                <a:gd name="T22" fmla="*/ 140 w 799"/>
                <a:gd name="T23" fmla="*/ 169 h 1161"/>
                <a:gd name="T24" fmla="*/ 145 w 799"/>
                <a:gd name="T25" fmla="*/ 184 h 1161"/>
                <a:gd name="T26" fmla="*/ 115 w 799"/>
                <a:gd name="T27" fmla="*/ 206 h 1161"/>
                <a:gd name="T28" fmla="*/ 92 w 799"/>
                <a:gd name="T29" fmla="*/ 229 h 1161"/>
                <a:gd name="T30" fmla="*/ 73 w 799"/>
                <a:gd name="T31" fmla="*/ 262 h 1161"/>
                <a:gd name="T32" fmla="*/ 79 w 799"/>
                <a:gd name="T33" fmla="*/ 283 h 1161"/>
                <a:gd name="T34" fmla="*/ 61 w 799"/>
                <a:gd name="T35" fmla="*/ 290 h 1161"/>
                <a:gd name="T36" fmla="*/ 20 w 799"/>
                <a:gd name="T37" fmla="*/ 284 h 1161"/>
                <a:gd name="T38" fmla="*/ 12 w 799"/>
                <a:gd name="T39" fmla="*/ 265 h 1161"/>
                <a:gd name="T40" fmla="*/ 17 w 799"/>
                <a:gd name="T41" fmla="*/ 247 h 1161"/>
                <a:gd name="T42" fmla="*/ 21 w 799"/>
                <a:gd name="T43" fmla="*/ 214 h 1161"/>
                <a:gd name="T44" fmla="*/ 3 w 799"/>
                <a:gd name="T45" fmla="*/ 187 h 1161"/>
                <a:gd name="T46" fmla="*/ 12 w 799"/>
                <a:gd name="T47" fmla="*/ 169 h 1161"/>
                <a:gd name="T48" fmla="*/ 29 w 799"/>
                <a:gd name="T49" fmla="*/ 148 h 1161"/>
                <a:gd name="T50" fmla="*/ 13 w 799"/>
                <a:gd name="T51" fmla="*/ 132 h 1161"/>
                <a:gd name="T52" fmla="*/ 24 w 799"/>
                <a:gd name="T53" fmla="*/ 116 h 1161"/>
                <a:gd name="T54" fmla="*/ 0 w 799"/>
                <a:gd name="T55" fmla="*/ 84 h 1161"/>
                <a:gd name="T56" fmla="*/ 1 w 799"/>
                <a:gd name="T57" fmla="*/ 68 h 1161"/>
                <a:gd name="T58" fmla="*/ 11 w 799"/>
                <a:gd name="T59" fmla="*/ 45 h 1161"/>
                <a:gd name="T60" fmla="*/ 29 w 799"/>
                <a:gd name="T61" fmla="*/ 36 h 1161"/>
                <a:gd name="T62" fmla="*/ 45 w 799"/>
                <a:gd name="T63" fmla="*/ 55 h 1161"/>
                <a:gd name="T64" fmla="*/ 68 w 799"/>
                <a:gd name="T65" fmla="*/ 41 h 1161"/>
                <a:gd name="T66" fmla="*/ 81 w 799"/>
                <a:gd name="T67" fmla="*/ 35 h 1161"/>
                <a:gd name="T68" fmla="*/ 88 w 799"/>
                <a:gd name="T69" fmla="*/ 14 h 1161"/>
                <a:gd name="T70" fmla="*/ 105 w 799"/>
                <a:gd name="T71" fmla="*/ 8 h 1161"/>
                <a:gd name="T72" fmla="*/ 116 w 799"/>
                <a:gd name="T73" fmla="*/ 4 h 1161"/>
                <a:gd name="T74" fmla="*/ 124 w 799"/>
                <a:gd name="T75" fmla="*/ 16 h 1161"/>
                <a:gd name="T76" fmla="*/ 128 w 799"/>
                <a:gd name="T77" fmla="*/ 21 h 1161"/>
                <a:gd name="T78" fmla="*/ 131 w 799"/>
                <a:gd name="T79" fmla="*/ 26 h 1161"/>
                <a:gd name="T80" fmla="*/ 132 w 799"/>
                <a:gd name="T81" fmla="*/ 28 h 1161"/>
                <a:gd name="T82" fmla="*/ 133 w 799"/>
                <a:gd name="T83" fmla="*/ 34 h 1161"/>
                <a:gd name="T84" fmla="*/ 135 w 799"/>
                <a:gd name="T85" fmla="*/ 40 h 1161"/>
                <a:gd name="T86" fmla="*/ 147 w 799"/>
                <a:gd name="T87" fmla="*/ 52 h 1161"/>
                <a:gd name="T88" fmla="*/ 166 w 799"/>
                <a:gd name="T89" fmla="*/ 58 h 1161"/>
                <a:gd name="T90" fmla="*/ 174 w 799"/>
                <a:gd name="T91" fmla="*/ 77 h 1161"/>
                <a:gd name="T92" fmla="*/ 194 w 799"/>
                <a:gd name="T93" fmla="*/ 97 h 116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99"/>
                <a:gd name="T142" fmla="*/ 0 h 1161"/>
                <a:gd name="T143" fmla="*/ 799 w 799"/>
                <a:gd name="T144" fmla="*/ 1161 h 116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99" h="1161">
                  <a:moveTo>
                    <a:pt x="799" y="413"/>
                  </a:moveTo>
                  <a:lnTo>
                    <a:pt x="795" y="415"/>
                  </a:lnTo>
                  <a:lnTo>
                    <a:pt x="785" y="423"/>
                  </a:lnTo>
                  <a:lnTo>
                    <a:pt x="773" y="433"/>
                  </a:lnTo>
                  <a:lnTo>
                    <a:pt x="759" y="444"/>
                  </a:lnTo>
                  <a:lnTo>
                    <a:pt x="748" y="458"/>
                  </a:lnTo>
                  <a:lnTo>
                    <a:pt x="740" y="468"/>
                  </a:lnTo>
                  <a:lnTo>
                    <a:pt x="738" y="484"/>
                  </a:lnTo>
                  <a:lnTo>
                    <a:pt x="738" y="499"/>
                  </a:lnTo>
                  <a:lnTo>
                    <a:pt x="738" y="517"/>
                  </a:lnTo>
                  <a:lnTo>
                    <a:pt x="734" y="535"/>
                  </a:lnTo>
                  <a:lnTo>
                    <a:pt x="726" y="549"/>
                  </a:lnTo>
                  <a:lnTo>
                    <a:pt x="706" y="560"/>
                  </a:lnTo>
                  <a:lnTo>
                    <a:pt x="683" y="570"/>
                  </a:lnTo>
                  <a:lnTo>
                    <a:pt x="661" y="578"/>
                  </a:lnTo>
                  <a:lnTo>
                    <a:pt x="645" y="584"/>
                  </a:lnTo>
                  <a:lnTo>
                    <a:pt x="635" y="588"/>
                  </a:lnTo>
                  <a:lnTo>
                    <a:pt x="622" y="586"/>
                  </a:lnTo>
                  <a:lnTo>
                    <a:pt x="608" y="584"/>
                  </a:lnTo>
                  <a:lnTo>
                    <a:pt x="594" y="580"/>
                  </a:lnTo>
                  <a:lnTo>
                    <a:pt x="584" y="576"/>
                  </a:lnTo>
                  <a:lnTo>
                    <a:pt x="580" y="576"/>
                  </a:lnTo>
                  <a:lnTo>
                    <a:pt x="561" y="618"/>
                  </a:lnTo>
                  <a:lnTo>
                    <a:pt x="557" y="679"/>
                  </a:lnTo>
                  <a:lnTo>
                    <a:pt x="568" y="718"/>
                  </a:lnTo>
                  <a:lnTo>
                    <a:pt x="580" y="738"/>
                  </a:lnTo>
                  <a:lnTo>
                    <a:pt x="523" y="822"/>
                  </a:lnTo>
                  <a:lnTo>
                    <a:pt x="458" y="826"/>
                  </a:lnTo>
                  <a:lnTo>
                    <a:pt x="425" y="881"/>
                  </a:lnTo>
                  <a:lnTo>
                    <a:pt x="368" y="919"/>
                  </a:lnTo>
                  <a:lnTo>
                    <a:pt x="344" y="1003"/>
                  </a:lnTo>
                  <a:lnTo>
                    <a:pt x="289" y="1051"/>
                  </a:lnTo>
                  <a:lnTo>
                    <a:pt x="285" y="1088"/>
                  </a:lnTo>
                  <a:lnTo>
                    <a:pt x="316" y="1133"/>
                  </a:lnTo>
                  <a:lnTo>
                    <a:pt x="318" y="1147"/>
                  </a:lnTo>
                  <a:lnTo>
                    <a:pt x="244" y="1161"/>
                  </a:lnTo>
                  <a:lnTo>
                    <a:pt x="139" y="1145"/>
                  </a:lnTo>
                  <a:lnTo>
                    <a:pt x="80" y="1137"/>
                  </a:lnTo>
                  <a:lnTo>
                    <a:pt x="41" y="1100"/>
                  </a:lnTo>
                  <a:lnTo>
                    <a:pt x="45" y="1060"/>
                  </a:lnTo>
                  <a:lnTo>
                    <a:pt x="72" y="1025"/>
                  </a:lnTo>
                  <a:lnTo>
                    <a:pt x="66" y="990"/>
                  </a:lnTo>
                  <a:lnTo>
                    <a:pt x="96" y="929"/>
                  </a:lnTo>
                  <a:lnTo>
                    <a:pt x="82" y="858"/>
                  </a:lnTo>
                  <a:lnTo>
                    <a:pt x="7" y="820"/>
                  </a:lnTo>
                  <a:lnTo>
                    <a:pt x="9" y="749"/>
                  </a:lnTo>
                  <a:lnTo>
                    <a:pt x="41" y="718"/>
                  </a:lnTo>
                  <a:lnTo>
                    <a:pt x="47" y="677"/>
                  </a:lnTo>
                  <a:lnTo>
                    <a:pt x="88" y="665"/>
                  </a:lnTo>
                  <a:lnTo>
                    <a:pt x="114" y="594"/>
                  </a:lnTo>
                  <a:lnTo>
                    <a:pt x="88" y="547"/>
                  </a:lnTo>
                  <a:lnTo>
                    <a:pt x="49" y="529"/>
                  </a:lnTo>
                  <a:lnTo>
                    <a:pt x="53" y="486"/>
                  </a:lnTo>
                  <a:lnTo>
                    <a:pt x="96" y="466"/>
                  </a:lnTo>
                  <a:lnTo>
                    <a:pt x="63" y="419"/>
                  </a:lnTo>
                  <a:lnTo>
                    <a:pt x="0" y="338"/>
                  </a:lnTo>
                  <a:lnTo>
                    <a:pt x="15" y="314"/>
                  </a:lnTo>
                  <a:lnTo>
                    <a:pt x="3" y="273"/>
                  </a:lnTo>
                  <a:lnTo>
                    <a:pt x="35" y="234"/>
                  </a:lnTo>
                  <a:lnTo>
                    <a:pt x="41" y="181"/>
                  </a:lnTo>
                  <a:lnTo>
                    <a:pt x="66" y="143"/>
                  </a:lnTo>
                  <a:lnTo>
                    <a:pt x="114" y="147"/>
                  </a:lnTo>
                  <a:lnTo>
                    <a:pt x="131" y="224"/>
                  </a:lnTo>
                  <a:lnTo>
                    <a:pt x="179" y="220"/>
                  </a:lnTo>
                  <a:lnTo>
                    <a:pt x="230" y="165"/>
                  </a:lnTo>
                  <a:lnTo>
                    <a:pt x="269" y="167"/>
                  </a:lnTo>
                  <a:lnTo>
                    <a:pt x="297" y="131"/>
                  </a:lnTo>
                  <a:lnTo>
                    <a:pt x="324" y="141"/>
                  </a:lnTo>
                  <a:lnTo>
                    <a:pt x="362" y="127"/>
                  </a:lnTo>
                  <a:lnTo>
                    <a:pt x="352" y="59"/>
                  </a:lnTo>
                  <a:lnTo>
                    <a:pt x="387" y="33"/>
                  </a:lnTo>
                  <a:lnTo>
                    <a:pt x="419" y="33"/>
                  </a:lnTo>
                  <a:lnTo>
                    <a:pt x="439" y="0"/>
                  </a:lnTo>
                  <a:lnTo>
                    <a:pt x="464" y="17"/>
                  </a:lnTo>
                  <a:lnTo>
                    <a:pt x="492" y="64"/>
                  </a:lnTo>
                  <a:lnTo>
                    <a:pt x="496" y="66"/>
                  </a:lnTo>
                  <a:lnTo>
                    <a:pt x="502" y="74"/>
                  </a:lnTo>
                  <a:lnTo>
                    <a:pt x="509" y="84"/>
                  </a:lnTo>
                  <a:lnTo>
                    <a:pt x="517" y="94"/>
                  </a:lnTo>
                  <a:lnTo>
                    <a:pt x="523" y="104"/>
                  </a:lnTo>
                  <a:lnTo>
                    <a:pt x="525" y="108"/>
                  </a:lnTo>
                  <a:lnTo>
                    <a:pt x="525" y="114"/>
                  </a:lnTo>
                  <a:lnTo>
                    <a:pt x="527" y="124"/>
                  </a:lnTo>
                  <a:lnTo>
                    <a:pt x="531" y="137"/>
                  </a:lnTo>
                  <a:lnTo>
                    <a:pt x="535" y="151"/>
                  </a:lnTo>
                  <a:lnTo>
                    <a:pt x="539" y="161"/>
                  </a:lnTo>
                  <a:lnTo>
                    <a:pt x="539" y="165"/>
                  </a:lnTo>
                  <a:lnTo>
                    <a:pt x="586" y="208"/>
                  </a:lnTo>
                  <a:lnTo>
                    <a:pt x="653" y="206"/>
                  </a:lnTo>
                  <a:lnTo>
                    <a:pt x="661" y="232"/>
                  </a:lnTo>
                  <a:lnTo>
                    <a:pt x="641" y="291"/>
                  </a:lnTo>
                  <a:lnTo>
                    <a:pt x="696" y="309"/>
                  </a:lnTo>
                  <a:lnTo>
                    <a:pt x="744" y="342"/>
                  </a:lnTo>
                  <a:lnTo>
                    <a:pt x="775" y="389"/>
                  </a:lnTo>
                  <a:lnTo>
                    <a:pt x="799" y="413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5" name="Freeform 94"/>
            <p:cNvSpPr/>
            <p:nvPr/>
          </p:nvSpPr>
          <p:spPr bwMode="gray">
            <a:xfrm>
              <a:off x="3322" y="1838"/>
              <a:ext cx="400" cy="580"/>
            </a:xfrm>
            <a:custGeom>
              <a:avLst/>
              <a:gdLst>
                <a:gd name="T0" fmla="*/ 199 w 799"/>
                <a:gd name="T1" fmla="*/ 103 h 1161"/>
                <a:gd name="T2" fmla="*/ 194 w 799"/>
                <a:gd name="T3" fmla="*/ 108 h 1161"/>
                <a:gd name="T4" fmla="*/ 187 w 799"/>
                <a:gd name="T5" fmla="*/ 114 h 1161"/>
                <a:gd name="T6" fmla="*/ 185 w 799"/>
                <a:gd name="T7" fmla="*/ 121 h 1161"/>
                <a:gd name="T8" fmla="*/ 185 w 799"/>
                <a:gd name="T9" fmla="*/ 129 h 1161"/>
                <a:gd name="T10" fmla="*/ 182 w 799"/>
                <a:gd name="T11" fmla="*/ 137 h 1161"/>
                <a:gd name="T12" fmla="*/ 171 w 799"/>
                <a:gd name="T13" fmla="*/ 142 h 1161"/>
                <a:gd name="T14" fmla="*/ 162 w 799"/>
                <a:gd name="T15" fmla="*/ 146 h 1161"/>
                <a:gd name="T16" fmla="*/ 156 w 799"/>
                <a:gd name="T17" fmla="*/ 146 h 1161"/>
                <a:gd name="T18" fmla="*/ 149 w 799"/>
                <a:gd name="T19" fmla="*/ 145 h 1161"/>
                <a:gd name="T20" fmla="*/ 145 w 799"/>
                <a:gd name="T21" fmla="*/ 144 h 1161"/>
                <a:gd name="T22" fmla="*/ 140 w 799"/>
                <a:gd name="T23" fmla="*/ 169 h 1161"/>
                <a:gd name="T24" fmla="*/ 145 w 799"/>
                <a:gd name="T25" fmla="*/ 184 h 1161"/>
                <a:gd name="T26" fmla="*/ 115 w 799"/>
                <a:gd name="T27" fmla="*/ 206 h 1161"/>
                <a:gd name="T28" fmla="*/ 92 w 799"/>
                <a:gd name="T29" fmla="*/ 229 h 1161"/>
                <a:gd name="T30" fmla="*/ 73 w 799"/>
                <a:gd name="T31" fmla="*/ 262 h 1161"/>
                <a:gd name="T32" fmla="*/ 79 w 799"/>
                <a:gd name="T33" fmla="*/ 283 h 1161"/>
                <a:gd name="T34" fmla="*/ 61 w 799"/>
                <a:gd name="T35" fmla="*/ 290 h 1161"/>
                <a:gd name="T36" fmla="*/ 20 w 799"/>
                <a:gd name="T37" fmla="*/ 284 h 1161"/>
                <a:gd name="T38" fmla="*/ 12 w 799"/>
                <a:gd name="T39" fmla="*/ 265 h 1161"/>
                <a:gd name="T40" fmla="*/ 17 w 799"/>
                <a:gd name="T41" fmla="*/ 247 h 1161"/>
                <a:gd name="T42" fmla="*/ 21 w 799"/>
                <a:gd name="T43" fmla="*/ 214 h 1161"/>
                <a:gd name="T44" fmla="*/ 3 w 799"/>
                <a:gd name="T45" fmla="*/ 187 h 1161"/>
                <a:gd name="T46" fmla="*/ 12 w 799"/>
                <a:gd name="T47" fmla="*/ 169 h 1161"/>
                <a:gd name="T48" fmla="*/ 29 w 799"/>
                <a:gd name="T49" fmla="*/ 148 h 1161"/>
                <a:gd name="T50" fmla="*/ 13 w 799"/>
                <a:gd name="T51" fmla="*/ 132 h 1161"/>
                <a:gd name="T52" fmla="*/ 24 w 799"/>
                <a:gd name="T53" fmla="*/ 116 h 1161"/>
                <a:gd name="T54" fmla="*/ 0 w 799"/>
                <a:gd name="T55" fmla="*/ 84 h 1161"/>
                <a:gd name="T56" fmla="*/ 1 w 799"/>
                <a:gd name="T57" fmla="*/ 68 h 1161"/>
                <a:gd name="T58" fmla="*/ 11 w 799"/>
                <a:gd name="T59" fmla="*/ 45 h 1161"/>
                <a:gd name="T60" fmla="*/ 29 w 799"/>
                <a:gd name="T61" fmla="*/ 36 h 1161"/>
                <a:gd name="T62" fmla="*/ 45 w 799"/>
                <a:gd name="T63" fmla="*/ 55 h 1161"/>
                <a:gd name="T64" fmla="*/ 68 w 799"/>
                <a:gd name="T65" fmla="*/ 41 h 1161"/>
                <a:gd name="T66" fmla="*/ 81 w 799"/>
                <a:gd name="T67" fmla="*/ 35 h 1161"/>
                <a:gd name="T68" fmla="*/ 88 w 799"/>
                <a:gd name="T69" fmla="*/ 14 h 1161"/>
                <a:gd name="T70" fmla="*/ 105 w 799"/>
                <a:gd name="T71" fmla="*/ 8 h 1161"/>
                <a:gd name="T72" fmla="*/ 116 w 799"/>
                <a:gd name="T73" fmla="*/ 4 h 1161"/>
                <a:gd name="T74" fmla="*/ 124 w 799"/>
                <a:gd name="T75" fmla="*/ 16 h 1161"/>
                <a:gd name="T76" fmla="*/ 128 w 799"/>
                <a:gd name="T77" fmla="*/ 21 h 1161"/>
                <a:gd name="T78" fmla="*/ 131 w 799"/>
                <a:gd name="T79" fmla="*/ 26 h 1161"/>
                <a:gd name="T80" fmla="*/ 132 w 799"/>
                <a:gd name="T81" fmla="*/ 28 h 1161"/>
                <a:gd name="T82" fmla="*/ 133 w 799"/>
                <a:gd name="T83" fmla="*/ 34 h 1161"/>
                <a:gd name="T84" fmla="*/ 135 w 799"/>
                <a:gd name="T85" fmla="*/ 40 h 1161"/>
                <a:gd name="T86" fmla="*/ 147 w 799"/>
                <a:gd name="T87" fmla="*/ 52 h 1161"/>
                <a:gd name="T88" fmla="*/ 166 w 799"/>
                <a:gd name="T89" fmla="*/ 58 h 1161"/>
                <a:gd name="T90" fmla="*/ 174 w 799"/>
                <a:gd name="T91" fmla="*/ 77 h 1161"/>
                <a:gd name="T92" fmla="*/ 194 w 799"/>
                <a:gd name="T93" fmla="*/ 97 h 116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99"/>
                <a:gd name="T142" fmla="*/ 0 h 1161"/>
                <a:gd name="T143" fmla="*/ 799 w 799"/>
                <a:gd name="T144" fmla="*/ 1161 h 116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99" h="1161">
                  <a:moveTo>
                    <a:pt x="799" y="413"/>
                  </a:moveTo>
                  <a:lnTo>
                    <a:pt x="795" y="415"/>
                  </a:lnTo>
                  <a:lnTo>
                    <a:pt x="785" y="423"/>
                  </a:lnTo>
                  <a:lnTo>
                    <a:pt x="773" y="433"/>
                  </a:lnTo>
                  <a:lnTo>
                    <a:pt x="759" y="444"/>
                  </a:lnTo>
                  <a:lnTo>
                    <a:pt x="748" y="458"/>
                  </a:lnTo>
                  <a:lnTo>
                    <a:pt x="740" y="468"/>
                  </a:lnTo>
                  <a:lnTo>
                    <a:pt x="738" y="484"/>
                  </a:lnTo>
                  <a:lnTo>
                    <a:pt x="738" y="499"/>
                  </a:lnTo>
                  <a:lnTo>
                    <a:pt x="738" y="517"/>
                  </a:lnTo>
                  <a:lnTo>
                    <a:pt x="734" y="535"/>
                  </a:lnTo>
                  <a:lnTo>
                    <a:pt x="726" y="549"/>
                  </a:lnTo>
                  <a:lnTo>
                    <a:pt x="706" y="560"/>
                  </a:lnTo>
                  <a:lnTo>
                    <a:pt x="683" y="570"/>
                  </a:lnTo>
                  <a:lnTo>
                    <a:pt x="661" y="578"/>
                  </a:lnTo>
                  <a:lnTo>
                    <a:pt x="645" y="584"/>
                  </a:lnTo>
                  <a:lnTo>
                    <a:pt x="635" y="588"/>
                  </a:lnTo>
                  <a:lnTo>
                    <a:pt x="622" y="586"/>
                  </a:lnTo>
                  <a:lnTo>
                    <a:pt x="608" y="584"/>
                  </a:lnTo>
                  <a:lnTo>
                    <a:pt x="594" y="580"/>
                  </a:lnTo>
                  <a:lnTo>
                    <a:pt x="584" y="576"/>
                  </a:lnTo>
                  <a:lnTo>
                    <a:pt x="580" y="576"/>
                  </a:lnTo>
                  <a:lnTo>
                    <a:pt x="561" y="618"/>
                  </a:lnTo>
                  <a:lnTo>
                    <a:pt x="557" y="679"/>
                  </a:lnTo>
                  <a:lnTo>
                    <a:pt x="568" y="718"/>
                  </a:lnTo>
                  <a:lnTo>
                    <a:pt x="580" y="738"/>
                  </a:lnTo>
                  <a:lnTo>
                    <a:pt x="523" y="822"/>
                  </a:lnTo>
                  <a:lnTo>
                    <a:pt x="458" y="826"/>
                  </a:lnTo>
                  <a:lnTo>
                    <a:pt x="425" y="881"/>
                  </a:lnTo>
                  <a:lnTo>
                    <a:pt x="368" y="919"/>
                  </a:lnTo>
                  <a:lnTo>
                    <a:pt x="344" y="1003"/>
                  </a:lnTo>
                  <a:lnTo>
                    <a:pt x="289" y="1051"/>
                  </a:lnTo>
                  <a:lnTo>
                    <a:pt x="285" y="1088"/>
                  </a:lnTo>
                  <a:lnTo>
                    <a:pt x="316" y="1133"/>
                  </a:lnTo>
                  <a:lnTo>
                    <a:pt x="318" y="1147"/>
                  </a:lnTo>
                  <a:lnTo>
                    <a:pt x="244" y="1161"/>
                  </a:lnTo>
                  <a:lnTo>
                    <a:pt x="139" y="1145"/>
                  </a:lnTo>
                  <a:lnTo>
                    <a:pt x="80" y="1137"/>
                  </a:lnTo>
                  <a:lnTo>
                    <a:pt x="41" y="1100"/>
                  </a:lnTo>
                  <a:lnTo>
                    <a:pt x="45" y="1060"/>
                  </a:lnTo>
                  <a:lnTo>
                    <a:pt x="72" y="1025"/>
                  </a:lnTo>
                  <a:lnTo>
                    <a:pt x="66" y="990"/>
                  </a:lnTo>
                  <a:lnTo>
                    <a:pt x="96" y="929"/>
                  </a:lnTo>
                  <a:lnTo>
                    <a:pt x="82" y="858"/>
                  </a:lnTo>
                  <a:lnTo>
                    <a:pt x="7" y="820"/>
                  </a:lnTo>
                  <a:lnTo>
                    <a:pt x="9" y="749"/>
                  </a:lnTo>
                  <a:lnTo>
                    <a:pt x="41" y="718"/>
                  </a:lnTo>
                  <a:lnTo>
                    <a:pt x="47" y="677"/>
                  </a:lnTo>
                  <a:lnTo>
                    <a:pt x="88" y="665"/>
                  </a:lnTo>
                  <a:lnTo>
                    <a:pt x="114" y="594"/>
                  </a:lnTo>
                  <a:lnTo>
                    <a:pt x="88" y="547"/>
                  </a:lnTo>
                  <a:lnTo>
                    <a:pt x="49" y="529"/>
                  </a:lnTo>
                  <a:lnTo>
                    <a:pt x="53" y="486"/>
                  </a:lnTo>
                  <a:lnTo>
                    <a:pt x="96" y="466"/>
                  </a:lnTo>
                  <a:lnTo>
                    <a:pt x="63" y="419"/>
                  </a:lnTo>
                  <a:lnTo>
                    <a:pt x="0" y="338"/>
                  </a:lnTo>
                  <a:lnTo>
                    <a:pt x="15" y="314"/>
                  </a:lnTo>
                  <a:lnTo>
                    <a:pt x="3" y="273"/>
                  </a:lnTo>
                  <a:lnTo>
                    <a:pt x="35" y="234"/>
                  </a:lnTo>
                  <a:lnTo>
                    <a:pt x="41" y="181"/>
                  </a:lnTo>
                  <a:lnTo>
                    <a:pt x="66" y="143"/>
                  </a:lnTo>
                  <a:lnTo>
                    <a:pt x="114" y="147"/>
                  </a:lnTo>
                  <a:lnTo>
                    <a:pt x="131" y="224"/>
                  </a:lnTo>
                  <a:lnTo>
                    <a:pt x="179" y="220"/>
                  </a:lnTo>
                  <a:lnTo>
                    <a:pt x="230" y="165"/>
                  </a:lnTo>
                  <a:lnTo>
                    <a:pt x="269" y="167"/>
                  </a:lnTo>
                  <a:lnTo>
                    <a:pt x="297" y="131"/>
                  </a:lnTo>
                  <a:lnTo>
                    <a:pt x="324" y="141"/>
                  </a:lnTo>
                  <a:lnTo>
                    <a:pt x="362" y="127"/>
                  </a:lnTo>
                  <a:lnTo>
                    <a:pt x="352" y="59"/>
                  </a:lnTo>
                  <a:lnTo>
                    <a:pt x="387" y="33"/>
                  </a:lnTo>
                  <a:lnTo>
                    <a:pt x="419" y="33"/>
                  </a:lnTo>
                  <a:lnTo>
                    <a:pt x="439" y="0"/>
                  </a:lnTo>
                  <a:lnTo>
                    <a:pt x="464" y="17"/>
                  </a:lnTo>
                  <a:lnTo>
                    <a:pt x="492" y="64"/>
                  </a:lnTo>
                  <a:lnTo>
                    <a:pt x="496" y="66"/>
                  </a:lnTo>
                  <a:lnTo>
                    <a:pt x="502" y="74"/>
                  </a:lnTo>
                  <a:lnTo>
                    <a:pt x="509" y="84"/>
                  </a:lnTo>
                  <a:lnTo>
                    <a:pt x="517" y="94"/>
                  </a:lnTo>
                  <a:lnTo>
                    <a:pt x="523" y="104"/>
                  </a:lnTo>
                  <a:lnTo>
                    <a:pt x="525" y="108"/>
                  </a:lnTo>
                  <a:lnTo>
                    <a:pt x="525" y="114"/>
                  </a:lnTo>
                  <a:lnTo>
                    <a:pt x="527" y="124"/>
                  </a:lnTo>
                  <a:lnTo>
                    <a:pt x="531" y="137"/>
                  </a:lnTo>
                  <a:lnTo>
                    <a:pt x="535" y="151"/>
                  </a:lnTo>
                  <a:lnTo>
                    <a:pt x="539" y="161"/>
                  </a:lnTo>
                  <a:lnTo>
                    <a:pt x="539" y="165"/>
                  </a:lnTo>
                  <a:lnTo>
                    <a:pt x="586" y="208"/>
                  </a:lnTo>
                  <a:lnTo>
                    <a:pt x="653" y="206"/>
                  </a:lnTo>
                  <a:lnTo>
                    <a:pt x="661" y="232"/>
                  </a:lnTo>
                  <a:lnTo>
                    <a:pt x="641" y="291"/>
                  </a:lnTo>
                  <a:lnTo>
                    <a:pt x="696" y="309"/>
                  </a:lnTo>
                  <a:lnTo>
                    <a:pt x="744" y="342"/>
                  </a:lnTo>
                  <a:lnTo>
                    <a:pt x="775" y="389"/>
                  </a:lnTo>
                  <a:lnTo>
                    <a:pt x="799" y="413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6" name="Freeform 95"/>
            <p:cNvSpPr/>
            <p:nvPr/>
          </p:nvSpPr>
          <p:spPr bwMode="gray">
            <a:xfrm>
              <a:off x="3440" y="1985"/>
              <a:ext cx="121" cy="140"/>
            </a:xfrm>
            <a:custGeom>
              <a:avLst/>
              <a:gdLst>
                <a:gd name="T0" fmla="*/ 44 w 242"/>
                <a:gd name="T1" fmla="*/ 62 h 279"/>
                <a:gd name="T2" fmla="*/ 35 w 242"/>
                <a:gd name="T3" fmla="*/ 63 h 279"/>
                <a:gd name="T4" fmla="*/ 29 w 242"/>
                <a:gd name="T5" fmla="*/ 70 h 279"/>
                <a:gd name="T6" fmla="*/ 11 w 242"/>
                <a:gd name="T7" fmla="*/ 69 h 279"/>
                <a:gd name="T8" fmla="*/ 1 w 242"/>
                <a:gd name="T9" fmla="*/ 63 h 279"/>
                <a:gd name="T10" fmla="*/ 0 w 242"/>
                <a:gd name="T11" fmla="*/ 45 h 279"/>
                <a:gd name="T12" fmla="*/ 6 w 242"/>
                <a:gd name="T13" fmla="*/ 40 h 279"/>
                <a:gd name="T14" fmla="*/ 11 w 242"/>
                <a:gd name="T15" fmla="*/ 30 h 279"/>
                <a:gd name="T16" fmla="*/ 5 w 242"/>
                <a:gd name="T17" fmla="*/ 27 h 279"/>
                <a:gd name="T18" fmla="*/ 7 w 242"/>
                <a:gd name="T19" fmla="*/ 22 h 279"/>
                <a:gd name="T20" fmla="*/ 14 w 242"/>
                <a:gd name="T21" fmla="*/ 20 h 279"/>
                <a:gd name="T22" fmla="*/ 21 w 242"/>
                <a:gd name="T23" fmla="*/ 10 h 279"/>
                <a:gd name="T24" fmla="*/ 27 w 242"/>
                <a:gd name="T25" fmla="*/ 3 h 279"/>
                <a:gd name="T26" fmla="*/ 33 w 242"/>
                <a:gd name="T27" fmla="*/ 0 h 279"/>
                <a:gd name="T28" fmla="*/ 44 w 242"/>
                <a:gd name="T29" fmla="*/ 13 h 279"/>
                <a:gd name="T30" fmla="*/ 54 w 242"/>
                <a:gd name="T31" fmla="*/ 13 h 279"/>
                <a:gd name="T32" fmla="*/ 58 w 242"/>
                <a:gd name="T33" fmla="*/ 25 h 279"/>
                <a:gd name="T34" fmla="*/ 61 w 242"/>
                <a:gd name="T35" fmla="*/ 35 h 279"/>
                <a:gd name="T36" fmla="*/ 54 w 242"/>
                <a:gd name="T37" fmla="*/ 41 h 279"/>
                <a:gd name="T38" fmla="*/ 54 w 242"/>
                <a:gd name="T39" fmla="*/ 54 h 279"/>
                <a:gd name="T40" fmla="*/ 44 w 242"/>
                <a:gd name="T41" fmla="*/ 62 h 2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42"/>
                <a:gd name="T64" fmla="*/ 0 h 279"/>
                <a:gd name="T65" fmla="*/ 242 w 242"/>
                <a:gd name="T66" fmla="*/ 279 h 27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42" h="279">
                  <a:moveTo>
                    <a:pt x="173" y="248"/>
                  </a:moveTo>
                  <a:lnTo>
                    <a:pt x="140" y="250"/>
                  </a:lnTo>
                  <a:lnTo>
                    <a:pt x="116" y="279"/>
                  </a:lnTo>
                  <a:lnTo>
                    <a:pt x="41" y="273"/>
                  </a:lnTo>
                  <a:lnTo>
                    <a:pt x="2" y="250"/>
                  </a:lnTo>
                  <a:lnTo>
                    <a:pt x="0" y="179"/>
                  </a:lnTo>
                  <a:lnTo>
                    <a:pt x="21" y="159"/>
                  </a:lnTo>
                  <a:lnTo>
                    <a:pt x="41" y="118"/>
                  </a:lnTo>
                  <a:lnTo>
                    <a:pt x="17" y="106"/>
                  </a:lnTo>
                  <a:lnTo>
                    <a:pt x="25" y="86"/>
                  </a:lnTo>
                  <a:lnTo>
                    <a:pt x="53" y="80"/>
                  </a:lnTo>
                  <a:lnTo>
                    <a:pt x="82" y="39"/>
                  </a:lnTo>
                  <a:lnTo>
                    <a:pt x="106" y="12"/>
                  </a:lnTo>
                  <a:lnTo>
                    <a:pt x="132" y="0"/>
                  </a:lnTo>
                  <a:lnTo>
                    <a:pt x="175" y="49"/>
                  </a:lnTo>
                  <a:lnTo>
                    <a:pt x="216" y="49"/>
                  </a:lnTo>
                  <a:lnTo>
                    <a:pt x="230" y="100"/>
                  </a:lnTo>
                  <a:lnTo>
                    <a:pt x="242" y="139"/>
                  </a:lnTo>
                  <a:lnTo>
                    <a:pt x="216" y="163"/>
                  </a:lnTo>
                  <a:lnTo>
                    <a:pt x="214" y="214"/>
                  </a:lnTo>
                  <a:lnTo>
                    <a:pt x="173" y="248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7" name="Freeform 96"/>
            <p:cNvSpPr/>
            <p:nvPr/>
          </p:nvSpPr>
          <p:spPr bwMode="gray">
            <a:xfrm>
              <a:off x="3440" y="1985"/>
              <a:ext cx="121" cy="140"/>
            </a:xfrm>
            <a:custGeom>
              <a:avLst/>
              <a:gdLst>
                <a:gd name="T0" fmla="*/ 44 w 242"/>
                <a:gd name="T1" fmla="*/ 62 h 279"/>
                <a:gd name="T2" fmla="*/ 35 w 242"/>
                <a:gd name="T3" fmla="*/ 63 h 279"/>
                <a:gd name="T4" fmla="*/ 29 w 242"/>
                <a:gd name="T5" fmla="*/ 70 h 279"/>
                <a:gd name="T6" fmla="*/ 11 w 242"/>
                <a:gd name="T7" fmla="*/ 69 h 279"/>
                <a:gd name="T8" fmla="*/ 1 w 242"/>
                <a:gd name="T9" fmla="*/ 63 h 279"/>
                <a:gd name="T10" fmla="*/ 0 w 242"/>
                <a:gd name="T11" fmla="*/ 45 h 279"/>
                <a:gd name="T12" fmla="*/ 6 w 242"/>
                <a:gd name="T13" fmla="*/ 40 h 279"/>
                <a:gd name="T14" fmla="*/ 11 w 242"/>
                <a:gd name="T15" fmla="*/ 30 h 279"/>
                <a:gd name="T16" fmla="*/ 5 w 242"/>
                <a:gd name="T17" fmla="*/ 27 h 279"/>
                <a:gd name="T18" fmla="*/ 7 w 242"/>
                <a:gd name="T19" fmla="*/ 22 h 279"/>
                <a:gd name="T20" fmla="*/ 14 w 242"/>
                <a:gd name="T21" fmla="*/ 20 h 279"/>
                <a:gd name="T22" fmla="*/ 21 w 242"/>
                <a:gd name="T23" fmla="*/ 10 h 279"/>
                <a:gd name="T24" fmla="*/ 27 w 242"/>
                <a:gd name="T25" fmla="*/ 3 h 279"/>
                <a:gd name="T26" fmla="*/ 33 w 242"/>
                <a:gd name="T27" fmla="*/ 0 h 279"/>
                <a:gd name="T28" fmla="*/ 44 w 242"/>
                <a:gd name="T29" fmla="*/ 13 h 279"/>
                <a:gd name="T30" fmla="*/ 54 w 242"/>
                <a:gd name="T31" fmla="*/ 13 h 279"/>
                <a:gd name="T32" fmla="*/ 58 w 242"/>
                <a:gd name="T33" fmla="*/ 25 h 279"/>
                <a:gd name="T34" fmla="*/ 61 w 242"/>
                <a:gd name="T35" fmla="*/ 35 h 279"/>
                <a:gd name="T36" fmla="*/ 54 w 242"/>
                <a:gd name="T37" fmla="*/ 41 h 279"/>
                <a:gd name="T38" fmla="*/ 54 w 242"/>
                <a:gd name="T39" fmla="*/ 54 h 279"/>
                <a:gd name="T40" fmla="*/ 44 w 242"/>
                <a:gd name="T41" fmla="*/ 62 h 27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42"/>
                <a:gd name="T64" fmla="*/ 0 h 279"/>
                <a:gd name="T65" fmla="*/ 242 w 242"/>
                <a:gd name="T66" fmla="*/ 279 h 27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42" h="279">
                  <a:moveTo>
                    <a:pt x="173" y="248"/>
                  </a:moveTo>
                  <a:lnTo>
                    <a:pt x="140" y="250"/>
                  </a:lnTo>
                  <a:lnTo>
                    <a:pt x="116" y="279"/>
                  </a:lnTo>
                  <a:lnTo>
                    <a:pt x="41" y="273"/>
                  </a:lnTo>
                  <a:lnTo>
                    <a:pt x="2" y="250"/>
                  </a:lnTo>
                  <a:lnTo>
                    <a:pt x="0" y="179"/>
                  </a:lnTo>
                  <a:lnTo>
                    <a:pt x="21" y="159"/>
                  </a:lnTo>
                  <a:lnTo>
                    <a:pt x="41" y="118"/>
                  </a:lnTo>
                  <a:lnTo>
                    <a:pt x="17" y="106"/>
                  </a:lnTo>
                  <a:lnTo>
                    <a:pt x="25" y="86"/>
                  </a:lnTo>
                  <a:lnTo>
                    <a:pt x="53" y="80"/>
                  </a:lnTo>
                  <a:lnTo>
                    <a:pt x="82" y="39"/>
                  </a:lnTo>
                  <a:lnTo>
                    <a:pt x="106" y="12"/>
                  </a:lnTo>
                  <a:lnTo>
                    <a:pt x="132" y="0"/>
                  </a:lnTo>
                  <a:lnTo>
                    <a:pt x="175" y="49"/>
                  </a:lnTo>
                  <a:lnTo>
                    <a:pt x="216" y="49"/>
                  </a:lnTo>
                  <a:lnTo>
                    <a:pt x="230" y="100"/>
                  </a:lnTo>
                  <a:lnTo>
                    <a:pt x="242" y="139"/>
                  </a:lnTo>
                  <a:lnTo>
                    <a:pt x="216" y="163"/>
                  </a:lnTo>
                  <a:lnTo>
                    <a:pt x="214" y="214"/>
                  </a:lnTo>
                  <a:lnTo>
                    <a:pt x="173" y="248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8" name="Freeform 97"/>
            <p:cNvSpPr/>
            <p:nvPr/>
          </p:nvSpPr>
          <p:spPr bwMode="gray">
            <a:xfrm>
              <a:off x="3527" y="2070"/>
              <a:ext cx="86" cy="115"/>
            </a:xfrm>
            <a:custGeom>
              <a:avLst/>
              <a:gdLst>
                <a:gd name="T0" fmla="*/ 2 w 171"/>
                <a:gd name="T1" fmla="*/ 36 h 230"/>
                <a:gd name="T2" fmla="*/ 1 w 171"/>
                <a:gd name="T3" fmla="*/ 47 h 230"/>
                <a:gd name="T4" fmla="*/ 8 w 171"/>
                <a:gd name="T5" fmla="*/ 56 h 230"/>
                <a:gd name="T6" fmla="*/ 24 w 171"/>
                <a:gd name="T7" fmla="*/ 58 h 230"/>
                <a:gd name="T8" fmla="*/ 37 w 171"/>
                <a:gd name="T9" fmla="*/ 54 h 230"/>
                <a:gd name="T10" fmla="*/ 38 w 171"/>
                <a:gd name="T11" fmla="*/ 39 h 230"/>
                <a:gd name="T12" fmla="*/ 43 w 171"/>
                <a:gd name="T13" fmla="*/ 27 h 230"/>
                <a:gd name="T14" fmla="*/ 41 w 171"/>
                <a:gd name="T15" fmla="*/ 20 h 230"/>
                <a:gd name="T16" fmla="*/ 35 w 171"/>
                <a:gd name="T17" fmla="*/ 15 h 230"/>
                <a:gd name="T18" fmla="*/ 25 w 171"/>
                <a:gd name="T19" fmla="*/ 9 h 230"/>
                <a:gd name="T20" fmla="*/ 25 w 171"/>
                <a:gd name="T21" fmla="*/ 1 h 230"/>
                <a:gd name="T22" fmla="*/ 12 w 171"/>
                <a:gd name="T23" fmla="*/ 0 h 230"/>
                <a:gd name="T24" fmla="*/ 11 w 171"/>
                <a:gd name="T25" fmla="*/ 12 h 230"/>
                <a:gd name="T26" fmla="*/ 0 w 171"/>
                <a:gd name="T27" fmla="*/ 20 h 230"/>
                <a:gd name="T28" fmla="*/ 2 w 171"/>
                <a:gd name="T29" fmla="*/ 36 h 2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71"/>
                <a:gd name="T46" fmla="*/ 0 h 230"/>
                <a:gd name="T47" fmla="*/ 171 w 171"/>
                <a:gd name="T48" fmla="*/ 230 h 2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71" h="230">
                  <a:moveTo>
                    <a:pt x="8" y="144"/>
                  </a:moveTo>
                  <a:lnTo>
                    <a:pt x="4" y="185"/>
                  </a:lnTo>
                  <a:lnTo>
                    <a:pt x="31" y="224"/>
                  </a:lnTo>
                  <a:lnTo>
                    <a:pt x="96" y="230"/>
                  </a:lnTo>
                  <a:lnTo>
                    <a:pt x="148" y="215"/>
                  </a:lnTo>
                  <a:lnTo>
                    <a:pt x="152" y="154"/>
                  </a:lnTo>
                  <a:lnTo>
                    <a:pt x="171" y="108"/>
                  </a:lnTo>
                  <a:lnTo>
                    <a:pt x="163" y="79"/>
                  </a:lnTo>
                  <a:lnTo>
                    <a:pt x="138" y="59"/>
                  </a:lnTo>
                  <a:lnTo>
                    <a:pt x="98" y="35"/>
                  </a:lnTo>
                  <a:lnTo>
                    <a:pt x="98" y="4"/>
                  </a:lnTo>
                  <a:lnTo>
                    <a:pt x="45" y="0"/>
                  </a:lnTo>
                  <a:lnTo>
                    <a:pt x="41" y="45"/>
                  </a:lnTo>
                  <a:lnTo>
                    <a:pt x="0" y="79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59" name="Freeform 98"/>
            <p:cNvSpPr/>
            <p:nvPr/>
          </p:nvSpPr>
          <p:spPr bwMode="gray">
            <a:xfrm>
              <a:off x="3527" y="2070"/>
              <a:ext cx="86" cy="115"/>
            </a:xfrm>
            <a:custGeom>
              <a:avLst/>
              <a:gdLst>
                <a:gd name="T0" fmla="*/ 2 w 171"/>
                <a:gd name="T1" fmla="*/ 36 h 230"/>
                <a:gd name="T2" fmla="*/ 1 w 171"/>
                <a:gd name="T3" fmla="*/ 47 h 230"/>
                <a:gd name="T4" fmla="*/ 8 w 171"/>
                <a:gd name="T5" fmla="*/ 56 h 230"/>
                <a:gd name="T6" fmla="*/ 24 w 171"/>
                <a:gd name="T7" fmla="*/ 58 h 230"/>
                <a:gd name="T8" fmla="*/ 37 w 171"/>
                <a:gd name="T9" fmla="*/ 54 h 230"/>
                <a:gd name="T10" fmla="*/ 38 w 171"/>
                <a:gd name="T11" fmla="*/ 39 h 230"/>
                <a:gd name="T12" fmla="*/ 43 w 171"/>
                <a:gd name="T13" fmla="*/ 27 h 230"/>
                <a:gd name="T14" fmla="*/ 41 w 171"/>
                <a:gd name="T15" fmla="*/ 20 h 230"/>
                <a:gd name="T16" fmla="*/ 35 w 171"/>
                <a:gd name="T17" fmla="*/ 15 h 230"/>
                <a:gd name="T18" fmla="*/ 25 w 171"/>
                <a:gd name="T19" fmla="*/ 9 h 230"/>
                <a:gd name="T20" fmla="*/ 25 w 171"/>
                <a:gd name="T21" fmla="*/ 1 h 230"/>
                <a:gd name="T22" fmla="*/ 12 w 171"/>
                <a:gd name="T23" fmla="*/ 0 h 230"/>
                <a:gd name="T24" fmla="*/ 11 w 171"/>
                <a:gd name="T25" fmla="*/ 12 h 230"/>
                <a:gd name="T26" fmla="*/ 0 w 171"/>
                <a:gd name="T27" fmla="*/ 20 h 230"/>
                <a:gd name="T28" fmla="*/ 2 w 171"/>
                <a:gd name="T29" fmla="*/ 36 h 2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71"/>
                <a:gd name="T46" fmla="*/ 0 h 230"/>
                <a:gd name="T47" fmla="*/ 171 w 171"/>
                <a:gd name="T48" fmla="*/ 230 h 2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71" h="230">
                  <a:moveTo>
                    <a:pt x="8" y="144"/>
                  </a:moveTo>
                  <a:lnTo>
                    <a:pt x="4" y="185"/>
                  </a:lnTo>
                  <a:lnTo>
                    <a:pt x="31" y="224"/>
                  </a:lnTo>
                  <a:lnTo>
                    <a:pt x="96" y="230"/>
                  </a:lnTo>
                  <a:lnTo>
                    <a:pt x="148" y="215"/>
                  </a:lnTo>
                  <a:lnTo>
                    <a:pt x="152" y="154"/>
                  </a:lnTo>
                  <a:lnTo>
                    <a:pt x="171" y="108"/>
                  </a:lnTo>
                  <a:lnTo>
                    <a:pt x="163" y="79"/>
                  </a:lnTo>
                  <a:lnTo>
                    <a:pt x="138" y="59"/>
                  </a:lnTo>
                  <a:lnTo>
                    <a:pt x="98" y="35"/>
                  </a:lnTo>
                  <a:lnTo>
                    <a:pt x="98" y="4"/>
                  </a:lnTo>
                  <a:lnTo>
                    <a:pt x="45" y="0"/>
                  </a:lnTo>
                  <a:lnTo>
                    <a:pt x="41" y="45"/>
                  </a:lnTo>
                  <a:lnTo>
                    <a:pt x="0" y="79"/>
                  </a:lnTo>
                  <a:lnTo>
                    <a:pt x="8" y="144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0" name="Freeform 99"/>
            <p:cNvSpPr/>
            <p:nvPr/>
          </p:nvSpPr>
          <p:spPr bwMode="gray">
            <a:xfrm>
              <a:off x="3643" y="1699"/>
              <a:ext cx="430" cy="429"/>
            </a:xfrm>
            <a:custGeom>
              <a:avLst/>
              <a:gdLst>
                <a:gd name="T0" fmla="*/ 182 w 860"/>
                <a:gd name="T1" fmla="*/ 145 h 858"/>
                <a:gd name="T2" fmla="*/ 179 w 860"/>
                <a:gd name="T3" fmla="*/ 149 h 858"/>
                <a:gd name="T4" fmla="*/ 174 w 860"/>
                <a:gd name="T5" fmla="*/ 152 h 858"/>
                <a:gd name="T6" fmla="*/ 166 w 860"/>
                <a:gd name="T7" fmla="*/ 154 h 858"/>
                <a:gd name="T8" fmla="*/ 156 w 860"/>
                <a:gd name="T9" fmla="*/ 157 h 858"/>
                <a:gd name="T10" fmla="*/ 149 w 860"/>
                <a:gd name="T11" fmla="*/ 163 h 858"/>
                <a:gd name="T12" fmla="*/ 140 w 860"/>
                <a:gd name="T13" fmla="*/ 170 h 858"/>
                <a:gd name="T14" fmla="*/ 133 w 860"/>
                <a:gd name="T15" fmla="*/ 176 h 858"/>
                <a:gd name="T16" fmla="*/ 129 w 860"/>
                <a:gd name="T17" fmla="*/ 180 h 858"/>
                <a:gd name="T18" fmla="*/ 123 w 860"/>
                <a:gd name="T19" fmla="*/ 186 h 858"/>
                <a:gd name="T20" fmla="*/ 119 w 860"/>
                <a:gd name="T21" fmla="*/ 194 h 858"/>
                <a:gd name="T22" fmla="*/ 113 w 860"/>
                <a:gd name="T23" fmla="*/ 201 h 858"/>
                <a:gd name="T24" fmla="*/ 107 w 860"/>
                <a:gd name="T25" fmla="*/ 204 h 858"/>
                <a:gd name="T26" fmla="*/ 103 w 860"/>
                <a:gd name="T27" fmla="*/ 208 h 858"/>
                <a:gd name="T28" fmla="*/ 95 w 860"/>
                <a:gd name="T29" fmla="*/ 213 h 858"/>
                <a:gd name="T30" fmla="*/ 89 w 860"/>
                <a:gd name="T31" fmla="*/ 215 h 858"/>
                <a:gd name="T32" fmla="*/ 88 w 860"/>
                <a:gd name="T33" fmla="*/ 210 h 858"/>
                <a:gd name="T34" fmla="*/ 92 w 860"/>
                <a:gd name="T35" fmla="*/ 204 h 858"/>
                <a:gd name="T36" fmla="*/ 98 w 860"/>
                <a:gd name="T37" fmla="*/ 198 h 858"/>
                <a:gd name="T38" fmla="*/ 103 w 860"/>
                <a:gd name="T39" fmla="*/ 191 h 858"/>
                <a:gd name="T40" fmla="*/ 101 w 860"/>
                <a:gd name="T41" fmla="*/ 187 h 858"/>
                <a:gd name="T42" fmla="*/ 95 w 860"/>
                <a:gd name="T43" fmla="*/ 184 h 858"/>
                <a:gd name="T44" fmla="*/ 91 w 860"/>
                <a:gd name="T45" fmla="*/ 179 h 858"/>
                <a:gd name="T46" fmla="*/ 93 w 860"/>
                <a:gd name="T47" fmla="*/ 170 h 858"/>
                <a:gd name="T48" fmla="*/ 100 w 860"/>
                <a:gd name="T49" fmla="*/ 159 h 858"/>
                <a:gd name="T50" fmla="*/ 107 w 860"/>
                <a:gd name="T51" fmla="*/ 148 h 858"/>
                <a:gd name="T52" fmla="*/ 110 w 860"/>
                <a:gd name="T53" fmla="*/ 140 h 858"/>
                <a:gd name="T54" fmla="*/ 110 w 860"/>
                <a:gd name="T55" fmla="*/ 135 h 858"/>
                <a:gd name="T56" fmla="*/ 105 w 860"/>
                <a:gd name="T57" fmla="*/ 129 h 858"/>
                <a:gd name="T58" fmla="*/ 99 w 860"/>
                <a:gd name="T59" fmla="*/ 123 h 858"/>
                <a:gd name="T60" fmla="*/ 94 w 860"/>
                <a:gd name="T61" fmla="*/ 122 h 858"/>
                <a:gd name="T62" fmla="*/ 87 w 860"/>
                <a:gd name="T63" fmla="*/ 123 h 858"/>
                <a:gd name="T64" fmla="*/ 78 w 860"/>
                <a:gd name="T65" fmla="*/ 123 h 858"/>
                <a:gd name="T66" fmla="*/ 74 w 860"/>
                <a:gd name="T67" fmla="*/ 124 h 858"/>
                <a:gd name="T68" fmla="*/ 70 w 860"/>
                <a:gd name="T69" fmla="*/ 134 h 858"/>
                <a:gd name="T70" fmla="*/ 66 w 860"/>
                <a:gd name="T71" fmla="*/ 145 h 858"/>
                <a:gd name="T72" fmla="*/ 60 w 860"/>
                <a:gd name="T73" fmla="*/ 152 h 858"/>
                <a:gd name="T74" fmla="*/ 53 w 860"/>
                <a:gd name="T75" fmla="*/ 163 h 858"/>
                <a:gd name="T76" fmla="*/ 46 w 860"/>
                <a:gd name="T77" fmla="*/ 169 h 858"/>
                <a:gd name="T78" fmla="*/ 41 w 860"/>
                <a:gd name="T79" fmla="*/ 172 h 858"/>
                <a:gd name="T80" fmla="*/ 34 w 860"/>
                <a:gd name="T81" fmla="*/ 167 h 858"/>
                <a:gd name="T82" fmla="*/ 14 w 860"/>
                <a:gd name="T83" fmla="*/ 147 h 858"/>
                <a:gd name="T84" fmla="*/ 5 w 860"/>
                <a:gd name="T85" fmla="*/ 127 h 858"/>
                <a:gd name="T86" fmla="*/ 7 w 860"/>
                <a:gd name="T87" fmla="*/ 101 h 858"/>
                <a:gd name="T88" fmla="*/ 3 w 860"/>
                <a:gd name="T89" fmla="*/ 79 h 858"/>
                <a:gd name="T90" fmla="*/ 21 w 860"/>
                <a:gd name="T91" fmla="*/ 80 h 858"/>
                <a:gd name="T92" fmla="*/ 43 w 860"/>
                <a:gd name="T93" fmla="*/ 78 h 858"/>
                <a:gd name="T94" fmla="*/ 69 w 860"/>
                <a:gd name="T95" fmla="*/ 53 h 858"/>
                <a:gd name="T96" fmla="*/ 94 w 860"/>
                <a:gd name="T97" fmla="*/ 44 h 858"/>
                <a:gd name="T98" fmla="*/ 108 w 860"/>
                <a:gd name="T99" fmla="*/ 37 h 858"/>
                <a:gd name="T100" fmla="*/ 131 w 860"/>
                <a:gd name="T101" fmla="*/ 12 h 858"/>
                <a:gd name="T102" fmla="*/ 149 w 860"/>
                <a:gd name="T103" fmla="*/ 6 h 858"/>
                <a:gd name="T104" fmla="*/ 182 w 860"/>
                <a:gd name="T105" fmla="*/ 30 h 858"/>
                <a:gd name="T106" fmla="*/ 194 w 860"/>
                <a:gd name="T107" fmla="*/ 60 h 858"/>
                <a:gd name="T108" fmla="*/ 215 w 860"/>
                <a:gd name="T109" fmla="*/ 101 h 858"/>
                <a:gd name="T110" fmla="*/ 183 w 860"/>
                <a:gd name="T111" fmla="*/ 134 h 85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60"/>
                <a:gd name="T169" fmla="*/ 0 h 858"/>
                <a:gd name="T170" fmla="*/ 860 w 860"/>
                <a:gd name="T171" fmla="*/ 858 h 85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60" h="858">
                  <a:moveTo>
                    <a:pt x="725" y="575"/>
                  </a:moveTo>
                  <a:lnTo>
                    <a:pt x="725" y="579"/>
                  </a:lnTo>
                  <a:lnTo>
                    <a:pt x="719" y="585"/>
                  </a:lnTo>
                  <a:lnTo>
                    <a:pt x="713" y="594"/>
                  </a:lnTo>
                  <a:lnTo>
                    <a:pt x="705" y="604"/>
                  </a:lnTo>
                  <a:lnTo>
                    <a:pt x="695" y="608"/>
                  </a:lnTo>
                  <a:lnTo>
                    <a:pt x="681" y="610"/>
                  </a:lnTo>
                  <a:lnTo>
                    <a:pt x="664" y="614"/>
                  </a:lnTo>
                  <a:lnTo>
                    <a:pt x="642" y="618"/>
                  </a:lnTo>
                  <a:lnTo>
                    <a:pt x="622" y="626"/>
                  </a:lnTo>
                  <a:lnTo>
                    <a:pt x="607" y="638"/>
                  </a:lnTo>
                  <a:lnTo>
                    <a:pt x="593" y="651"/>
                  </a:lnTo>
                  <a:lnTo>
                    <a:pt x="577" y="665"/>
                  </a:lnTo>
                  <a:lnTo>
                    <a:pt x="559" y="679"/>
                  </a:lnTo>
                  <a:lnTo>
                    <a:pt x="544" y="693"/>
                  </a:lnTo>
                  <a:lnTo>
                    <a:pt x="530" y="703"/>
                  </a:lnTo>
                  <a:lnTo>
                    <a:pt x="522" y="711"/>
                  </a:lnTo>
                  <a:lnTo>
                    <a:pt x="514" y="718"/>
                  </a:lnTo>
                  <a:lnTo>
                    <a:pt x="502" y="730"/>
                  </a:lnTo>
                  <a:lnTo>
                    <a:pt x="492" y="744"/>
                  </a:lnTo>
                  <a:lnTo>
                    <a:pt x="481" y="760"/>
                  </a:lnTo>
                  <a:lnTo>
                    <a:pt x="475" y="774"/>
                  </a:lnTo>
                  <a:lnTo>
                    <a:pt x="465" y="789"/>
                  </a:lnTo>
                  <a:lnTo>
                    <a:pt x="451" y="801"/>
                  </a:lnTo>
                  <a:lnTo>
                    <a:pt x="437" y="809"/>
                  </a:lnTo>
                  <a:lnTo>
                    <a:pt x="427" y="815"/>
                  </a:lnTo>
                  <a:lnTo>
                    <a:pt x="422" y="823"/>
                  </a:lnTo>
                  <a:lnTo>
                    <a:pt x="410" y="831"/>
                  </a:lnTo>
                  <a:lnTo>
                    <a:pt x="394" y="840"/>
                  </a:lnTo>
                  <a:lnTo>
                    <a:pt x="380" y="850"/>
                  </a:lnTo>
                  <a:lnTo>
                    <a:pt x="364" y="856"/>
                  </a:lnTo>
                  <a:lnTo>
                    <a:pt x="355" y="858"/>
                  </a:lnTo>
                  <a:lnTo>
                    <a:pt x="349" y="854"/>
                  </a:lnTo>
                  <a:lnTo>
                    <a:pt x="349" y="838"/>
                  </a:lnTo>
                  <a:lnTo>
                    <a:pt x="355" y="827"/>
                  </a:lnTo>
                  <a:lnTo>
                    <a:pt x="366" y="815"/>
                  </a:lnTo>
                  <a:lnTo>
                    <a:pt x="380" y="801"/>
                  </a:lnTo>
                  <a:lnTo>
                    <a:pt x="392" y="789"/>
                  </a:lnTo>
                  <a:lnTo>
                    <a:pt x="404" y="775"/>
                  </a:lnTo>
                  <a:lnTo>
                    <a:pt x="410" y="764"/>
                  </a:lnTo>
                  <a:lnTo>
                    <a:pt x="410" y="754"/>
                  </a:lnTo>
                  <a:lnTo>
                    <a:pt x="404" y="748"/>
                  </a:lnTo>
                  <a:lnTo>
                    <a:pt x="392" y="742"/>
                  </a:lnTo>
                  <a:lnTo>
                    <a:pt x="380" y="734"/>
                  </a:lnTo>
                  <a:lnTo>
                    <a:pt x="370" y="726"/>
                  </a:lnTo>
                  <a:lnTo>
                    <a:pt x="364" y="716"/>
                  </a:lnTo>
                  <a:lnTo>
                    <a:pt x="364" y="699"/>
                  </a:lnTo>
                  <a:lnTo>
                    <a:pt x="372" y="679"/>
                  </a:lnTo>
                  <a:lnTo>
                    <a:pt x="382" y="661"/>
                  </a:lnTo>
                  <a:lnTo>
                    <a:pt x="400" y="636"/>
                  </a:lnTo>
                  <a:lnTo>
                    <a:pt x="418" y="608"/>
                  </a:lnTo>
                  <a:lnTo>
                    <a:pt x="425" y="592"/>
                  </a:lnTo>
                  <a:lnTo>
                    <a:pt x="433" y="575"/>
                  </a:lnTo>
                  <a:lnTo>
                    <a:pt x="441" y="559"/>
                  </a:lnTo>
                  <a:lnTo>
                    <a:pt x="443" y="547"/>
                  </a:lnTo>
                  <a:lnTo>
                    <a:pt x="439" y="537"/>
                  </a:lnTo>
                  <a:lnTo>
                    <a:pt x="429" y="526"/>
                  </a:lnTo>
                  <a:lnTo>
                    <a:pt x="418" y="514"/>
                  </a:lnTo>
                  <a:lnTo>
                    <a:pt x="404" y="502"/>
                  </a:lnTo>
                  <a:lnTo>
                    <a:pt x="394" y="494"/>
                  </a:lnTo>
                  <a:lnTo>
                    <a:pt x="384" y="490"/>
                  </a:lnTo>
                  <a:lnTo>
                    <a:pt x="374" y="490"/>
                  </a:lnTo>
                  <a:lnTo>
                    <a:pt x="362" y="492"/>
                  </a:lnTo>
                  <a:lnTo>
                    <a:pt x="345" y="494"/>
                  </a:lnTo>
                  <a:lnTo>
                    <a:pt x="325" y="494"/>
                  </a:lnTo>
                  <a:lnTo>
                    <a:pt x="311" y="492"/>
                  </a:lnTo>
                  <a:lnTo>
                    <a:pt x="301" y="492"/>
                  </a:lnTo>
                  <a:lnTo>
                    <a:pt x="294" y="498"/>
                  </a:lnTo>
                  <a:lnTo>
                    <a:pt x="286" y="512"/>
                  </a:lnTo>
                  <a:lnTo>
                    <a:pt x="280" y="533"/>
                  </a:lnTo>
                  <a:lnTo>
                    <a:pt x="272" y="557"/>
                  </a:lnTo>
                  <a:lnTo>
                    <a:pt x="264" y="577"/>
                  </a:lnTo>
                  <a:lnTo>
                    <a:pt x="254" y="592"/>
                  </a:lnTo>
                  <a:lnTo>
                    <a:pt x="242" y="608"/>
                  </a:lnTo>
                  <a:lnTo>
                    <a:pt x="227" y="630"/>
                  </a:lnTo>
                  <a:lnTo>
                    <a:pt x="211" y="650"/>
                  </a:lnTo>
                  <a:lnTo>
                    <a:pt x="197" y="663"/>
                  </a:lnTo>
                  <a:lnTo>
                    <a:pt x="183" y="673"/>
                  </a:lnTo>
                  <a:lnTo>
                    <a:pt x="172" y="681"/>
                  </a:lnTo>
                  <a:lnTo>
                    <a:pt x="162" y="687"/>
                  </a:lnTo>
                  <a:lnTo>
                    <a:pt x="158" y="691"/>
                  </a:lnTo>
                  <a:lnTo>
                    <a:pt x="134" y="667"/>
                  </a:lnTo>
                  <a:lnTo>
                    <a:pt x="103" y="620"/>
                  </a:lnTo>
                  <a:lnTo>
                    <a:pt x="55" y="587"/>
                  </a:lnTo>
                  <a:lnTo>
                    <a:pt x="0" y="569"/>
                  </a:lnTo>
                  <a:lnTo>
                    <a:pt x="20" y="510"/>
                  </a:lnTo>
                  <a:lnTo>
                    <a:pt x="53" y="457"/>
                  </a:lnTo>
                  <a:lnTo>
                    <a:pt x="30" y="402"/>
                  </a:lnTo>
                  <a:lnTo>
                    <a:pt x="30" y="337"/>
                  </a:lnTo>
                  <a:lnTo>
                    <a:pt x="10" y="315"/>
                  </a:lnTo>
                  <a:lnTo>
                    <a:pt x="40" y="285"/>
                  </a:lnTo>
                  <a:lnTo>
                    <a:pt x="81" y="317"/>
                  </a:lnTo>
                  <a:lnTo>
                    <a:pt x="126" y="382"/>
                  </a:lnTo>
                  <a:lnTo>
                    <a:pt x="170" y="311"/>
                  </a:lnTo>
                  <a:lnTo>
                    <a:pt x="215" y="274"/>
                  </a:lnTo>
                  <a:lnTo>
                    <a:pt x="274" y="209"/>
                  </a:lnTo>
                  <a:lnTo>
                    <a:pt x="349" y="189"/>
                  </a:lnTo>
                  <a:lnTo>
                    <a:pt x="376" y="173"/>
                  </a:lnTo>
                  <a:lnTo>
                    <a:pt x="380" y="134"/>
                  </a:lnTo>
                  <a:lnTo>
                    <a:pt x="431" y="146"/>
                  </a:lnTo>
                  <a:lnTo>
                    <a:pt x="475" y="108"/>
                  </a:lnTo>
                  <a:lnTo>
                    <a:pt x="524" y="47"/>
                  </a:lnTo>
                  <a:lnTo>
                    <a:pt x="524" y="0"/>
                  </a:lnTo>
                  <a:lnTo>
                    <a:pt x="595" y="22"/>
                  </a:lnTo>
                  <a:lnTo>
                    <a:pt x="679" y="45"/>
                  </a:lnTo>
                  <a:lnTo>
                    <a:pt x="725" y="120"/>
                  </a:lnTo>
                  <a:lnTo>
                    <a:pt x="784" y="187"/>
                  </a:lnTo>
                  <a:lnTo>
                    <a:pt x="774" y="240"/>
                  </a:lnTo>
                  <a:lnTo>
                    <a:pt x="860" y="317"/>
                  </a:lnTo>
                  <a:lnTo>
                    <a:pt x="860" y="402"/>
                  </a:lnTo>
                  <a:lnTo>
                    <a:pt x="815" y="425"/>
                  </a:lnTo>
                  <a:lnTo>
                    <a:pt x="731" y="533"/>
                  </a:lnTo>
                  <a:lnTo>
                    <a:pt x="725" y="575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1" name="Freeform 100"/>
            <p:cNvSpPr/>
            <p:nvPr/>
          </p:nvSpPr>
          <p:spPr bwMode="gray">
            <a:xfrm>
              <a:off x="3643" y="1699"/>
              <a:ext cx="430" cy="429"/>
            </a:xfrm>
            <a:custGeom>
              <a:avLst/>
              <a:gdLst>
                <a:gd name="T0" fmla="*/ 182 w 860"/>
                <a:gd name="T1" fmla="*/ 145 h 858"/>
                <a:gd name="T2" fmla="*/ 179 w 860"/>
                <a:gd name="T3" fmla="*/ 149 h 858"/>
                <a:gd name="T4" fmla="*/ 174 w 860"/>
                <a:gd name="T5" fmla="*/ 152 h 858"/>
                <a:gd name="T6" fmla="*/ 166 w 860"/>
                <a:gd name="T7" fmla="*/ 154 h 858"/>
                <a:gd name="T8" fmla="*/ 156 w 860"/>
                <a:gd name="T9" fmla="*/ 157 h 858"/>
                <a:gd name="T10" fmla="*/ 149 w 860"/>
                <a:gd name="T11" fmla="*/ 163 h 858"/>
                <a:gd name="T12" fmla="*/ 140 w 860"/>
                <a:gd name="T13" fmla="*/ 170 h 858"/>
                <a:gd name="T14" fmla="*/ 133 w 860"/>
                <a:gd name="T15" fmla="*/ 176 h 858"/>
                <a:gd name="T16" fmla="*/ 129 w 860"/>
                <a:gd name="T17" fmla="*/ 180 h 858"/>
                <a:gd name="T18" fmla="*/ 123 w 860"/>
                <a:gd name="T19" fmla="*/ 186 h 858"/>
                <a:gd name="T20" fmla="*/ 119 w 860"/>
                <a:gd name="T21" fmla="*/ 194 h 858"/>
                <a:gd name="T22" fmla="*/ 113 w 860"/>
                <a:gd name="T23" fmla="*/ 201 h 858"/>
                <a:gd name="T24" fmla="*/ 107 w 860"/>
                <a:gd name="T25" fmla="*/ 204 h 858"/>
                <a:gd name="T26" fmla="*/ 103 w 860"/>
                <a:gd name="T27" fmla="*/ 208 h 858"/>
                <a:gd name="T28" fmla="*/ 95 w 860"/>
                <a:gd name="T29" fmla="*/ 213 h 858"/>
                <a:gd name="T30" fmla="*/ 89 w 860"/>
                <a:gd name="T31" fmla="*/ 215 h 858"/>
                <a:gd name="T32" fmla="*/ 88 w 860"/>
                <a:gd name="T33" fmla="*/ 210 h 858"/>
                <a:gd name="T34" fmla="*/ 92 w 860"/>
                <a:gd name="T35" fmla="*/ 204 h 858"/>
                <a:gd name="T36" fmla="*/ 98 w 860"/>
                <a:gd name="T37" fmla="*/ 198 h 858"/>
                <a:gd name="T38" fmla="*/ 103 w 860"/>
                <a:gd name="T39" fmla="*/ 191 h 858"/>
                <a:gd name="T40" fmla="*/ 101 w 860"/>
                <a:gd name="T41" fmla="*/ 187 h 858"/>
                <a:gd name="T42" fmla="*/ 95 w 860"/>
                <a:gd name="T43" fmla="*/ 184 h 858"/>
                <a:gd name="T44" fmla="*/ 91 w 860"/>
                <a:gd name="T45" fmla="*/ 179 h 858"/>
                <a:gd name="T46" fmla="*/ 93 w 860"/>
                <a:gd name="T47" fmla="*/ 170 h 858"/>
                <a:gd name="T48" fmla="*/ 100 w 860"/>
                <a:gd name="T49" fmla="*/ 159 h 858"/>
                <a:gd name="T50" fmla="*/ 107 w 860"/>
                <a:gd name="T51" fmla="*/ 148 h 858"/>
                <a:gd name="T52" fmla="*/ 110 w 860"/>
                <a:gd name="T53" fmla="*/ 140 h 858"/>
                <a:gd name="T54" fmla="*/ 110 w 860"/>
                <a:gd name="T55" fmla="*/ 135 h 858"/>
                <a:gd name="T56" fmla="*/ 105 w 860"/>
                <a:gd name="T57" fmla="*/ 129 h 858"/>
                <a:gd name="T58" fmla="*/ 99 w 860"/>
                <a:gd name="T59" fmla="*/ 123 h 858"/>
                <a:gd name="T60" fmla="*/ 94 w 860"/>
                <a:gd name="T61" fmla="*/ 122 h 858"/>
                <a:gd name="T62" fmla="*/ 87 w 860"/>
                <a:gd name="T63" fmla="*/ 123 h 858"/>
                <a:gd name="T64" fmla="*/ 78 w 860"/>
                <a:gd name="T65" fmla="*/ 123 h 858"/>
                <a:gd name="T66" fmla="*/ 74 w 860"/>
                <a:gd name="T67" fmla="*/ 124 h 858"/>
                <a:gd name="T68" fmla="*/ 70 w 860"/>
                <a:gd name="T69" fmla="*/ 134 h 858"/>
                <a:gd name="T70" fmla="*/ 66 w 860"/>
                <a:gd name="T71" fmla="*/ 145 h 858"/>
                <a:gd name="T72" fmla="*/ 60 w 860"/>
                <a:gd name="T73" fmla="*/ 152 h 858"/>
                <a:gd name="T74" fmla="*/ 53 w 860"/>
                <a:gd name="T75" fmla="*/ 163 h 858"/>
                <a:gd name="T76" fmla="*/ 46 w 860"/>
                <a:gd name="T77" fmla="*/ 169 h 858"/>
                <a:gd name="T78" fmla="*/ 41 w 860"/>
                <a:gd name="T79" fmla="*/ 172 h 858"/>
                <a:gd name="T80" fmla="*/ 34 w 860"/>
                <a:gd name="T81" fmla="*/ 167 h 858"/>
                <a:gd name="T82" fmla="*/ 14 w 860"/>
                <a:gd name="T83" fmla="*/ 147 h 858"/>
                <a:gd name="T84" fmla="*/ 5 w 860"/>
                <a:gd name="T85" fmla="*/ 127 h 858"/>
                <a:gd name="T86" fmla="*/ 7 w 860"/>
                <a:gd name="T87" fmla="*/ 101 h 858"/>
                <a:gd name="T88" fmla="*/ 3 w 860"/>
                <a:gd name="T89" fmla="*/ 79 h 858"/>
                <a:gd name="T90" fmla="*/ 21 w 860"/>
                <a:gd name="T91" fmla="*/ 80 h 858"/>
                <a:gd name="T92" fmla="*/ 43 w 860"/>
                <a:gd name="T93" fmla="*/ 78 h 858"/>
                <a:gd name="T94" fmla="*/ 69 w 860"/>
                <a:gd name="T95" fmla="*/ 53 h 858"/>
                <a:gd name="T96" fmla="*/ 94 w 860"/>
                <a:gd name="T97" fmla="*/ 44 h 858"/>
                <a:gd name="T98" fmla="*/ 108 w 860"/>
                <a:gd name="T99" fmla="*/ 37 h 858"/>
                <a:gd name="T100" fmla="*/ 131 w 860"/>
                <a:gd name="T101" fmla="*/ 12 h 858"/>
                <a:gd name="T102" fmla="*/ 149 w 860"/>
                <a:gd name="T103" fmla="*/ 6 h 858"/>
                <a:gd name="T104" fmla="*/ 182 w 860"/>
                <a:gd name="T105" fmla="*/ 30 h 858"/>
                <a:gd name="T106" fmla="*/ 194 w 860"/>
                <a:gd name="T107" fmla="*/ 60 h 858"/>
                <a:gd name="T108" fmla="*/ 215 w 860"/>
                <a:gd name="T109" fmla="*/ 101 h 858"/>
                <a:gd name="T110" fmla="*/ 183 w 860"/>
                <a:gd name="T111" fmla="*/ 134 h 85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60"/>
                <a:gd name="T169" fmla="*/ 0 h 858"/>
                <a:gd name="T170" fmla="*/ 860 w 860"/>
                <a:gd name="T171" fmla="*/ 858 h 85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60" h="858">
                  <a:moveTo>
                    <a:pt x="725" y="575"/>
                  </a:moveTo>
                  <a:lnTo>
                    <a:pt x="725" y="579"/>
                  </a:lnTo>
                  <a:lnTo>
                    <a:pt x="719" y="585"/>
                  </a:lnTo>
                  <a:lnTo>
                    <a:pt x="713" y="594"/>
                  </a:lnTo>
                  <a:lnTo>
                    <a:pt x="705" y="604"/>
                  </a:lnTo>
                  <a:lnTo>
                    <a:pt x="695" y="608"/>
                  </a:lnTo>
                  <a:lnTo>
                    <a:pt x="681" y="610"/>
                  </a:lnTo>
                  <a:lnTo>
                    <a:pt x="664" y="614"/>
                  </a:lnTo>
                  <a:lnTo>
                    <a:pt x="642" y="618"/>
                  </a:lnTo>
                  <a:lnTo>
                    <a:pt x="622" y="626"/>
                  </a:lnTo>
                  <a:lnTo>
                    <a:pt x="607" y="638"/>
                  </a:lnTo>
                  <a:lnTo>
                    <a:pt x="593" y="651"/>
                  </a:lnTo>
                  <a:lnTo>
                    <a:pt x="577" y="665"/>
                  </a:lnTo>
                  <a:lnTo>
                    <a:pt x="559" y="679"/>
                  </a:lnTo>
                  <a:lnTo>
                    <a:pt x="544" y="693"/>
                  </a:lnTo>
                  <a:lnTo>
                    <a:pt x="530" y="703"/>
                  </a:lnTo>
                  <a:lnTo>
                    <a:pt x="522" y="711"/>
                  </a:lnTo>
                  <a:lnTo>
                    <a:pt x="514" y="718"/>
                  </a:lnTo>
                  <a:lnTo>
                    <a:pt x="502" y="730"/>
                  </a:lnTo>
                  <a:lnTo>
                    <a:pt x="492" y="744"/>
                  </a:lnTo>
                  <a:lnTo>
                    <a:pt x="481" y="760"/>
                  </a:lnTo>
                  <a:lnTo>
                    <a:pt x="475" y="774"/>
                  </a:lnTo>
                  <a:lnTo>
                    <a:pt x="465" y="789"/>
                  </a:lnTo>
                  <a:lnTo>
                    <a:pt x="451" y="801"/>
                  </a:lnTo>
                  <a:lnTo>
                    <a:pt x="437" y="809"/>
                  </a:lnTo>
                  <a:lnTo>
                    <a:pt x="427" y="815"/>
                  </a:lnTo>
                  <a:lnTo>
                    <a:pt x="422" y="823"/>
                  </a:lnTo>
                  <a:lnTo>
                    <a:pt x="410" y="831"/>
                  </a:lnTo>
                  <a:lnTo>
                    <a:pt x="394" y="840"/>
                  </a:lnTo>
                  <a:lnTo>
                    <a:pt x="380" y="850"/>
                  </a:lnTo>
                  <a:lnTo>
                    <a:pt x="364" y="856"/>
                  </a:lnTo>
                  <a:lnTo>
                    <a:pt x="355" y="858"/>
                  </a:lnTo>
                  <a:lnTo>
                    <a:pt x="349" y="854"/>
                  </a:lnTo>
                  <a:lnTo>
                    <a:pt x="349" y="838"/>
                  </a:lnTo>
                  <a:lnTo>
                    <a:pt x="355" y="827"/>
                  </a:lnTo>
                  <a:lnTo>
                    <a:pt x="366" y="815"/>
                  </a:lnTo>
                  <a:lnTo>
                    <a:pt x="380" y="801"/>
                  </a:lnTo>
                  <a:lnTo>
                    <a:pt x="392" y="789"/>
                  </a:lnTo>
                  <a:lnTo>
                    <a:pt x="404" y="775"/>
                  </a:lnTo>
                  <a:lnTo>
                    <a:pt x="410" y="764"/>
                  </a:lnTo>
                  <a:lnTo>
                    <a:pt x="410" y="754"/>
                  </a:lnTo>
                  <a:lnTo>
                    <a:pt x="404" y="748"/>
                  </a:lnTo>
                  <a:lnTo>
                    <a:pt x="392" y="742"/>
                  </a:lnTo>
                  <a:lnTo>
                    <a:pt x="380" y="734"/>
                  </a:lnTo>
                  <a:lnTo>
                    <a:pt x="370" y="726"/>
                  </a:lnTo>
                  <a:lnTo>
                    <a:pt x="364" y="716"/>
                  </a:lnTo>
                  <a:lnTo>
                    <a:pt x="364" y="699"/>
                  </a:lnTo>
                  <a:lnTo>
                    <a:pt x="372" y="679"/>
                  </a:lnTo>
                  <a:lnTo>
                    <a:pt x="382" y="661"/>
                  </a:lnTo>
                  <a:lnTo>
                    <a:pt x="400" y="636"/>
                  </a:lnTo>
                  <a:lnTo>
                    <a:pt x="418" y="608"/>
                  </a:lnTo>
                  <a:lnTo>
                    <a:pt x="425" y="592"/>
                  </a:lnTo>
                  <a:lnTo>
                    <a:pt x="433" y="575"/>
                  </a:lnTo>
                  <a:lnTo>
                    <a:pt x="441" y="559"/>
                  </a:lnTo>
                  <a:lnTo>
                    <a:pt x="443" y="547"/>
                  </a:lnTo>
                  <a:lnTo>
                    <a:pt x="439" y="537"/>
                  </a:lnTo>
                  <a:lnTo>
                    <a:pt x="429" y="526"/>
                  </a:lnTo>
                  <a:lnTo>
                    <a:pt x="418" y="514"/>
                  </a:lnTo>
                  <a:lnTo>
                    <a:pt x="404" y="502"/>
                  </a:lnTo>
                  <a:lnTo>
                    <a:pt x="394" y="494"/>
                  </a:lnTo>
                  <a:lnTo>
                    <a:pt x="384" y="490"/>
                  </a:lnTo>
                  <a:lnTo>
                    <a:pt x="374" y="490"/>
                  </a:lnTo>
                  <a:lnTo>
                    <a:pt x="362" y="492"/>
                  </a:lnTo>
                  <a:lnTo>
                    <a:pt x="345" y="494"/>
                  </a:lnTo>
                  <a:lnTo>
                    <a:pt x="325" y="494"/>
                  </a:lnTo>
                  <a:lnTo>
                    <a:pt x="311" y="492"/>
                  </a:lnTo>
                  <a:lnTo>
                    <a:pt x="301" y="492"/>
                  </a:lnTo>
                  <a:lnTo>
                    <a:pt x="294" y="498"/>
                  </a:lnTo>
                  <a:lnTo>
                    <a:pt x="286" y="512"/>
                  </a:lnTo>
                  <a:lnTo>
                    <a:pt x="280" y="533"/>
                  </a:lnTo>
                  <a:lnTo>
                    <a:pt x="272" y="557"/>
                  </a:lnTo>
                  <a:lnTo>
                    <a:pt x="264" y="577"/>
                  </a:lnTo>
                  <a:lnTo>
                    <a:pt x="254" y="592"/>
                  </a:lnTo>
                  <a:lnTo>
                    <a:pt x="242" y="608"/>
                  </a:lnTo>
                  <a:lnTo>
                    <a:pt x="227" y="630"/>
                  </a:lnTo>
                  <a:lnTo>
                    <a:pt x="211" y="650"/>
                  </a:lnTo>
                  <a:lnTo>
                    <a:pt x="197" y="663"/>
                  </a:lnTo>
                  <a:lnTo>
                    <a:pt x="183" y="673"/>
                  </a:lnTo>
                  <a:lnTo>
                    <a:pt x="172" y="681"/>
                  </a:lnTo>
                  <a:lnTo>
                    <a:pt x="162" y="687"/>
                  </a:lnTo>
                  <a:lnTo>
                    <a:pt x="158" y="691"/>
                  </a:lnTo>
                  <a:lnTo>
                    <a:pt x="134" y="667"/>
                  </a:lnTo>
                  <a:lnTo>
                    <a:pt x="103" y="620"/>
                  </a:lnTo>
                  <a:lnTo>
                    <a:pt x="55" y="587"/>
                  </a:lnTo>
                  <a:lnTo>
                    <a:pt x="0" y="569"/>
                  </a:lnTo>
                  <a:lnTo>
                    <a:pt x="20" y="510"/>
                  </a:lnTo>
                  <a:lnTo>
                    <a:pt x="53" y="457"/>
                  </a:lnTo>
                  <a:lnTo>
                    <a:pt x="30" y="402"/>
                  </a:lnTo>
                  <a:lnTo>
                    <a:pt x="30" y="337"/>
                  </a:lnTo>
                  <a:lnTo>
                    <a:pt x="10" y="315"/>
                  </a:lnTo>
                  <a:lnTo>
                    <a:pt x="40" y="285"/>
                  </a:lnTo>
                  <a:lnTo>
                    <a:pt x="81" y="317"/>
                  </a:lnTo>
                  <a:lnTo>
                    <a:pt x="126" y="382"/>
                  </a:lnTo>
                  <a:lnTo>
                    <a:pt x="170" y="311"/>
                  </a:lnTo>
                  <a:lnTo>
                    <a:pt x="215" y="274"/>
                  </a:lnTo>
                  <a:lnTo>
                    <a:pt x="274" y="209"/>
                  </a:lnTo>
                  <a:lnTo>
                    <a:pt x="349" y="189"/>
                  </a:lnTo>
                  <a:lnTo>
                    <a:pt x="376" y="173"/>
                  </a:lnTo>
                  <a:lnTo>
                    <a:pt x="380" y="134"/>
                  </a:lnTo>
                  <a:lnTo>
                    <a:pt x="431" y="146"/>
                  </a:lnTo>
                  <a:lnTo>
                    <a:pt x="475" y="108"/>
                  </a:lnTo>
                  <a:lnTo>
                    <a:pt x="524" y="47"/>
                  </a:lnTo>
                  <a:lnTo>
                    <a:pt x="524" y="0"/>
                  </a:lnTo>
                  <a:lnTo>
                    <a:pt x="595" y="22"/>
                  </a:lnTo>
                  <a:lnTo>
                    <a:pt x="679" y="45"/>
                  </a:lnTo>
                  <a:lnTo>
                    <a:pt x="725" y="120"/>
                  </a:lnTo>
                  <a:lnTo>
                    <a:pt x="784" y="187"/>
                  </a:lnTo>
                  <a:lnTo>
                    <a:pt x="774" y="240"/>
                  </a:lnTo>
                  <a:lnTo>
                    <a:pt x="860" y="317"/>
                  </a:lnTo>
                  <a:lnTo>
                    <a:pt x="860" y="402"/>
                  </a:lnTo>
                  <a:lnTo>
                    <a:pt x="815" y="425"/>
                  </a:lnTo>
                  <a:lnTo>
                    <a:pt x="731" y="533"/>
                  </a:lnTo>
                  <a:lnTo>
                    <a:pt x="725" y="575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2" name="Freeform 101"/>
            <p:cNvSpPr/>
            <p:nvPr/>
          </p:nvSpPr>
          <p:spPr bwMode="gray">
            <a:xfrm>
              <a:off x="3738" y="1458"/>
              <a:ext cx="630" cy="431"/>
            </a:xfrm>
            <a:custGeom>
              <a:avLst/>
              <a:gdLst>
                <a:gd name="T0" fmla="*/ 315 w 1260"/>
                <a:gd name="T1" fmla="*/ 87 h 862"/>
                <a:gd name="T2" fmla="*/ 309 w 1260"/>
                <a:gd name="T3" fmla="*/ 91 h 862"/>
                <a:gd name="T4" fmla="*/ 299 w 1260"/>
                <a:gd name="T5" fmla="*/ 98 h 862"/>
                <a:gd name="T6" fmla="*/ 293 w 1260"/>
                <a:gd name="T7" fmla="*/ 101 h 862"/>
                <a:gd name="T8" fmla="*/ 287 w 1260"/>
                <a:gd name="T9" fmla="*/ 98 h 862"/>
                <a:gd name="T10" fmla="*/ 279 w 1260"/>
                <a:gd name="T11" fmla="*/ 94 h 862"/>
                <a:gd name="T12" fmla="*/ 277 w 1260"/>
                <a:gd name="T13" fmla="*/ 106 h 862"/>
                <a:gd name="T14" fmla="*/ 274 w 1260"/>
                <a:gd name="T15" fmla="*/ 119 h 862"/>
                <a:gd name="T16" fmla="*/ 265 w 1260"/>
                <a:gd name="T17" fmla="*/ 127 h 862"/>
                <a:gd name="T18" fmla="*/ 263 w 1260"/>
                <a:gd name="T19" fmla="*/ 136 h 862"/>
                <a:gd name="T20" fmla="*/ 254 w 1260"/>
                <a:gd name="T21" fmla="*/ 143 h 862"/>
                <a:gd name="T22" fmla="*/ 241 w 1260"/>
                <a:gd name="T23" fmla="*/ 147 h 862"/>
                <a:gd name="T24" fmla="*/ 233 w 1260"/>
                <a:gd name="T25" fmla="*/ 149 h 862"/>
                <a:gd name="T26" fmla="*/ 236 w 1260"/>
                <a:gd name="T27" fmla="*/ 157 h 862"/>
                <a:gd name="T28" fmla="*/ 244 w 1260"/>
                <a:gd name="T29" fmla="*/ 167 h 862"/>
                <a:gd name="T30" fmla="*/ 241 w 1260"/>
                <a:gd name="T31" fmla="*/ 175 h 862"/>
                <a:gd name="T32" fmla="*/ 226 w 1260"/>
                <a:gd name="T33" fmla="*/ 177 h 862"/>
                <a:gd name="T34" fmla="*/ 216 w 1260"/>
                <a:gd name="T35" fmla="*/ 177 h 862"/>
                <a:gd name="T36" fmla="*/ 207 w 1260"/>
                <a:gd name="T37" fmla="*/ 177 h 862"/>
                <a:gd name="T38" fmla="*/ 202 w 1260"/>
                <a:gd name="T39" fmla="*/ 172 h 862"/>
                <a:gd name="T40" fmla="*/ 196 w 1260"/>
                <a:gd name="T41" fmla="*/ 170 h 862"/>
                <a:gd name="T42" fmla="*/ 191 w 1260"/>
                <a:gd name="T43" fmla="*/ 183 h 862"/>
                <a:gd name="T44" fmla="*/ 185 w 1260"/>
                <a:gd name="T45" fmla="*/ 199 h 862"/>
                <a:gd name="T46" fmla="*/ 178 w 1260"/>
                <a:gd name="T47" fmla="*/ 213 h 862"/>
                <a:gd name="T48" fmla="*/ 169 w 1260"/>
                <a:gd name="T49" fmla="*/ 216 h 862"/>
                <a:gd name="T50" fmla="*/ 147 w 1260"/>
                <a:gd name="T51" fmla="*/ 181 h 862"/>
                <a:gd name="T52" fmla="*/ 122 w 1260"/>
                <a:gd name="T53" fmla="*/ 132 h 862"/>
                <a:gd name="T54" fmla="*/ 66 w 1260"/>
                <a:gd name="T55" fmla="*/ 99 h 862"/>
                <a:gd name="T56" fmla="*/ 28 w 1260"/>
                <a:gd name="T57" fmla="*/ 96 h 862"/>
                <a:gd name="T58" fmla="*/ 21 w 1260"/>
                <a:gd name="T59" fmla="*/ 55 h 862"/>
                <a:gd name="T60" fmla="*/ 6 w 1260"/>
                <a:gd name="T61" fmla="*/ 26 h 862"/>
                <a:gd name="T62" fmla="*/ 33 w 1260"/>
                <a:gd name="T63" fmla="*/ 29 h 862"/>
                <a:gd name="T64" fmla="*/ 64 w 1260"/>
                <a:gd name="T65" fmla="*/ 0 h 862"/>
                <a:gd name="T66" fmla="*/ 101 w 1260"/>
                <a:gd name="T67" fmla="*/ 27 h 862"/>
                <a:gd name="T68" fmla="*/ 133 w 1260"/>
                <a:gd name="T69" fmla="*/ 34 h 862"/>
                <a:gd name="T70" fmla="*/ 172 w 1260"/>
                <a:gd name="T71" fmla="*/ 48 h 862"/>
                <a:gd name="T72" fmla="*/ 206 w 1260"/>
                <a:gd name="T73" fmla="*/ 62 h 862"/>
                <a:gd name="T74" fmla="*/ 214 w 1260"/>
                <a:gd name="T75" fmla="*/ 42 h 862"/>
                <a:gd name="T76" fmla="*/ 217 w 1260"/>
                <a:gd name="T77" fmla="*/ 53 h 862"/>
                <a:gd name="T78" fmla="*/ 219 w 1260"/>
                <a:gd name="T79" fmla="*/ 58 h 862"/>
                <a:gd name="T80" fmla="*/ 227 w 1260"/>
                <a:gd name="T81" fmla="*/ 65 h 862"/>
                <a:gd name="T82" fmla="*/ 243 w 1260"/>
                <a:gd name="T83" fmla="*/ 80 h 862"/>
                <a:gd name="T84" fmla="*/ 265 w 1260"/>
                <a:gd name="T85" fmla="*/ 51 h 862"/>
                <a:gd name="T86" fmla="*/ 312 w 1260"/>
                <a:gd name="T87" fmla="*/ 62 h 8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60"/>
                <a:gd name="T133" fmla="*/ 0 h 862"/>
                <a:gd name="T134" fmla="*/ 1260 w 1260"/>
                <a:gd name="T135" fmla="*/ 862 h 8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60" h="862">
                  <a:moveTo>
                    <a:pt x="1246" y="248"/>
                  </a:moveTo>
                  <a:lnTo>
                    <a:pt x="1260" y="267"/>
                  </a:lnTo>
                  <a:lnTo>
                    <a:pt x="1258" y="348"/>
                  </a:lnTo>
                  <a:lnTo>
                    <a:pt x="1254" y="350"/>
                  </a:lnTo>
                  <a:lnTo>
                    <a:pt x="1246" y="356"/>
                  </a:lnTo>
                  <a:lnTo>
                    <a:pt x="1233" y="364"/>
                  </a:lnTo>
                  <a:lnTo>
                    <a:pt x="1219" y="374"/>
                  </a:lnTo>
                  <a:lnTo>
                    <a:pt x="1205" y="382"/>
                  </a:lnTo>
                  <a:lnTo>
                    <a:pt x="1195" y="390"/>
                  </a:lnTo>
                  <a:lnTo>
                    <a:pt x="1187" y="395"/>
                  </a:lnTo>
                  <a:lnTo>
                    <a:pt x="1179" y="399"/>
                  </a:lnTo>
                  <a:lnTo>
                    <a:pt x="1170" y="401"/>
                  </a:lnTo>
                  <a:lnTo>
                    <a:pt x="1160" y="401"/>
                  </a:lnTo>
                  <a:lnTo>
                    <a:pt x="1154" y="395"/>
                  </a:lnTo>
                  <a:lnTo>
                    <a:pt x="1146" y="390"/>
                  </a:lnTo>
                  <a:lnTo>
                    <a:pt x="1136" y="380"/>
                  </a:lnTo>
                  <a:lnTo>
                    <a:pt x="1124" y="376"/>
                  </a:lnTo>
                  <a:lnTo>
                    <a:pt x="1114" y="376"/>
                  </a:lnTo>
                  <a:lnTo>
                    <a:pt x="1110" y="384"/>
                  </a:lnTo>
                  <a:lnTo>
                    <a:pt x="1107" y="401"/>
                  </a:lnTo>
                  <a:lnTo>
                    <a:pt x="1105" y="423"/>
                  </a:lnTo>
                  <a:lnTo>
                    <a:pt x="1103" y="443"/>
                  </a:lnTo>
                  <a:lnTo>
                    <a:pt x="1101" y="460"/>
                  </a:lnTo>
                  <a:lnTo>
                    <a:pt x="1095" y="476"/>
                  </a:lnTo>
                  <a:lnTo>
                    <a:pt x="1085" y="490"/>
                  </a:lnTo>
                  <a:lnTo>
                    <a:pt x="1069" y="500"/>
                  </a:lnTo>
                  <a:lnTo>
                    <a:pt x="1059" y="508"/>
                  </a:lnTo>
                  <a:lnTo>
                    <a:pt x="1055" y="519"/>
                  </a:lnTo>
                  <a:lnTo>
                    <a:pt x="1053" y="531"/>
                  </a:lnTo>
                  <a:lnTo>
                    <a:pt x="1051" y="541"/>
                  </a:lnTo>
                  <a:lnTo>
                    <a:pt x="1045" y="551"/>
                  </a:lnTo>
                  <a:lnTo>
                    <a:pt x="1032" y="559"/>
                  </a:lnTo>
                  <a:lnTo>
                    <a:pt x="1016" y="569"/>
                  </a:lnTo>
                  <a:lnTo>
                    <a:pt x="996" y="576"/>
                  </a:lnTo>
                  <a:lnTo>
                    <a:pt x="979" y="584"/>
                  </a:lnTo>
                  <a:lnTo>
                    <a:pt x="965" y="588"/>
                  </a:lnTo>
                  <a:lnTo>
                    <a:pt x="951" y="590"/>
                  </a:lnTo>
                  <a:lnTo>
                    <a:pt x="941" y="592"/>
                  </a:lnTo>
                  <a:lnTo>
                    <a:pt x="933" y="596"/>
                  </a:lnTo>
                  <a:lnTo>
                    <a:pt x="929" y="604"/>
                  </a:lnTo>
                  <a:lnTo>
                    <a:pt x="933" y="614"/>
                  </a:lnTo>
                  <a:lnTo>
                    <a:pt x="943" y="628"/>
                  </a:lnTo>
                  <a:lnTo>
                    <a:pt x="955" y="641"/>
                  </a:lnTo>
                  <a:lnTo>
                    <a:pt x="967" y="651"/>
                  </a:lnTo>
                  <a:lnTo>
                    <a:pt x="977" y="665"/>
                  </a:lnTo>
                  <a:lnTo>
                    <a:pt x="981" y="677"/>
                  </a:lnTo>
                  <a:lnTo>
                    <a:pt x="975" y="691"/>
                  </a:lnTo>
                  <a:lnTo>
                    <a:pt x="963" y="699"/>
                  </a:lnTo>
                  <a:lnTo>
                    <a:pt x="943" y="702"/>
                  </a:lnTo>
                  <a:lnTo>
                    <a:pt x="923" y="704"/>
                  </a:lnTo>
                  <a:lnTo>
                    <a:pt x="906" y="706"/>
                  </a:lnTo>
                  <a:lnTo>
                    <a:pt x="892" y="708"/>
                  </a:lnTo>
                  <a:lnTo>
                    <a:pt x="880" y="708"/>
                  </a:lnTo>
                  <a:lnTo>
                    <a:pt x="864" y="708"/>
                  </a:lnTo>
                  <a:lnTo>
                    <a:pt x="847" y="706"/>
                  </a:lnTo>
                  <a:lnTo>
                    <a:pt x="833" y="706"/>
                  </a:lnTo>
                  <a:lnTo>
                    <a:pt x="827" y="706"/>
                  </a:lnTo>
                  <a:lnTo>
                    <a:pt x="825" y="702"/>
                  </a:lnTo>
                  <a:lnTo>
                    <a:pt x="819" y="697"/>
                  </a:lnTo>
                  <a:lnTo>
                    <a:pt x="809" y="687"/>
                  </a:lnTo>
                  <a:lnTo>
                    <a:pt x="799" y="679"/>
                  </a:lnTo>
                  <a:lnTo>
                    <a:pt x="792" y="675"/>
                  </a:lnTo>
                  <a:lnTo>
                    <a:pt x="786" y="679"/>
                  </a:lnTo>
                  <a:lnTo>
                    <a:pt x="780" y="691"/>
                  </a:lnTo>
                  <a:lnTo>
                    <a:pt x="774" y="708"/>
                  </a:lnTo>
                  <a:lnTo>
                    <a:pt x="766" y="732"/>
                  </a:lnTo>
                  <a:lnTo>
                    <a:pt x="756" y="756"/>
                  </a:lnTo>
                  <a:lnTo>
                    <a:pt x="748" y="777"/>
                  </a:lnTo>
                  <a:lnTo>
                    <a:pt x="742" y="795"/>
                  </a:lnTo>
                  <a:lnTo>
                    <a:pt x="733" y="821"/>
                  </a:lnTo>
                  <a:lnTo>
                    <a:pt x="723" y="838"/>
                  </a:lnTo>
                  <a:lnTo>
                    <a:pt x="711" y="850"/>
                  </a:lnTo>
                  <a:lnTo>
                    <a:pt x="699" y="854"/>
                  </a:lnTo>
                  <a:lnTo>
                    <a:pt x="687" y="858"/>
                  </a:lnTo>
                  <a:lnTo>
                    <a:pt x="677" y="862"/>
                  </a:lnTo>
                  <a:lnTo>
                    <a:pt x="671" y="862"/>
                  </a:lnTo>
                  <a:lnTo>
                    <a:pt x="671" y="799"/>
                  </a:lnTo>
                  <a:lnTo>
                    <a:pt x="585" y="722"/>
                  </a:lnTo>
                  <a:lnTo>
                    <a:pt x="595" y="669"/>
                  </a:lnTo>
                  <a:lnTo>
                    <a:pt x="536" y="602"/>
                  </a:lnTo>
                  <a:lnTo>
                    <a:pt x="490" y="527"/>
                  </a:lnTo>
                  <a:lnTo>
                    <a:pt x="335" y="482"/>
                  </a:lnTo>
                  <a:lnTo>
                    <a:pt x="297" y="460"/>
                  </a:lnTo>
                  <a:lnTo>
                    <a:pt x="262" y="393"/>
                  </a:lnTo>
                  <a:lnTo>
                    <a:pt x="223" y="327"/>
                  </a:lnTo>
                  <a:lnTo>
                    <a:pt x="144" y="388"/>
                  </a:lnTo>
                  <a:lnTo>
                    <a:pt x="114" y="382"/>
                  </a:lnTo>
                  <a:lnTo>
                    <a:pt x="112" y="352"/>
                  </a:lnTo>
                  <a:lnTo>
                    <a:pt x="77" y="303"/>
                  </a:lnTo>
                  <a:lnTo>
                    <a:pt x="83" y="220"/>
                  </a:lnTo>
                  <a:lnTo>
                    <a:pt x="42" y="165"/>
                  </a:lnTo>
                  <a:lnTo>
                    <a:pt x="0" y="157"/>
                  </a:lnTo>
                  <a:lnTo>
                    <a:pt x="24" y="102"/>
                  </a:lnTo>
                  <a:lnTo>
                    <a:pt x="67" y="116"/>
                  </a:lnTo>
                  <a:lnTo>
                    <a:pt x="83" y="96"/>
                  </a:lnTo>
                  <a:lnTo>
                    <a:pt x="132" y="118"/>
                  </a:lnTo>
                  <a:lnTo>
                    <a:pt x="124" y="53"/>
                  </a:lnTo>
                  <a:lnTo>
                    <a:pt x="160" y="23"/>
                  </a:lnTo>
                  <a:lnTo>
                    <a:pt x="256" y="0"/>
                  </a:lnTo>
                  <a:lnTo>
                    <a:pt x="280" y="63"/>
                  </a:lnTo>
                  <a:lnTo>
                    <a:pt x="343" y="132"/>
                  </a:lnTo>
                  <a:lnTo>
                    <a:pt x="406" y="110"/>
                  </a:lnTo>
                  <a:lnTo>
                    <a:pt x="453" y="114"/>
                  </a:lnTo>
                  <a:lnTo>
                    <a:pt x="488" y="81"/>
                  </a:lnTo>
                  <a:lnTo>
                    <a:pt x="530" y="134"/>
                  </a:lnTo>
                  <a:lnTo>
                    <a:pt x="650" y="110"/>
                  </a:lnTo>
                  <a:lnTo>
                    <a:pt x="673" y="142"/>
                  </a:lnTo>
                  <a:lnTo>
                    <a:pt x="689" y="191"/>
                  </a:lnTo>
                  <a:lnTo>
                    <a:pt x="742" y="177"/>
                  </a:lnTo>
                  <a:lnTo>
                    <a:pt x="790" y="250"/>
                  </a:lnTo>
                  <a:lnTo>
                    <a:pt x="823" y="248"/>
                  </a:lnTo>
                  <a:lnTo>
                    <a:pt x="813" y="167"/>
                  </a:lnTo>
                  <a:lnTo>
                    <a:pt x="853" y="161"/>
                  </a:lnTo>
                  <a:lnTo>
                    <a:pt x="855" y="167"/>
                  </a:lnTo>
                  <a:lnTo>
                    <a:pt x="858" y="179"/>
                  </a:lnTo>
                  <a:lnTo>
                    <a:pt x="864" y="195"/>
                  </a:lnTo>
                  <a:lnTo>
                    <a:pt x="868" y="212"/>
                  </a:lnTo>
                  <a:lnTo>
                    <a:pt x="872" y="224"/>
                  </a:lnTo>
                  <a:lnTo>
                    <a:pt x="874" y="232"/>
                  </a:lnTo>
                  <a:lnTo>
                    <a:pt x="878" y="234"/>
                  </a:lnTo>
                  <a:lnTo>
                    <a:pt x="886" y="242"/>
                  </a:lnTo>
                  <a:lnTo>
                    <a:pt x="896" y="250"/>
                  </a:lnTo>
                  <a:lnTo>
                    <a:pt x="908" y="258"/>
                  </a:lnTo>
                  <a:lnTo>
                    <a:pt x="916" y="262"/>
                  </a:lnTo>
                  <a:lnTo>
                    <a:pt x="920" y="266"/>
                  </a:lnTo>
                  <a:lnTo>
                    <a:pt x="971" y="319"/>
                  </a:lnTo>
                  <a:lnTo>
                    <a:pt x="994" y="293"/>
                  </a:lnTo>
                  <a:lnTo>
                    <a:pt x="1010" y="238"/>
                  </a:lnTo>
                  <a:lnTo>
                    <a:pt x="1059" y="201"/>
                  </a:lnTo>
                  <a:lnTo>
                    <a:pt x="1126" y="226"/>
                  </a:lnTo>
                  <a:lnTo>
                    <a:pt x="1203" y="252"/>
                  </a:lnTo>
                  <a:lnTo>
                    <a:pt x="1246" y="248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3" name="Freeform 102"/>
            <p:cNvSpPr/>
            <p:nvPr/>
          </p:nvSpPr>
          <p:spPr bwMode="gray">
            <a:xfrm>
              <a:off x="3738" y="1458"/>
              <a:ext cx="630" cy="431"/>
            </a:xfrm>
            <a:custGeom>
              <a:avLst/>
              <a:gdLst>
                <a:gd name="T0" fmla="*/ 315 w 1260"/>
                <a:gd name="T1" fmla="*/ 87 h 862"/>
                <a:gd name="T2" fmla="*/ 309 w 1260"/>
                <a:gd name="T3" fmla="*/ 91 h 862"/>
                <a:gd name="T4" fmla="*/ 299 w 1260"/>
                <a:gd name="T5" fmla="*/ 98 h 862"/>
                <a:gd name="T6" fmla="*/ 293 w 1260"/>
                <a:gd name="T7" fmla="*/ 101 h 862"/>
                <a:gd name="T8" fmla="*/ 287 w 1260"/>
                <a:gd name="T9" fmla="*/ 98 h 862"/>
                <a:gd name="T10" fmla="*/ 279 w 1260"/>
                <a:gd name="T11" fmla="*/ 94 h 862"/>
                <a:gd name="T12" fmla="*/ 277 w 1260"/>
                <a:gd name="T13" fmla="*/ 106 h 862"/>
                <a:gd name="T14" fmla="*/ 274 w 1260"/>
                <a:gd name="T15" fmla="*/ 119 h 862"/>
                <a:gd name="T16" fmla="*/ 265 w 1260"/>
                <a:gd name="T17" fmla="*/ 127 h 862"/>
                <a:gd name="T18" fmla="*/ 263 w 1260"/>
                <a:gd name="T19" fmla="*/ 136 h 862"/>
                <a:gd name="T20" fmla="*/ 254 w 1260"/>
                <a:gd name="T21" fmla="*/ 143 h 862"/>
                <a:gd name="T22" fmla="*/ 241 w 1260"/>
                <a:gd name="T23" fmla="*/ 147 h 862"/>
                <a:gd name="T24" fmla="*/ 233 w 1260"/>
                <a:gd name="T25" fmla="*/ 149 h 862"/>
                <a:gd name="T26" fmla="*/ 236 w 1260"/>
                <a:gd name="T27" fmla="*/ 157 h 862"/>
                <a:gd name="T28" fmla="*/ 244 w 1260"/>
                <a:gd name="T29" fmla="*/ 167 h 862"/>
                <a:gd name="T30" fmla="*/ 241 w 1260"/>
                <a:gd name="T31" fmla="*/ 175 h 862"/>
                <a:gd name="T32" fmla="*/ 226 w 1260"/>
                <a:gd name="T33" fmla="*/ 177 h 862"/>
                <a:gd name="T34" fmla="*/ 216 w 1260"/>
                <a:gd name="T35" fmla="*/ 177 h 862"/>
                <a:gd name="T36" fmla="*/ 207 w 1260"/>
                <a:gd name="T37" fmla="*/ 177 h 862"/>
                <a:gd name="T38" fmla="*/ 202 w 1260"/>
                <a:gd name="T39" fmla="*/ 172 h 862"/>
                <a:gd name="T40" fmla="*/ 196 w 1260"/>
                <a:gd name="T41" fmla="*/ 170 h 862"/>
                <a:gd name="T42" fmla="*/ 191 w 1260"/>
                <a:gd name="T43" fmla="*/ 183 h 862"/>
                <a:gd name="T44" fmla="*/ 185 w 1260"/>
                <a:gd name="T45" fmla="*/ 199 h 862"/>
                <a:gd name="T46" fmla="*/ 178 w 1260"/>
                <a:gd name="T47" fmla="*/ 213 h 862"/>
                <a:gd name="T48" fmla="*/ 169 w 1260"/>
                <a:gd name="T49" fmla="*/ 216 h 862"/>
                <a:gd name="T50" fmla="*/ 147 w 1260"/>
                <a:gd name="T51" fmla="*/ 181 h 862"/>
                <a:gd name="T52" fmla="*/ 122 w 1260"/>
                <a:gd name="T53" fmla="*/ 132 h 862"/>
                <a:gd name="T54" fmla="*/ 66 w 1260"/>
                <a:gd name="T55" fmla="*/ 99 h 862"/>
                <a:gd name="T56" fmla="*/ 28 w 1260"/>
                <a:gd name="T57" fmla="*/ 96 h 862"/>
                <a:gd name="T58" fmla="*/ 21 w 1260"/>
                <a:gd name="T59" fmla="*/ 55 h 862"/>
                <a:gd name="T60" fmla="*/ 6 w 1260"/>
                <a:gd name="T61" fmla="*/ 26 h 862"/>
                <a:gd name="T62" fmla="*/ 33 w 1260"/>
                <a:gd name="T63" fmla="*/ 29 h 862"/>
                <a:gd name="T64" fmla="*/ 64 w 1260"/>
                <a:gd name="T65" fmla="*/ 0 h 862"/>
                <a:gd name="T66" fmla="*/ 101 w 1260"/>
                <a:gd name="T67" fmla="*/ 27 h 862"/>
                <a:gd name="T68" fmla="*/ 133 w 1260"/>
                <a:gd name="T69" fmla="*/ 34 h 862"/>
                <a:gd name="T70" fmla="*/ 172 w 1260"/>
                <a:gd name="T71" fmla="*/ 48 h 862"/>
                <a:gd name="T72" fmla="*/ 206 w 1260"/>
                <a:gd name="T73" fmla="*/ 62 h 862"/>
                <a:gd name="T74" fmla="*/ 214 w 1260"/>
                <a:gd name="T75" fmla="*/ 42 h 862"/>
                <a:gd name="T76" fmla="*/ 217 w 1260"/>
                <a:gd name="T77" fmla="*/ 53 h 862"/>
                <a:gd name="T78" fmla="*/ 219 w 1260"/>
                <a:gd name="T79" fmla="*/ 58 h 862"/>
                <a:gd name="T80" fmla="*/ 227 w 1260"/>
                <a:gd name="T81" fmla="*/ 65 h 862"/>
                <a:gd name="T82" fmla="*/ 243 w 1260"/>
                <a:gd name="T83" fmla="*/ 80 h 862"/>
                <a:gd name="T84" fmla="*/ 265 w 1260"/>
                <a:gd name="T85" fmla="*/ 51 h 862"/>
                <a:gd name="T86" fmla="*/ 312 w 1260"/>
                <a:gd name="T87" fmla="*/ 62 h 8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60"/>
                <a:gd name="T133" fmla="*/ 0 h 862"/>
                <a:gd name="T134" fmla="*/ 1260 w 1260"/>
                <a:gd name="T135" fmla="*/ 862 h 8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60" h="862">
                  <a:moveTo>
                    <a:pt x="1246" y="248"/>
                  </a:moveTo>
                  <a:lnTo>
                    <a:pt x="1260" y="267"/>
                  </a:lnTo>
                  <a:lnTo>
                    <a:pt x="1258" y="348"/>
                  </a:lnTo>
                  <a:lnTo>
                    <a:pt x="1254" y="350"/>
                  </a:lnTo>
                  <a:lnTo>
                    <a:pt x="1246" y="356"/>
                  </a:lnTo>
                  <a:lnTo>
                    <a:pt x="1233" y="364"/>
                  </a:lnTo>
                  <a:lnTo>
                    <a:pt x="1219" y="374"/>
                  </a:lnTo>
                  <a:lnTo>
                    <a:pt x="1205" y="382"/>
                  </a:lnTo>
                  <a:lnTo>
                    <a:pt x="1195" y="390"/>
                  </a:lnTo>
                  <a:lnTo>
                    <a:pt x="1187" y="395"/>
                  </a:lnTo>
                  <a:lnTo>
                    <a:pt x="1179" y="399"/>
                  </a:lnTo>
                  <a:lnTo>
                    <a:pt x="1170" y="401"/>
                  </a:lnTo>
                  <a:lnTo>
                    <a:pt x="1160" y="401"/>
                  </a:lnTo>
                  <a:lnTo>
                    <a:pt x="1154" y="395"/>
                  </a:lnTo>
                  <a:lnTo>
                    <a:pt x="1146" y="390"/>
                  </a:lnTo>
                  <a:lnTo>
                    <a:pt x="1136" y="380"/>
                  </a:lnTo>
                  <a:lnTo>
                    <a:pt x="1124" y="376"/>
                  </a:lnTo>
                  <a:lnTo>
                    <a:pt x="1114" y="376"/>
                  </a:lnTo>
                  <a:lnTo>
                    <a:pt x="1110" y="384"/>
                  </a:lnTo>
                  <a:lnTo>
                    <a:pt x="1107" y="401"/>
                  </a:lnTo>
                  <a:lnTo>
                    <a:pt x="1105" y="423"/>
                  </a:lnTo>
                  <a:lnTo>
                    <a:pt x="1103" y="443"/>
                  </a:lnTo>
                  <a:lnTo>
                    <a:pt x="1101" y="460"/>
                  </a:lnTo>
                  <a:lnTo>
                    <a:pt x="1095" y="476"/>
                  </a:lnTo>
                  <a:lnTo>
                    <a:pt x="1085" y="490"/>
                  </a:lnTo>
                  <a:lnTo>
                    <a:pt x="1069" y="500"/>
                  </a:lnTo>
                  <a:lnTo>
                    <a:pt x="1059" y="508"/>
                  </a:lnTo>
                  <a:lnTo>
                    <a:pt x="1055" y="519"/>
                  </a:lnTo>
                  <a:lnTo>
                    <a:pt x="1053" y="531"/>
                  </a:lnTo>
                  <a:lnTo>
                    <a:pt x="1051" y="541"/>
                  </a:lnTo>
                  <a:lnTo>
                    <a:pt x="1045" y="551"/>
                  </a:lnTo>
                  <a:lnTo>
                    <a:pt x="1032" y="559"/>
                  </a:lnTo>
                  <a:lnTo>
                    <a:pt x="1016" y="569"/>
                  </a:lnTo>
                  <a:lnTo>
                    <a:pt x="996" y="576"/>
                  </a:lnTo>
                  <a:lnTo>
                    <a:pt x="979" y="584"/>
                  </a:lnTo>
                  <a:lnTo>
                    <a:pt x="965" y="588"/>
                  </a:lnTo>
                  <a:lnTo>
                    <a:pt x="951" y="590"/>
                  </a:lnTo>
                  <a:lnTo>
                    <a:pt x="941" y="592"/>
                  </a:lnTo>
                  <a:lnTo>
                    <a:pt x="933" y="596"/>
                  </a:lnTo>
                  <a:lnTo>
                    <a:pt x="929" y="604"/>
                  </a:lnTo>
                  <a:lnTo>
                    <a:pt x="933" y="614"/>
                  </a:lnTo>
                  <a:lnTo>
                    <a:pt x="943" y="628"/>
                  </a:lnTo>
                  <a:lnTo>
                    <a:pt x="955" y="641"/>
                  </a:lnTo>
                  <a:lnTo>
                    <a:pt x="967" y="651"/>
                  </a:lnTo>
                  <a:lnTo>
                    <a:pt x="977" y="665"/>
                  </a:lnTo>
                  <a:lnTo>
                    <a:pt x="981" y="677"/>
                  </a:lnTo>
                  <a:lnTo>
                    <a:pt x="975" y="691"/>
                  </a:lnTo>
                  <a:lnTo>
                    <a:pt x="963" y="699"/>
                  </a:lnTo>
                  <a:lnTo>
                    <a:pt x="943" y="702"/>
                  </a:lnTo>
                  <a:lnTo>
                    <a:pt x="923" y="704"/>
                  </a:lnTo>
                  <a:lnTo>
                    <a:pt x="906" y="706"/>
                  </a:lnTo>
                  <a:lnTo>
                    <a:pt x="892" y="708"/>
                  </a:lnTo>
                  <a:lnTo>
                    <a:pt x="880" y="708"/>
                  </a:lnTo>
                  <a:lnTo>
                    <a:pt x="864" y="708"/>
                  </a:lnTo>
                  <a:lnTo>
                    <a:pt x="847" y="706"/>
                  </a:lnTo>
                  <a:lnTo>
                    <a:pt x="833" y="706"/>
                  </a:lnTo>
                  <a:lnTo>
                    <a:pt x="827" y="706"/>
                  </a:lnTo>
                  <a:lnTo>
                    <a:pt x="825" y="702"/>
                  </a:lnTo>
                  <a:lnTo>
                    <a:pt x="819" y="697"/>
                  </a:lnTo>
                  <a:lnTo>
                    <a:pt x="809" y="687"/>
                  </a:lnTo>
                  <a:lnTo>
                    <a:pt x="799" y="679"/>
                  </a:lnTo>
                  <a:lnTo>
                    <a:pt x="792" y="675"/>
                  </a:lnTo>
                  <a:lnTo>
                    <a:pt x="786" y="679"/>
                  </a:lnTo>
                  <a:lnTo>
                    <a:pt x="780" y="691"/>
                  </a:lnTo>
                  <a:lnTo>
                    <a:pt x="774" y="708"/>
                  </a:lnTo>
                  <a:lnTo>
                    <a:pt x="766" y="732"/>
                  </a:lnTo>
                  <a:lnTo>
                    <a:pt x="756" y="756"/>
                  </a:lnTo>
                  <a:lnTo>
                    <a:pt x="748" y="777"/>
                  </a:lnTo>
                  <a:lnTo>
                    <a:pt x="742" y="795"/>
                  </a:lnTo>
                  <a:lnTo>
                    <a:pt x="733" y="821"/>
                  </a:lnTo>
                  <a:lnTo>
                    <a:pt x="723" y="838"/>
                  </a:lnTo>
                  <a:lnTo>
                    <a:pt x="711" y="850"/>
                  </a:lnTo>
                  <a:lnTo>
                    <a:pt x="699" y="854"/>
                  </a:lnTo>
                  <a:lnTo>
                    <a:pt x="687" y="858"/>
                  </a:lnTo>
                  <a:lnTo>
                    <a:pt x="677" y="862"/>
                  </a:lnTo>
                  <a:lnTo>
                    <a:pt x="671" y="862"/>
                  </a:lnTo>
                  <a:lnTo>
                    <a:pt x="671" y="799"/>
                  </a:lnTo>
                  <a:lnTo>
                    <a:pt x="585" y="722"/>
                  </a:lnTo>
                  <a:lnTo>
                    <a:pt x="595" y="669"/>
                  </a:lnTo>
                  <a:lnTo>
                    <a:pt x="536" y="602"/>
                  </a:lnTo>
                  <a:lnTo>
                    <a:pt x="490" y="527"/>
                  </a:lnTo>
                  <a:lnTo>
                    <a:pt x="335" y="482"/>
                  </a:lnTo>
                  <a:lnTo>
                    <a:pt x="297" y="460"/>
                  </a:lnTo>
                  <a:lnTo>
                    <a:pt x="262" y="393"/>
                  </a:lnTo>
                  <a:lnTo>
                    <a:pt x="223" y="327"/>
                  </a:lnTo>
                  <a:lnTo>
                    <a:pt x="144" y="388"/>
                  </a:lnTo>
                  <a:lnTo>
                    <a:pt x="114" y="382"/>
                  </a:lnTo>
                  <a:lnTo>
                    <a:pt x="112" y="352"/>
                  </a:lnTo>
                  <a:lnTo>
                    <a:pt x="77" y="303"/>
                  </a:lnTo>
                  <a:lnTo>
                    <a:pt x="83" y="220"/>
                  </a:lnTo>
                  <a:lnTo>
                    <a:pt x="42" y="165"/>
                  </a:lnTo>
                  <a:lnTo>
                    <a:pt x="0" y="157"/>
                  </a:lnTo>
                  <a:lnTo>
                    <a:pt x="24" y="102"/>
                  </a:lnTo>
                  <a:lnTo>
                    <a:pt x="67" y="116"/>
                  </a:lnTo>
                  <a:lnTo>
                    <a:pt x="83" y="96"/>
                  </a:lnTo>
                  <a:lnTo>
                    <a:pt x="132" y="118"/>
                  </a:lnTo>
                  <a:lnTo>
                    <a:pt x="124" y="53"/>
                  </a:lnTo>
                  <a:lnTo>
                    <a:pt x="160" y="23"/>
                  </a:lnTo>
                  <a:lnTo>
                    <a:pt x="256" y="0"/>
                  </a:lnTo>
                  <a:lnTo>
                    <a:pt x="280" y="63"/>
                  </a:lnTo>
                  <a:lnTo>
                    <a:pt x="343" y="132"/>
                  </a:lnTo>
                  <a:lnTo>
                    <a:pt x="406" y="110"/>
                  </a:lnTo>
                  <a:lnTo>
                    <a:pt x="453" y="114"/>
                  </a:lnTo>
                  <a:lnTo>
                    <a:pt x="488" y="81"/>
                  </a:lnTo>
                  <a:lnTo>
                    <a:pt x="530" y="134"/>
                  </a:lnTo>
                  <a:lnTo>
                    <a:pt x="650" y="110"/>
                  </a:lnTo>
                  <a:lnTo>
                    <a:pt x="673" y="142"/>
                  </a:lnTo>
                  <a:lnTo>
                    <a:pt x="689" y="191"/>
                  </a:lnTo>
                  <a:lnTo>
                    <a:pt x="742" y="177"/>
                  </a:lnTo>
                  <a:lnTo>
                    <a:pt x="790" y="250"/>
                  </a:lnTo>
                  <a:lnTo>
                    <a:pt x="823" y="248"/>
                  </a:lnTo>
                  <a:lnTo>
                    <a:pt x="813" y="167"/>
                  </a:lnTo>
                  <a:lnTo>
                    <a:pt x="853" y="161"/>
                  </a:lnTo>
                  <a:lnTo>
                    <a:pt x="855" y="167"/>
                  </a:lnTo>
                  <a:lnTo>
                    <a:pt x="858" y="179"/>
                  </a:lnTo>
                  <a:lnTo>
                    <a:pt x="864" y="195"/>
                  </a:lnTo>
                  <a:lnTo>
                    <a:pt x="868" y="212"/>
                  </a:lnTo>
                  <a:lnTo>
                    <a:pt x="872" y="224"/>
                  </a:lnTo>
                  <a:lnTo>
                    <a:pt x="874" y="232"/>
                  </a:lnTo>
                  <a:lnTo>
                    <a:pt x="878" y="234"/>
                  </a:lnTo>
                  <a:lnTo>
                    <a:pt x="886" y="242"/>
                  </a:lnTo>
                  <a:lnTo>
                    <a:pt x="896" y="250"/>
                  </a:lnTo>
                  <a:lnTo>
                    <a:pt x="908" y="258"/>
                  </a:lnTo>
                  <a:lnTo>
                    <a:pt x="916" y="262"/>
                  </a:lnTo>
                  <a:lnTo>
                    <a:pt x="920" y="266"/>
                  </a:lnTo>
                  <a:lnTo>
                    <a:pt x="971" y="319"/>
                  </a:lnTo>
                  <a:lnTo>
                    <a:pt x="994" y="293"/>
                  </a:lnTo>
                  <a:lnTo>
                    <a:pt x="1010" y="238"/>
                  </a:lnTo>
                  <a:lnTo>
                    <a:pt x="1059" y="201"/>
                  </a:lnTo>
                  <a:lnTo>
                    <a:pt x="1126" y="226"/>
                  </a:lnTo>
                  <a:lnTo>
                    <a:pt x="1203" y="252"/>
                  </a:lnTo>
                  <a:lnTo>
                    <a:pt x="1246" y="248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4" name="Freeform 103"/>
            <p:cNvSpPr/>
            <p:nvPr/>
          </p:nvSpPr>
          <p:spPr bwMode="gray">
            <a:xfrm>
              <a:off x="3599" y="839"/>
              <a:ext cx="861" cy="778"/>
            </a:xfrm>
            <a:custGeom>
              <a:avLst/>
              <a:gdLst>
                <a:gd name="T0" fmla="*/ 419 w 1722"/>
                <a:gd name="T1" fmla="*/ 147 h 1557"/>
                <a:gd name="T2" fmla="*/ 423 w 1722"/>
                <a:gd name="T3" fmla="*/ 159 h 1557"/>
                <a:gd name="T4" fmla="*/ 428 w 1722"/>
                <a:gd name="T5" fmla="*/ 173 h 1557"/>
                <a:gd name="T6" fmla="*/ 419 w 1722"/>
                <a:gd name="T7" fmla="*/ 185 h 1557"/>
                <a:gd name="T8" fmla="*/ 421 w 1722"/>
                <a:gd name="T9" fmla="*/ 196 h 1557"/>
                <a:gd name="T10" fmla="*/ 431 w 1722"/>
                <a:gd name="T11" fmla="*/ 209 h 1557"/>
                <a:gd name="T12" fmla="*/ 429 w 1722"/>
                <a:gd name="T13" fmla="*/ 233 h 1557"/>
                <a:gd name="T14" fmla="*/ 425 w 1722"/>
                <a:gd name="T15" fmla="*/ 256 h 1557"/>
                <a:gd name="T16" fmla="*/ 417 w 1722"/>
                <a:gd name="T17" fmla="*/ 278 h 1557"/>
                <a:gd name="T18" fmla="*/ 418 w 1722"/>
                <a:gd name="T19" fmla="*/ 290 h 1557"/>
                <a:gd name="T20" fmla="*/ 404 w 1722"/>
                <a:gd name="T21" fmla="*/ 293 h 1557"/>
                <a:gd name="T22" fmla="*/ 383 w 1722"/>
                <a:gd name="T23" fmla="*/ 292 h 1557"/>
                <a:gd name="T24" fmla="*/ 374 w 1722"/>
                <a:gd name="T25" fmla="*/ 295 h 1557"/>
                <a:gd name="T26" fmla="*/ 367 w 1722"/>
                <a:gd name="T27" fmla="*/ 309 h 1557"/>
                <a:gd name="T28" fmla="*/ 358 w 1722"/>
                <a:gd name="T29" fmla="*/ 318 h 1557"/>
                <a:gd name="T30" fmla="*/ 368 w 1722"/>
                <a:gd name="T31" fmla="*/ 333 h 1557"/>
                <a:gd name="T32" fmla="*/ 375 w 1722"/>
                <a:gd name="T33" fmla="*/ 350 h 1557"/>
                <a:gd name="T34" fmla="*/ 380 w 1722"/>
                <a:gd name="T35" fmla="*/ 367 h 1557"/>
                <a:gd name="T36" fmla="*/ 334 w 1722"/>
                <a:gd name="T37" fmla="*/ 359 h 1557"/>
                <a:gd name="T38" fmla="*/ 299 w 1722"/>
                <a:gd name="T39" fmla="*/ 376 h 1557"/>
                <a:gd name="T40" fmla="*/ 275 w 1722"/>
                <a:gd name="T41" fmla="*/ 371 h 1557"/>
                <a:gd name="T42" fmla="*/ 237 w 1722"/>
                <a:gd name="T43" fmla="*/ 345 h 1557"/>
                <a:gd name="T44" fmla="*/ 183 w 1722"/>
                <a:gd name="T45" fmla="*/ 338 h 1557"/>
                <a:gd name="T46" fmla="*/ 134 w 1722"/>
                <a:gd name="T47" fmla="*/ 309 h 1557"/>
                <a:gd name="T48" fmla="*/ 93 w 1722"/>
                <a:gd name="T49" fmla="*/ 288 h 1557"/>
                <a:gd name="T50" fmla="*/ 118 w 1722"/>
                <a:gd name="T51" fmla="*/ 211 h 1557"/>
                <a:gd name="T52" fmla="*/ 133 w 1722"/>
                <a:gd name="T53" fmla="*/ 147 h 1557"/>
                <a:gd name="T54" fmla="*/ 106 w 1722"/>
                <a:gd name="T55" fmla="*/ 89 h 1557"/>
                <a:gd name="T56" fmla="*/ 45 w 1722"/>
                <a:gd name="T57" fmla="*/ 63 h 1557"/>
                <a:gd name="T58" fmla="*/ 12 w 1722"/>
                <a:gd name="T59" fmla="*/ 35 h 1557"/>
                <a:gd name="T60" fmla="*/ 9 w 1722"/>
                <a:gd name="T61" fmla="*/ 18 h 1557"/>
                <a:gd name="T62" fmla="*/ 25 w 1722"/>
                <a:gd name="T63" fmla="*/ 11 h 1557"/>
                <a:gd name="T64" fmla="*/ 45 w 1722"/>
                <a:gd name="T65" fmla="*/ 4 h 1557"/>
                <a:gd name="T66" fmla="*/ 61 w 1722"/>
                <a:gd name="T67" fmla="*/ 1 h 1557"/>
                <a:gd name="T68" fmla="*/ 82 w 1722"/>
                <a:gd name="T69" fmla="*/ 11 h 1557"/>
                <a:gd name="T70" fmla="*/ 94 w 1722"/>
                <a:gd name="T71" fmla="*/ 8 h 1557"/>
                <a:gd name="T72" fmla="*/ 104 w 1722"/>
                <a:gd name="T73" fmla="*/ 6 h 1557"/>
                <a:gd name="T74" fmla="*/ 127 w 1722"/>
                <a:gd name="T75" fmla="*/ 24 h 1557"/>
                <a:gd name="T76" fmla="*/ 146 w 1722"/>
                <a:gd name="T77" fmla="*/ 46 h 1557"/>
                <a:gd name="T78" fmla="*/ 160 w 1722"/>
                <a:gd name="T79" fmla="*/ 69 h 1557"/>
                <a:gd name="T80" fmla="*/ 175 w 1722"/>
                <a:gd name="T81" fmla="*/ 92 h 1557"/>
                <a:gd name="T82" fmla="*/ 184 w 1722"/>
                <a:gd name="T83" fmla="*/ 101 h 1557"/>
                <a:gd name="T84" fmla="*/ 194 w 1722"/>
                <a:gd name="T85" fmla="*/ 123 h 1557"/>
                <a:gd name="T86" fmla="*/ 206 w 1722"/>
                <a:gd name="T87" fmla="*/ 138 h 1557"/>
                <a:gd name="T88" fmla="*/ 225 w 1722"/>
                <a:gd name="T89" fmla="*/ 141 h 1557"/>
                <a:gd name="T90" fmla="*/ 245 w 1722"/>
                <a:gd name="T91" fmla="*/ 137 h 1557"/>
                <a:gd name="T92" fmla="*/ 267 w 1722"/>
                <a:gd name="T93" fmla="*/ 143 h 1557"/>
                <a:gd name="T94" fmla="*/ 281 w 1722"/>
                <a:gd name="T95" fmla="*/ 152 h 1557"/>
                <a:gd name="T96" fmla="*/ 293 w 1722"/>
                <a:gd name="T97" fmla="*/ 154 h 1557"/>
                <a:gd name="T98" fmla="*/ 298 w 1722"/>
                <a:gd name="T99" fmla="*/ 154 h 1557"/>
                <a:gd name="T100" fmla="*/ 300 w 1722"/>
                <a:gd name="T101" fmla="*/ 160 h 1557"/>
                <a:gd name="T102" fmla="*/ 308 w 1722"/>
                <a:gd name="T103" fmla="*/ 175 h 1557"/>
                <a:gd name="T104" fmla="*/ 317 w 1722"/>
                <a:gd name="T105" fmla="*/ 191 h 1557"/>
                <a:gd name="T106" fmla="*/ 329 w 1722"/>
                <a:gd name="T107" fmla="*/ 197 h 1557"/>
                <a:gd name="T108" fmla="*/ 350 w 1722"/>
                <a:gd name="T109" fmla="*/ 191 h 1557"/>
                <a:gd name="T110" fmla="*/ 368 w 1722"/>
                <a:gd name="T111" fmla="*/ 175 h 1557"/>
                <a:gd name="T112" fmla="*/ 382 w 1722"/>
                <a:gd name="T113" fmla="*/ 160 h 1557"/>
                <a:gd name="T114" fmla="*/ 396 w 1722"/>
                <a:gd name="T115" fmla="*/ 148 h 1557"/>
                <a:gd name="T116" fmla="*/ 414 w 1722"/>
                <a:gd name="T117" fmla="*/ 140 h 155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722"/>
                <a:gd name="T178" fmla="*/ 0 h 1557"/>
                <a:gd name="T179" fmla="*/ 1722 w 1722"/>
                <a:gd name="T180" fmla="*/ 1557 h 155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722" h="1557">
                  <a:moveTo>
                    <a:pt x="1673" y="557"/>
                  </a:moveTo>
                  <a:lnTo>
                    <a:pt x="1673" y="561"/>
                  </a:lnTo>
                  <a:lnTo>
                    <a:pt x="1673" y="575"/>
                  </a:lnTo>
                  <a:lnTo>
                    <a:pt x="1675" y="590"/>
                  </a:lnTo>
                  <a:lnTo>
                    <a:pt x="1675" y="606"/>
                  </a:lnTo>
                  <a:lnTo>
                    <a:pt x="1675" y="618"/>
                  </a:lnTo>
                  <a:lnTo>
                    <a:pt x="1681" y="628"/>
                  </a:lnTo>
                  <a:lnTo>
                    <a:pt x="1691" y="639"/>
                  </a:lnTo>
                  <a:lnTo>
                    <a:pt x="1702" y="649"/>
                  </a:lnTo>
                  <a:lnTo>
                    <a:pt x="1712" y="661"/>
                  </a:lnTo>
                  <a:lnTo>
                    <a:pt x="1714" y="673"/>
                  </a:lnTo>
                  <a:lnTo>
                    <a:pt x="1710" y="693"/>
                  </a:lnTo>
                  <a:lnTo>
                    <a:pt x="1698" y="712"/>
                  </a:lnTo>
                  <a:lnTo>
                    <a:pt x="1687" y="728"/>
                  </a:lnTo>
                  <a:lnTo>
                    <a:pt x="1681" y="736"/>
                  </a:lnTo>
                  <a:lnTo>
                    <a:pt x="1673" y="742"/>
                  </a:lnTo>
                  <a:lnTo>
                    <a:pt x="1669" y="752"/>
                  </a:lnTo>
                  <a:lnTo>
                    <a:pt x="1667" y="762"/>
                  </a:lnTo>
                  <a:lnTo>
                    <a:pt x="1673" y="773"/>
                  </a:lnTo>
                  <a:lnTo>
                    <a:pt x="1683" y="787"/>
                  </a:lnTo>
                  <a:lnTo>
                    <a:pt x="1697" y="799"/>
                  </a:lnTo>
                  <a:lnTo>
                    <a:pt x="1708" y="811"/>
                  </a:lnTo>
                  <a:lnTo>
                    <a:pt x="1718" y="823"/>
                  </a:lnTo>
                  <a:lnTo>
                    <a:pt x="1722" y="836"/>
                  </a:lnTo>
                  <a:lnTo>
                    <a:pt x="1720" y="852"/>
                  </a:lnTo>
                  <a:lnTo>
                    <a:pt x="1720" y="876"/>
                  </a:lnTo>
                  <a:lnTo>
                    <a:pt x="1718" y="905"/>
                  </a:lnTo>
                  <a:lnTo>
                    <a:pt x="1716" y="935"/>
                  </a:lnTo>
                  <a:lnTo>
                    <a:pt x="1714" y="964"/>
                  </a:lnTo>
                  <a:lnTo>
                    <a:pt x="1712" y="988"/>
                  </a:lnTo>
                  <a:lnTo>
                    <a:pt x="1708" y="1002"/>
                  </a:lnTo>
                  <a:lnTo>
                    <a:pt x="1697" y="1025"/>
                  </a:lnTo>
                  <a:lnTo>
                    <a:pt x="1687" y="1051"/>
                  </a:lnTo>
                  <a:lnTo>
                    <a:pt x="1675" y="1074"/>
                  </a:lnTo>
                  <a:lnTo>
                    <a:pt x="1667" y="1096"/>
                  </a:lnTo>
                  <a:lnTo>
                    <a:pt x="1667" y="1114"/>
                  </a:lnTo>
                  <a:lnTo>
                    <a:pt x="1667" y="1130"/>
                  </a:lnTo>
                  <a:lnTo>
                    <a:pt x="1669" y="1139"/>
                  </a:lnTo>
                  <a:lnTo>
                    <a:pt x="1671" y="1151"/>
                  </a:lnTo>
                  <a:lnTo>
                    <a:pt x="1671" y="1163"/>
                  </a:lnTo>
                  <a:lnTo>
                    <a:pt x="1667" y="1171"/>
                  </a:lnTo>
                  <a:lnTo>
                    <a:pt x="1655" y="1175"/>
                  </a:lnTo>
                  <a:lnTo>
                    <a:pt x="1639" y="1175"/>
                  </a:lnTo>
                  <a:lnTo>
                    <a:pt x="1614" y="1175"/>
                  </a:lnTo>
                  <a:lnTo>
                    <a:pt x="1586" y="1175"/>
                  </a:lnTo>
                  <a:lnTo>
                    <a:pt x="1561" y="1173"/>
                  </a:lnTo>
                  <a:lnTo>
                    <a:pt x="1539" y="1171"/>
                  </a:lnTo>
                  <a:lnTo>
                    <a:pt x="1529" y="1169"/>
                  </a:lnTo>
                  <a:lnTo>
                    <a:pt x="1521" y="1169"/>
                  </a:lnTo>
                  <a:lnTo>
                    <a:pt x="1511" y="1171"/>
                  </a:lnTo>
                  <a:lnTo>
                    <a:pt x="1502" y="1177"/>
                  </a:lnTo>
                  <a:lnTo>
                    <a:pt x="1496" y="1183"/>
                  </a:lnTo>
                  <a:lnTo>
                    <a:pt x="1492" y="1193"/>
                  </a:lnTo>
                  <a:lnTo>
                    <a:pt x="1486" y="1206"/>
                  </a:lnTo>
                  <a:lnTo>
                    <a:pt x="1478" y="1222"/>
                  </a:lnTo>
                  <a:lnTo>
                    <a:pt x="1468" y="1238"/>
                  </a:lnTo>
                  <a:lnTo>
                    <a:pt x="1458" y="1246"/>
                  </a:lnTo>
                  <a:lnTo>
                    <a:pt x="1445" y="1254"/>
                  </a:lnTo>
                  <a:lnTo>
                    <a:pt x="1435" y="1261"/>
                  </a:lnTo>
                  <a:lnTo>
                    <a:pt x="1429" y="1273"/>
                  </a:lnTo>
                  <a:lnTo>
                    <a:pt x="1433" y="1285"/>
                  </a:lnTo>
                  <a:lnTo>
                    <a:pt x="1443" y="1297"/>
                  </a:lnTo>
                  <a:lnTo>
                    <a:pt x="1456" y="1313"/>
                  </a:lnTo>
                  <a:lnTo>
                    <a:pt x="1470" y="1332"/>
                  </a:lnTo>
                  <a:lnTo>
                    <a:pt x="1480" y="1350"/>
                  </a:lnTo>
                  <a:lnTo>
                    <a:pt x="1486" y="1364"/>
                  </a:lnTo>
                  <a:lnTo>
                    <a:pt x="1492" y="1381"/>
                  </a:lnTo>
                  <a:lnTo>
                    <a:pt x="1498" y="1401"/>
                  </a:lnTo>
                  <a:lnTo>
                    <a:pt x="1504" y="1423"/>
                  </a:lnTo>
                  <a:lnTo>
                    <a:pt x="1510" y="1441"/>
                  </a:lnTo>
                  <a:lnTo>
                    <a:pt x="1513" y="1454"/>
                  </a:lnTo>
                  <a:lnTo>
                    <a:pt x="1517" y="1470"/>
                  </a:lnTo>
                  <a:lnTo>
                    <a:pt x="1521" y="1482"/>
                  </a:lnTo>
                  <a:lnTo>
                    <a:pt x="1523" y="1486"/>
                  </a:lnTo>
                  <a:lnTo>
                    <a:pt x="1480" y="1490"/>
                  </a:lnTo>
                  <a:lnTo>
                    <a:pt x="1336" y="1439"/>
                  </a:lnTo>
                  <a:lnTo>
                    <a:pt x="1287" y="1476"/>
                  </a:lnTo>
                  <a:lnTo>
                    <a:pt x="1271" y="1531"/>
                  </a:lnTo>
                  <a:lnTo>
                    <a:pt x="1248" y="1557"/>
                  </a:lnTo>
                  <a:lnTo>
                    <a:pt x="1195" y="1504"/>
                  </a:lnTo>
                  <a:lnTo>
                    <a:pt x="1151" y="1472"/>
                  </a:lnTo>
                  <a:lnTo>
                    <a:pt x="1130" y="1399"/>
                  </a:lnTo>
                  <a:lnTo>
                    <a:pt x="1090" y="1405"/>
                  </a:lnTo>
                  <a:lnTo>
                    <a:pt x="1100" y="1486"/>
                  </a:lnTo>
                  <a:lnTo>
                    <a:pt x="1067" y="1488"/>
                  </a:lnTo>
                  <a:lnTo>
                    <a:pt x="1019" y="1415"/>
                  </a:lnTo>
                  <a:lnTo>
                    <a:pt x="966" y="1429"/>
                  </a:lnTo>
                  <a:lnTo>
                    <a:pt x="950" y="1380"/>
                  </a:lnTo>
                  <a:lnTo>
                    <a:pt x="927" y="1348"/>
                  </a:lnTo>
                  <a:lnTo>
                    <a:pt x="807" y="1372"/>
                  </a:lnTo>
                  <a:lnTo>
                    <a:pt x="765" y="1322"/>
                  </a:lnTo>
                  <a:lnTo>
                    <a:pt x="730" y="1352"/>
                  </a:lnTo>
                  <a:lnTo>
                    <a:pt x="683" y="1348"/>
                  </a:lnTo>
                  <a:lnTo>
                    <a:pt x="620" y="1370"/>
                  </a:lnTo>
                  <a:lnTo>
                    <a:pt x="557" y="1301"/>
                  </a:lnTo>
                  <a:lnTo>
                    <a:pt x="533" y="1238"/>
                  </a:lnTo>
                  <a:lnTo>
                    <a:pt x="437" y="1261"/>
                  </a:lnTo>
                  <a:lnTo>
                    <a:pt x="401" y="1291"/>
                  </a:lnTo>
                  <a:lnTo>
                    <a:pt x="413" y="1208"/>
                  </a:lnTo>
                  <a:lnTo>
                    <a:pt x="372" y="1153"/>
                  </a:lnTo>
                  <a:lnTo>
                    <a:pt x="317" y="1094"/>
                  </a:lnTo>
                  <a:lnTo>
                    <a:pt x="332" y="1047"/>
                  </a:lnTo>
                  <a:lnTo>
                    <a:pt x="415" y="956"/>
                  </a:lnTo>
                  <a:lnTo>
                    <a:pt x="472" y="844"/>
                  </a:lnTo>
                  <a:lnTo>
                    <a:pt x="521" y="791"/>
                  </a:lnTo>
                  <a:lnTo>
                    <a:pt x="529" y="722"/>
                  </a:lnTo>
                  <a:lnTo>
                    <a:pt x="563" y="708"/>
                  </a:lnTo>
                  <a:lnTo>
                    <a:pt x="531" y="590"/>
                  </a:lnTo>
                  <a:lnTo>
                    <a:pt x="561" y="480"/>
                  </a:lnTo>
                  <a:lnTo>
                    <a:pt x="580" y="376"/>
                  </a:lnTo>
                  <a:lnTo>
                    <a:pt x="468" y="297"/>
                  </a:lnTo>
                  <a:lnTo>
                    <a:pt x="421" y="358"/>
                  </a:lnTo>
                  <a:lnTo>
                    <a:pt x="313" y="393"/>
                  </a:lnTo>
                  <a:lnTo>
                    <a:pt x="210" y="393"/>
                  </a:lnTo>
                  <a:lnTo>
                    <a:pt x="183" y="321"/>
                  </a:lnTo>
                  <a:lnTo>
                    <a:pt x="179" y="254"/>
                  </a:lnTo>
                  <a:lnTo>
                    <a:pt x="112" y="226"/>
                  </a:lnTo>
                  <a:lnTo>
                    <a:pt x="88" y="273"/>
                  </a:lnTo>
                  <a:lnTo>
                    <a:pt x="0" y="222"/>
                  </a:lnTo>
                  <a:lnTo>
                    <a:pt x="45" y="140"/>
                  </a:lnTo>
                  <a:lnTo>
                    <a:pt x="6" y="90"/>
                  </a:lnTo>
                  <a:lnTo>
                    <a:pt x="10" y="88"/>
                  </a:lnTo>
                  <a:lnTo>
                    <a:pt x="19" y="83"/>
                  </a:lnTo>
                  <a:lnTo>
                    <a:pt x="33" y="75"/>
                  </a:lnTo>
                  <a:lnTo>
                    <a:pt x="51" y="65"/>
                  </a:lnTo>
                  <a:lnTo>
                    <a:pt x="69" y="57"/>
                  </a:lnTo>
                  <a:lnTo>
                    <a:pt x="84" y="49"/>
                  </a:lnTo>
                  <a:lnTo>
                    <a:pt x="98" y="45"/>
                  </a:lnTo>
                  <a:lnTo>
                    <a:pt x="112" y="41"/>
                  </a:lnTo>
                  <a:lnTo>
                    <a:pt x="134" y="35"/>
                  </a:lnTo>
                  <a:lnTo>
                    <a:pt x="155" y="25"/>
                  </a:lnTo>
                  <a:lnTo>
                    <a:pt x="179" y="18"/>
                  </a:lnTo>
                  <a:lnTo>
                    <a:pt x="197" y="8"/>
                  </a:lnTo>
                  <a:lnTo>
                    <a:pt x="208" y="4"/>
                  </a:lnTo>
                  <a:lnTo>
                    <a:pt x="224" y="0"/>
                  </a:lnTo>
                  <a:lnTo>
                    <a:pt x="244" y="4"/>
                  </a:lnTo>
                  <a:lnTo>
                    <a:pt x="267" y="14"/>
                  </a:lnTo>
                  <a:lnTo>
                    <a:pt x="293" y="25"/>
                  </a:lnTo>
                  <a:lnTo>
                    <a:pt x="313" y="39"/>
                  </a:lnTo>
                  <a:lnTo>
                    <a:pt x="328" y="47"/>
                  </a:lnTo>
                  <a:lnTo>
                    <a:pt x="344" y="51"/>
                  </a:lnTo>
                  <a:lnTo>
                    <a:pt x="358" y="49"/>
                  </a:lnTo>
                  <a:lnTo>
                    <a:pt x="366" y="43"/>
                  </a:lnTo>
                  <a:lnTo>
                    <a:pt x="374" y="35"/>
                  </a:lnTo>
                  <a:lnTo>
                    <a:pt x="380" y="27"/>
                  </a:lnTo>
                  <a:lnTo>
                    <a:pt x="387" y="21"/>
                  </a:lnTo>
                  <a:lnTo>
                    <a:pt x="397" y="21"/>
                  </a:lnTo>
                  <a:lnTo>
                    <a:pt x="413" y="25"/>
                  </a:lnTo>
                  <a:lnTo>
                    <a:pt x="447" y="39"/>
                  </a:lnTo>
                  <a:lnTo>
                    <a:pt x="472" y="53"/>
                  </a:lnTo>
                  <a:lnTo>
                    <a:pt x="492" y="73"/>
                  </a:lnTo>
                  <a:lnTo>
                    <a:pt x="510" y="96"/>
                  </a:lnTo>
                  <a:lnTo>
                    <a:pt x="531" y="118"/>
                  </a:lnTo>
                  <a:lnTo>
                    <a:pt x="551" y="142"/>
                  </a:lnTo>
                  <a:lnTo>
                    <a:pt x="567" y="163"/>
                  </a:lnTo>
                  <a:lnTo>
                    <a:pt x="582" y="187"/>
                  </a:lnTo>
                  <a:lnTo>
                    <a:pt x="598" y="212"/>
                  </a:lnTo>
                  <a:lnTo>
                    <a:pt x="610" y="232"/>
                  </a:lnTo>
                  <a:lnTo>
                    <a:pt x="622" y="256"/>
                  </a:lnTo>
                  <a:lnTo>
                    <a:pt x="637" y="279"/>
                  </a:lnTo>
                  <a:lnTo>
                    <a:pt x="655" y="303"/>
                  </a:lnTo>
                  <a:lnTo>
                    <a:pt x="673" y="325"/>
                  </a:lnTo>
                  <a:lnTo>
                    <a:pt x="689" y="348"/>
                  </a:lnTo>
                  <a:lnTo>
                    <a:pt x="698" y="368"/>
                  </a:lnTo>
                  <a:lnTo>
                    <a:pt x="704" y="378"/>
                  </a:lnTo>
                  <a:lnTo>
                    <a:pt x="714" y="386"/>
                  </a:lnTo>
                  <a:lnTo>
                    <a:pt x="726" y="393"/>
                  </a:lnTo>
                  <a:lnTo>
                    <a:pt x="736" y="405"/>
                  </a:lnTo>
                  <a:lnTo>
                    <a:pt x="742" y="417"/>
                  </a:lnTo>
                  <a:lnTo>
                    <a:pt x="750" y="445"/>
                  </a:lnTo>
                  <a:lnTo>
                    <a:pt x="761" y="470"/>
                  </a:lnTo>
                  <a:lnTo>
                    <a:pt x="773" y="492"/>
                  </a:lnTo>
                  <a:lnTo>
                    <a:pt x="783" y="508"/>
                  </a:lnTo>
                  <a:lnTo>
                    <a:pt x="795" y="527"/>
                  </a:lnTo>
                  <a:lnTo>
                    <a:pt x="809" y="543"/>
                  </a:lnTo>
                  <a:lnTo>
                    <a:pt x="824" y="555"/>
                  </a:lnTo>
                  <a:lnTo>
                    <a:pt x="840" y="561"/>
                  </a:lnTo>
                  <a:lnTo>
                    <a:pt x="862" y="567"/>
                  </a:lnTo>
                  <a:lnTo>
                    <a:pt x="882" y="569"/>
                  </a:lnTo>
                  <a:lnTo>
                    <a:pt x="901" y="565"/>
                  </a:lnTo>
                  <a:lnTo>
                    <a:pt x="919" y="559"/>
                  </a:lnTo>
                  <a:lnTo>
                    <a:pt x="941" y="553"/>
                  </a:lnTo>
                  <a:lnTo>
                    <a:pt x="960" y="549"/>
                  </a:lnTo>
                  <a:lnTo>
                    <a:pt x="982" y="551"/>
                  </a:lnTo>
                  <a:lnTo>
                    <a:pt x="1004" y="559"/>
                  </a:lnTo>
                  <a:lnTo>
                    <a:pt x="1029" y="563"/>
                  </a:lnTo>
                  <a:lnTo>
                    <a:pt x="1051" y="569"/>
                  </a:lnTo>
                  <a:lnTo>
                    <a:pt x="1065" y="575"/>
                  </a:lnTo>
                  <a:lnTo>
                    <a:pt x="1073" y="580"/>
                  </a:lnTo>
                  <a:lnTo>
                    <a:pt x="1086" y="588"/>
                  </a:lnTo>
                  <a:lnTo>
                    <a:pt x="1104" y="598"/>
                  </a:lnTo>
                  <a:lnTo>
                    <a:pt x="1122" y="608"/>
                  </a:lnTo>
                  <a:lnTo>
                    <a:pt x="1139" y="616"/>
                  </a:lnTo>
                  <a:lnTo>
                    <a:pt x="1155" y="620"/>
                  </a:lnTo>
                  <a:lnTo>
                    <a:pt x="1167" y="620"/>
                  </a:lnTo>
                  <a:lnTo>
                    <a:pt x="1171" y="618"/>
                  </a:lnTo>
                  <a:lnTo>
                    <a:pt x="1177" y="614"/>
                  </a:lnTo>
                  <a:lnTo>
                    <a:pt x="1181" y="614"/>
                  </a:lnTo>
                  <a:lnTo>
                    <a:pt x="1185" y="614"/>
                  </a:lnTo>
                  <a:lnTo>
                    <a:pt x="1189" y="616"/>
                  </a:lnTo>
                  <a:lnTo>
                    <a:pt x="1191" y="618"/>
                  </a:lnTo>
                  <a:lnTo>
                    <a:pt x="1193" y="624"/>
                  </a:lnTo>
                  <a:lnTo>
                    <a:pt x="1195" y="632"/>
                  </a:lnTo>
                  <a:lnTo>
                    <a:pt x="1197" y="641"/>
                  </a:lnTo>
                  <a:lnTo>
                    <a:pt x="1202" y="659"/>
                  </a:lnTo>
                  <a:lnTo>
                    <a:pt x="1212" y="675"/>
                  </a:lnTo>
                  <a:lnTo>
                    <a:pt x="1224" y="687"/>
                  </a:lnTo>
                  <a:lnTo>
                    <a:pt x="1232" y="701"/>
                  </a:lnTo>
                  <a:lnTo>
                    <a:pt x="1238" y="714"/>
                  </a:lnTo>
                  <a:lnTo>
                    <a:pt x="1244" y="734"/>
                  </a:lnTo>
                  <a:lnTo>
                    <a:pt x="1254" y="754"/>
                  </a:lnTo>
                  <a:lnTo>
                    <a:pt x="1265" y="767"/>
                  </a:lnTo>
                  <a:lnTo>
                    <a:pt x="1277" y="775"/>
                  </a:lnTo>
                  <a:lnTo>
                    <a:pt x="1289" y="779"/>
                  </a:lnTo>
                  <a:lnTo>
                    <a:pt x="1299" y="785"/>
                  </a:lnTo>
                  <a:lnTo>
                    <a:pt x="1313" y="789"/>
                  </a:lnTo>
                  <a:lnTo>
                    <a:pt x="1328" y="785"/>
                  </a:lnTo>
                  <a:lnTo>
                    <a:pt x="1348" y="777"/>
                  </a:lnTo>
                  <a:lnTo>
                    <a:pt x="1374" y="773"/>
                  </a:lnTo>
                  <a:lnTo>
                    <a:pt x="1399" y="767"/>
                  </a:lnTo>
                  <a:lnTo>
                    <a:pt x="1423" y="760"/>
                  </a:lnTo>
                  <a:lnTo>
                    <a:pt x="1447" y="742"/>
                  </a:lnTo>
                  <a:lnTo>
                    <a:pt x="1462" y="722"/>
                  </a:lnTo>
                  <a:lnTo>
                    <a:pt x="1472" y="701"/>
                  </a:lnTo>
                  <a:lnTo>
                    <a:pt x="1480" y="689"/>
                  </a:lnTo>
                  <a:lnTo>
                    <a:pt x="1494" y="675"/>
                  </a:lnTo>
                  <a:lnTo>
                    <a:pt x="1510" y="659"/>
                  </a:lnTo>
                  <a:lnTo>
                    <a:pt x="1527" y="643"/>
                  </a:lnTo>
                  <a:lnTo>
                    <a:pt x="1543" y="628"/>
                  </a:lnTo>
                  <a:lnTo>
                    <a:pt x="1557" y="616"/>
                  </a:lnTo>
                  <a:lnTo>
                    <a:pt x="1572" y="604"/>
                  </a:lnTo>
                  <a:lnTo>
                    <a:pt x="1584" y="594"/>
                  </a:lnTo>
                  <a:lnTo>
                    <a:pt x="1598" y="586"/>
                  </a:lnTo>
                  <a:lnTo>
                    <a:pt x="1614" y="577"/>
                  </a:lnTo>
                  <a:lnTo>
                    <a:pt x="1634" y="567"/>
                  </a:lnTo>
                  <a:lnTo>
                    <a:pt x="1653" y="561"/>
                  </a:lnTo>
                  <a:lnTo>
                    <a:pt x="1667" y="557"/>
                  </a:lnTo>
                  <a:lnTo>
                    <a:pt x="1673" y="557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5" name="Freeform 104"/>
            <p:cNvSpPr/>
            <p:nvPr/>
          </p:nvSpPr>
          <p:spPr bwMode="gray">
            <a:xfrm>
              <a:off x="3599" y="839"/>
              <a:ext cx="861" cy="778"/>
            </a:xfrm>
            <a:custGeom>
              <a:avLst/>
              <a:gdLst>
                <a:gd name="T0" fmla="*/ 419 w 1722"/>
                <a:gd name="T1" fmla="*/ 147 h 1557"/>
                <a:gd name="T2" fmla="*/ 423 w 1722"/>
                <a:gd name="T3" fmla="*/ 159 h 1557"/>
                <a:gd name="T4" fmla="*/ 428 w 1722"/>
                <a:gd name="T5" fmla="*/ 173 h 1557"/>
                <a:gd name="T6" fmla="*/ 419 w 1722"/>
                <a:gd name="T7" fmla="*/ 185 h 1557"/>
                <a:gd name="T8" fmla="*/ 421 w 1722"/>
                <a:gd name="T9" fmla="*/ 196 h 1557"/>
                <a:gd name="T10" fmla="*/ 431 w 1722"/>
                <a:gd name="T11" fmla="*/ 209 h 1557"/>
                <a:gd name="T12" fmla="*/ 429 w 1722"/>
                <a:gd name="T13" fmla="*/ 233 h 1557"/>
                <a:gd name="T14" fmla="*/ 425 w 1722"/>
                <a:gd name="T15" fmla="*/ 256 h 1557"/>
                <a:gd name="T16" fmla="*/ 417 w 1722"/>
                <a:gd name="T17" fmla="*/ 278 h 1557"/>
                <a:gd name="T18" fmla="*/ 418 w 1722"/>
                <a:gd name="T19" fmla="*/ 290 h 1557"/>
                <a:gd name="T20" fmla="*/ 404 w 1722"/>
                <a:gd name="T21" fmla="*/ 293 h 1557"/>
                <a:gd name="T22" fmla="*/ 383 w 1722"/>
                <a:gd name="T23" fmla="*/ 292 h 1557"/>
                <a:gd name="T24" fmla="*/ 374 w 1722"/>
                <a:gd name="T25" fmla="*/ 295 h 1557"/>
                <a:gd name="T26" fmla="*/ 367 w 1722"/>
                <a:gd name="T27" fmla="*/ 309 h 1557"/>
                <a:gd name="T28" fmla="*/ 358 w 1722"/>
                <a:gd name="T29" fmla="*/ 318 h 1557"/>
                <a:gd name="T30" fmla="*/ 368 w 1722"/>
                <a:gd name="T31" fmla="*/ 333 h 1557"/>
                <a:gd name="T32" fmla="*/ 375 w 1722"/>
                <a:gd name="T33" fmla="*/ 350 h 1557"/>
                <a:gd name="T34" fmla="*/ 380 w 1722"/>
                <a:gd name="T35" fmla="*/ 367 h 1557"/>
                <a:gd name="T36" fmla="*/ 334 w 1722"/>
                <a:gd name="T37" fmla="*/ 359 h 1557"/>
                <a:gd name="T38" fmla="*/ 299 w 1722"/>
                <a:gd name="T39" fmla="*/ 376 h 1557"/>
                <a:gd name="T40" fmla="*/ 275 w 1722"/>
                <a:gd name="T41" fmla="*/ 371 h 1557"/>
                <a:gd name="T42" fmla="*/ 237 w 1722"/>
                <a:gd name="T43" fmla="*/ 345 h 1557"/>
                <a:gd name="T44" fmla="*/ 183 w 1722"/>
                <a:gd name="T45" fmla="*/ 338 h 1557"/>
                <a:gd name="T46" fmla="*/ 134 w 1722"/>
                <a:gd name="T47" fmla="*/ 309 h 1557"/>
                <a:gd name="T48" fmla="*/ 93 w 1722"/>
                <a:gd name="T49" fmla="*/ 288 h 1557"/>
                <a:gd name="T50" fmla="*/ 118 w 1722"/>
                <a:gd name="T51" fmla="*/ 211 h 1557"/>
                <a:gd name="T52" fmla="*/ 133 w 1722"/>
                <a:gd name="T53" fmla="*/ 147 h 1557"/>
                <a:gd name="T54" fmla="*/ 106 w 1722"/>
                <a:gd name="T55" fmla="*/ 89 h 1557"/>
                <a:gd name="T56" fmla="*/ 45 w 1722"/>
                <a:gd name="T57" fmla="*/ 63 h 1557"/>
                <a:gd name="T58" fmla="*/ 12 w 1722"/>
                <a:gd name="T59" fmla="*/ 35 h 1557"/>
                <a:gd name="T60" fmla="*/ 9 w 1722"/>
                <a:gd name="T61" fmla="*/ 18 h 1557"/>
                <a:gd name="T62" fmla="*/ 25 w 1722"/>
                <a:gd name="T63" fmla="*/ 11 h 1557"/>
                <a:gd name="T64" fmla="*/ 45 w 1722"/>
                <a:gd name="T65" fmla="*/ 4 h 1557"/>
                <a:gd name="T66" fmla="*/ 61 w 1722"/>
                <a:gd name="T67" fmla="*/ 1 h 1557"/>
                <a:gd name="T68" fmla="*/ 82 w 1722"/>
                <a:gd name="T69" fmla="*/ 11 h 1557"/>
                <a:gd name="T70" fmla="*/ 94 w 1722"/>
                <a:gd name="T71" fmla="*/ 8 h 1557"/>
                <a:gd name="T72" fmla="*/ 104 w 1722"/>
                <a:gd name="T73" fmla="*/ 6 h 1557"/>
                <a:gd name="T74" fmla="*/ 127 w 1722"/>
                <a:gd name="T75" fmla="*/ 24 h 1557"/>
                <a:gd name="T76" fmla="*/ 146 w 1722"/>
                <a:gd name="T77" fmla="*/ 46 h 1557"/>
                <a:gd name="T78" fmla="*/ 160 w 1722"/>
                <a:gd name="T79" fmla="*/ 69 h 1557"/>
                <a:gd name="T80" fmla="*/ 175 w 1722"/>
                <a:gd name="T81" fmla="*/ 92 h 1557"/>
                <a:gd name="T82" fmla="*/ 184 w 1722"/>
                <a:gd name="T83" fmla="*/ 101 h 1557"/>
                <a:gd name="T84" fmla="*/ 194 w 1722"/>
                <a:gd name="T85" fmla="*/ 123 h 1557"/>
                <a:gd name="T86" fmla="*/ 206 w 1722"/>
                <a:gd name="T87" fmla="*/ 138 h 1557"/>
                <a:gd name="T88" fmla="*/ 225 w 1722"/>
                <a:gd name="T89" fmla="*/ 141 h 1557"/>
                <a:gd name="T90" fmla="*/ 245 w 1722"/>
                <a:gd name="T91" fmla="*/ 137 h 1557"/>
                <a:gd name="T92" fmla="*/ 267 w 1722"/>
                <a:gd name="T93" fmla="*/ 143 h 1557"/>
                <a:gd name="T94" fmla="*/ 281 w 1722"/>
                <a:gd name="T95" fmla="*/ 152 h 1557"/>
                <a:gd name="T96" fmla="*/ 293 w 1722"/>
                <a:gd name="T97" fmla="*/ 154 h 1557"/>
                <a:gd name="T98" fmla="*/ 298 w 1722"/>
                <a:gd name="T99" fmla="*/ 154 h 1557"/>
                <a:gd name="T100" fmla="*/ 300 w 1722"/>
                <a:gd name="T101" fmla="*/ 160 h 1557"/>
                <a:gd name="T102" fmla="*/ 308 w 1722"/>
                <a:gd name="T103" fmla="*/ 175 h 1557"/>
                <a:gd name="T104" fmla="*/ 317 w 1722"/>
                <a:gd name="T105" fmla="*/ 191 h 1557"/>
                <a:gd name="T106" fmla="*/ 329 w 1722"/>
                <a:gd name="T107" fmla="*/ 197 h 1557"/>
                <a:gd name="T108" fmla="*/ 350 w 1722"/>
                <a:gd name="T109" fmla="*/ 191 h 1557"/>
                <a:gd name="T110" fmla="*/ 368 w 1722"/>
                <a:gd name="T111" fmla="*/ 175 h 1557"/>
                <a:gd name="T112" fmla="*/ 382 w 1722"/>
                <a:gd name="T113" fmla="*/ 160 h 1557"/>
                <a:gd name="T114" fmla="*/ 396 w 1722"/>
                <a:gd name="T115" fmla="*/ 148 h 1557"/>
                <a:gd name="T116" fmla="*/ 414 w 1722"/>
                <a:gd name="T117" fmla="*/ 140 h 155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722"/>
                <a:gd name="T178" fmla="*/ 0 h 1557"/>
                <a:gd name="T179" fmla="*/ 1722 w 1722"/>
                <a:gd name="T180" fmla="*/ 1557 h 155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722" h="1557">
                  <a:moveTo>
                    <a:pt x="1673" y="557"/>
                  </a:moveTo>
                  <a:lnTo>
                    <a:pt x="1673" y="561"/>
                  </a:lnTo>
                  <a:lnTo>
                    <a:pt x="1673" y="575"/>
                  </a:lnTo>
                  <a:lnTo>
                    <a:pt x="1675" y="590"/>
                  </a:lnTo>
                  <a:lnTo>
                    <a:pt x="1675" y="606"/>
                  </a:lnTo>
                  <a:lnTo>
                    <a:pt x="1675" y="618"/>
                  </a:lnTo>
                  <a:lnTo>
                    <a:pt x="1681" y="628"/>
                  </a:lnTo>
                  <a:lnTo>
                    <a:pt x="1691" y="639"/>
                  </a:lnTo>
                  <a:lnTo>
                    <a:pt x="1702" y="649"/>
                  </a:lnTo>
                  <a:lnTo>
                    <a:pt x="1712" y="661"/>
                  </a:lnTo>
                  <a:lnTo>
                    <a:pt x="1714" y="673"/>
                  </a:lnTo>
                  <a:lnTo>
                    <a:pt x="1710" y="693"/>
                  </a:lnTo>
                  <a:lnTo>
                    <a:pt x="1698" y="712"/>
                  </a:lnTo>
                  <a:lnTo>
                    <a:pt x="1687" y="728"/>
                  </a:lnTo>
                  <a:lnTo>
                    <a:pt x="1681" y="736"/>
                  </a:lnTo>
                  <a:lnTo>
                    <a:pt x="1673" y="742"/>
                  </a:lnTo>
                  <a:lnTo>
                    <a:pt x="1669" y="752"/>
                  </a:lnTo>
                  <a:lnTo>
                    <a:pt x="1667" y="762"/>
                  </a:lnTo>
                  <a:lnTo>
                    <a:pt x="1673" y="773"/>
                  </a:lnTo>
                  <a:lnTo>
                    <a:pt x="1683" y="787"/>
                  </a:lnTo>
                  <a:lnTo>
                    <a:pt x="1697" y="799"/>
                  </a:lnTo>
                  <a:lnTo>
                    <a:pt x="1708" y="811"/>
                  </a:lnTo>
                  <a:lnTo>
                    <a:pt x="1718" y="823"/>
                  </a:lnTo>
                  <a:lnTo>
                    <a:pt x="1722" y="836"/>
                  </a:lnTo>
                  <a:lnTo>
                    <a:pt x="1720" y="852"/>
                  </a:lnTo>
                  <a:lnTo>
                    <a:pt x="1720" y="876"/>
                  </a:lnTo>
                  <a:lnTo>
                    <a:pt x="1718" y="905"/>
                  </a:lnTo>
                  <a:lnTo>
                    <a:pt x="1716" y="935"/>
                  </a:lnTo>
                  <a:lnTo>
                    <a:pt x="1714" y="964"/>
                  </a:lnTo>
                  <a:lnTo>
                    <a:pt x="1712" y="988"/>
                  </a:lnTo>
                  <a:lnTo>
                    <a:pt x="1708" y="1002"/>
                  </a:lnTo>
                  <a:lnTo>
                    <a:pt x="1697" y="1025"/>
                  </a:lnTo>
                  <a:lnTo>
                    <a:pt x="1687" y="1051"/>
                  </a:lnTo>
                  <a:lnTo>
                    <a:pt x="1675" y="1074"/>
                  </a:lnTo>
                  <a:lnTo>
                    <a:pt x="1667" y="1096"/>
                  </a:lnTo>
                  <a:lnTo>
                    <a:pt x="1667" y="1114"/>
                  </a:lnTo>
                  <a:lnTo>
                    <a:pt x="1667" y="1130"/>
                  </a:lnTo>
                  <a:lnTo>
                    <a:pt x="1669" y="1139"/>
                  </a:lnTo>
                  <a:lnTo>
                    <a:pt x="1671" y="1151"/>
                  </a:lnTo>
                  <a:lnTo>
                    <a:pt x="1671" y="1163"/>
                  </a:lnTo>
                  <a:lnTo>
                    <a:pt x="1667" y="1171"/>
                  </a:lnTo>
                  <a:lnTo>
                    <a:pt x="1655" y="1175"/>
                  </a:lnTo>
                  <a:lnTo>
                    <a:pt x="1639" y="1175"/>
                  </a:lnTo>
                  <a:lnTo>
                    <a:pt x="1614" y="1175"/>
                  </a:lnTo>
                  <a:lnTo>
                    <a:pt x="1586" y="1175"/>
                  </a:lnTo>
                  <a:lnTo>
                    <a:pt x="1561" y="1173"/>
                  </a:lnTo>
                  <a:lnTo>
                    <a:pt x="1539" y="1171"/>
                  </a:lnTo>
                  <a:lnTo>
                    <a:pt x="1529" y="1169"/>
                  </a:lnTo>
                  <a:lnTo>
                    <a:pt x="1521" y="1169"/>
                  </a:lnTo>
                  <a:lnTo>
                    <a:pt x="1511" y="1171"/>
                  </a:lnTo>
                  <a:lnTo>
                    <a:pt x="1502" y="1177"/>
                  </a:lnTo>
                  <a:lnTo>
                    <a:pt x="1496" y="1183"/>
                  </a:lnTo>
                  <a:lnTo>
                    <a:pt x="1492" y="1193"/>
                  </a:lnTo>
                  <a:lnTo>
                    <a:pt x="1486" y="1206"/>
                  </a:lnTo>
                  <a:lnTo>
                    <a:pt x="1478" y="1222"/>
                  </a:lnTo>
                  <a:lnTo>
                    <a:pt x="1468" y="1238"/>
                  </a:lnTo>
                  <a:lnTo>
                    <a:pt x="1458" y="1246"/>
                  </a:lnTo>
                  <a:lnTo>
                    <a:pt x="1445" y="1254"/>
                  </a:lnTo>
                  <a:lnTo>
                    <a:pt x="1435" y="1261"/>
                  </a:lnTo>
                  <a:lnTo>
                    <a:pt x="1429" y="1273"/>
                  </a:lnTo>
                  <a:lnTo>
                    <a:pt x="1433" y="1285"/>
                  </a:lnTo>
                  <a:lnTo>
                    <a:pt x="1443" y="1297"/>
                  </a:lnTo>
                  <a:lnTo>
                    <a:pt x="1456" y="1313"/>
                  </a:lnTo>
                  <a:lnTo>
                    <a:pt x="1470" y="1332"/>
                  </a:lnTo>
                  <a:lnTo>
                    <a:pt x="1480" y="1350"/>
                  </a:lnTo>
                  <a:lnTo>
                    <a:pt x="1486" y="1364"/>
                  </a:lnTo>
                  <a:lnTo>
                    <a:pt x="1492" y="1381"/>
                  </a:lnTo>
                  <a:lnTo>
                    <a:pt x="1498" y="1401"/>
                  </a:lnTo>
                  <a:lnTo>
                    <a:pt x="1504" y="1423"/>
                  </a:lnTo>
                  <a:lnTo>
                    <a:pt x="1510" y="1441"/>
                  </a:lnTo>
                  <a:lnTo>
                    <a:pt x="1513" y="1454"/>
                  </a:lnTo>
                  <a:lnTo>
                    <a:pt x="1517" y="1470"/>
                  </a:lnTo>
                  <a:lnTo>
                    <a:pt x="1521" y="1482"/>
                  </a:lnTo>
                  <a:lnTo>
                    <a:pt x="1523" y="1486"/>
                  </a:lnTo>
                  <a:lnTo>
                    <a:pt x="1480" y="1490"/>
                  </a:lnTo>
                  <a:lnTo>
                    <a:pt x="1336" y="1439"/>
                  </a:lnTo>
                  <a:lnTo>
                    <a:pt x="1287" y="1476"/>
                  </a:lnTo>
                  <a:lnTo>
                    <a:pt x="1271" y="1531"/>
                  </a:lnTo>
                  <a:lnTo>
                    <a:pt x="1248" y="1557"/>
                  </a:lnTo>
                  <a:lnTo>
                    <a:pt x="1195" y="1504"/>
                  </a:lnTo>
                  <a:lnTo>
                    <a:pt x="1151" y="1472"/>
                  </a:lnTo>
                  <a:lnTo>
                    <a:pt x="1130" y="1399"/>
                  </a:lnTo>
                  <a:lnTo>
                    <a:pt x="1090" y="1405"/>
                  </a:lnTo>
                  <a:lnTo>
                    <a:pt x="1100" y="1486"/>
                  </a:lnTo>
                  <a:lnTo>
                    <a:pt x="1067" y="1488"/>
                  </a:lnTo>
                  <a:lnTo>
                    <a:pt x="1019" y="1415"/>
                  </a:lnTo>
                  <a:lnTo>
                    <a:pt x="966" y="1429"/>
                  </a:lnTo>
                  <a:lnTo>
                    <a:pt x="950" y="1380"/>
                  </a:lnTo>
                  <a:lnTo>
                    <a:pt x="927" y="1348"/>
                  </a:lnTo>
                  <a:lnTo>
                    <a:pt x="807" y="1372"/>
                  </a:lnTo>
                  <a:lnTo>
                    <a:pt x="765" y="1322"/>
                  </a:lnTo>
                  <a:lnTo>
                    <a:pt x="730" y="1352"/>
                  </a:lnTo>
                  <a:lnTo>
                    <a:pt x="683" y="1348"/>
                  </a:lnTo>
                  <a:lnTo>
                    <a:pt x="620" y="1370"/>
                  </a:lnTo>
                  <a:lnTo>
                    <a:pt x="557" y="1301"/>
                  </a:lnTo>
                  <a:lnTo>
                    <a:pt x="533" y="1238"/>
                  </a:lnTo>
                  <a:lnTo>
                    <a:pt x="437" y="1261"/>
                  </a:lnTo>
                  <a:lnTo>
                    <a:pt x="401" y="1291"/>
                  </a:lnTo>
                  <a:lnTo>
                    <a:pt x="413" y="1208"/>
                  </a:lnTo>
                  <a:lnTo>
                    <a:pt x="372" y="1153"/>
                  </a:lnTo>
                  <a:lnTo>
                    <a:pt x="317" y="1094"/>
                  </a:lnTo>
                  <a:lnTo>
                    <a:pt x="332" y="1047"/>
                  </a:lnTo>
                  <a:lnTo>
                    <a:pt x="415" y="956"/>
                  </a:lnTo>
                  <a:lnTo>
                    <a:pt x="472" y="844"/>
                  </a:lnTo>
                  <a:lnTo>
                    <a:pt x="521" y="791"/>
                  </a:lnTo>
                  <a:lnTo>
                    <a:pt x="529" y="722"/>
                  </a:lnTo>
                  <a:lnTo>
                    <a:pt x="563" y="708"/>
                  </a:lnTo>
                  <a:lnTo>
                    <a:pt x="531" y="590"/>
                  </a:lnTo>
                  <a:lnTo>
                    <a:pt x="561" y="480"/>
                  </a:lnTo>
                  <a:lnTo>
                    <a:pt x="580" y="376"/>
                  </a:lnTo>
                  <a:lnTo>
                    <a:pt x="468" y="297"/>
                  </a:lnTo>
                  <a:lnTo>
                    <a:pt x="421" y="358"/>
                  </a:lnTo>
                  <a:lnTo>
                    <a:pt x="313" y="393"/>
                  </a:lnTo>
                  <a:lnTo>
                    <a:pt x="210" y="393"/>
                  </a:lnTo>
                  <a:lnTo>
                    <a:pt x="183" y="321"/>
                  </a:lnTo>
                  <a:lnTo>
                    <a:pt x="179" y="254"/>
                  </a:lnTo>
                  <a:lnTo>
                    <a:pt x="112" y="226"/>
                  </a:lnTo>
                  <a:lnTo>
                    <a:pt x="88" y="273"/>
                  </a:lnTo>
                  <a:lnTo>
                    <a:pt x="0" y="222"/>
                  </a:lnTo>
                  <a:lnTo>
                    <a:pt x="45" y="140"/>
                  </a:lnTo>
                  <a:lnTo>
                    <a:pt x="6" y="90"/>
                  </a:lnTo>
                  <a:lnTo>
                    <a:pt x="10" y="88"/>
                  </a:lnTo>
                  <a:lnTo>
                    <a:pt x="19" y="83"/>
                  </a:lnTo>
                  <a:lnTo>
                    <a:pt x="33" y="75"/>
                  </a:lnTo>
                  <a:lnTo>
                    <a:pt x="51" y="65"/>
                  </a:lnTo>
                  <a:lnTo>
                    <a:pt x="69" y="57"/>
                  </a:lnTo>
                  <a:lnTo>
                    <a:pt x="84" y="49"/>
                  </a:lnTo>
                  <a:lnTo>
                    <a:pt x="98" y="45"/>
                  </a:lnTo>
                  <a:lnTo>
                    <a:pt x="112" y="41"/>
                  </a:lnTo>
                  <a:lnTo>
                    <a:pt x="134" y="35"/>
                  </a:lnTo>
                  <a:lnTo>
                    <a:pt x="155" y="25"/>
                  </a:lnTo>
                  <a:lnTo>
                    <a:pt x="179" y="18"/>
                  </a:lnTo>
                  <a:lnTo>
                    <a:pt x="197" y="8"/>
                  </a:lnTo>
                  <a:lnTo>
                    <a:pt x="208" y="4"/>
                  </a:lnTo>
                  <a:lnTo>
                    <a:pt x="224" y="0"/>
                  </a:lnTo>
                  <a:lnTo>
                    <a:pt x="244" y="4"/>
                  </a:lnTo>
                  <a:lnTo>
                    <a:pt x="267" y="14"/>
                  </a:lnTo>
                  <a:lnTo>
                    <a:pt x="293" y="25"/>
                  </a:lnTo>
                  <a:lnTo>
                    <a:pt x="313" y="39"/>
                  </a:lnTo>
                  <a:lnTo>
                    <a:pt x="328" y="47"/>
                  </a:lnTo>
                  <a:lnTo>
                    <a:pt x="344" y="51"/>
                  </a:lnTo>
                  <a:lnTo>
                    <a:pt x="358" y="49"/>
                  </a:lnTo>
                  <a:lnTo>
                    <a:pt x="366" y="43"/>
                  </a:lnTo>
                  <a:lnTo>
                    <a:pt x="374" y="35"/>
                  </a:lnTo>
                  <a:lnTo>
                    <a:pt x="380" y="27"/>
                  </a:lnTo>
                  <a:lnTo>
                    <a:pt x="387" y="21"/>
                  </a:lnTo>
                  <a:lnTo>
                    <a:pt x="397" y="21"/>
                  </a:lnTo>
                  <a:lnTo>
                    <a:pt x="413" y="25"/>
                  </a:lnTo>
                  <a:lnTo>
                    <a:pt x="447" y="39"/>
                  </a:lnTo>
                  <a:lnTo>
                    <a:pt x="472" y="53"/>
                  </a:lnTo>
                  <a:lnTo>
                    <a:pt x="492" y="73"/>
                  </a:lnTo>
                  <a:lnTo>
                    <a:pt x="510" y="96"/>
                  </a:lnTo>
                  <a:lnTo>
                    <a:pt x="531" y="118"/>
                  </a:lnTo>
                  <a:lnTo>
                    <a:pt x="551" y="142"/>
                  </a:lnTo>
                  <a:lnTo>
                    <a:pt x="567" y="163"/>
                  </a:lnTo>
                  <a:lnTo>
                    <a:pt x="582" y="187"/>
                  </a:lnTo>
                  <a:lnTo>
                    <a:pt x="598" y="212"/>
                  </a:lnTo>
                  <a:lnTo>
                    <a:pt x="610" y="232"/>
                  </a:lnTo>
                  <a:lnTo>
                    <a:pt x="622" y="256"/>
                  </a:lnTo>
                  <a:lnTo>
                    <a:pt x="637" y="279"/>
                  </a:lnTo>
                  <a:lnTo>
                    <a:pt x="655" y="303"/>
                  </a:lnTo>
                  <a:lnTo>
                    <a:pt x="673" y="325"/>
                  </a:lnTo>
                  <a:lnTo>
                    <a:pt x="689" y="348"/>
                  </a:lnTo>
                  <a:lnTo>
                    <a:pt x="698" y="368"/>
                  </a:lnTo>
                  <a:lnTo>
                    <a:pt x="704" y="378"/>
                  </a:lnTo>
                  <a:lnTo>
                    <a:pt x="714" y="386"/>
                  </a:lnTo>
                  <a:lnTo>
                    <a:pt x="726" y="393"/>
                  </a:lnTo>
                  <a:lnTo>
                    <a:pt x="736" y="405"/>
                  </a:lnTo>
                  <a:lnTo>
                    <a:pt x="742" y="417"/>
                  </a:lnTo>
                  <a:lnTo>
                    <a:pt x="750" y="445"/>
                  </a:lnTo>
                  <a:lnTo>
                    <a:pt x="761" y="470"/>
                  </a:lnTo>
                  <a:lnTo>
                    <a:pt x="773" y="492"/>
                  </a:lnTo>
                  <a:lnTo>
                    <a:pt x="783" y="508"/>
                  </a:lnTo>
                  <a:lnTo>
                    <a:pt x="795" y="527"/>
                  </a:lnTo>
                  <a:lnTo>
                    <a:pt x="809" y="543"/>
                  </a:lnTo>
                  <a:lnTo>
                    <a:pt x="824" y="555"/>
                  </a:lnTo>
                  <a:lnTo>
                    <a:pt x="840" y="561"/>
                  </a:lnTo>
                  <a:lnTo>
                    <a:pt x="862" y="567"/>
                  </a:lnTo>
                  <a:lnTo>
                    <a:pt x="882" y="569"/>
                  </a:lnTo>
                  <a:lnTo>
                    <a:pt x="901" y="565"/>
                  </a:lnTo>
                  <a:lnTo>
                    <a:pt x="919" y="559"/>
                  </a:lnTo>
                  <a:lnTo>
                    <a:pt x="941" y="553"/>
                  </a:lnTo>
                  <a:lnTo>
                    <a:pt x="960" y="549"/>
                  </a:lnTo>
                  <a:lnTo>
                    <a:pt x="982" y="551"/>
                  </a:lnTo>
                  <a:lnTo>
                    <a:pt x="1004" y="559"/>
                  </a:lnTo>
                  <a:lnTo>
                    <a:pt x="1029" y="563"/>
                  </a:lnTo>
                  <a:lnTo>
                    <a:pt x="1051" y="569"/>
                  </a:lnTo>
                  <a:lnTo>
                    <a:pt x="1065" y="575"/>
                  </a:lnTo>
                  <a:lnTo>
                    <a:pt x="1073" y="580"/>
                  </a:lnTo>
                  <a:lnTo>
                    <a:pt x="1086" y="588"/>
                  </a:lnTo>
                  <a:lnTo>
                    <a:pt x="1104" y="598"/>
                  </a:lnTo>
                  <a:lnTo>
                    <a:pt x="1122" y="608"/>
                  </a:lnTo>
                  <a:lnTo>
                    <a:pt x="1139" y="616"/>
                  </a:lnTo>
                  <a:lnTo>
                    <a:pt x="1155" y="620"/>
                  </a:lnTo>
                  <a:lnTo>
                    <a:pt x="1167" y="620"/>
                  </a:lnTo>
                  <a:lnTo>
                    <a:pt x="1171" y="618"/>
                  </a:lnTo>
                  <a:lnTo>
                    <a:pt x="1177" y="614"/>
                  </a:lnTo>
                  <a:lnTo>
                    <a:pt x="1181" y="614"/>
                  </a:lnTo>
                  <a:lnTo>
                    <a:pt x="1185" y="614"/>
                  </a:lnTo>
                  <a:lnTo>
                    <a:pt x="1189" y="616"/>
                  </a:lnTo>
                  <a:lnTo>
                    <a:pt x="1191" y="618"/>
                  </a:lnTo>
                  <a:lnTo>
                    <a:pt x="1193" y="624"/>
                  </a:lnTo>
                  <a:lnTo>
                    <a:pt x="1195" y="632"/>
                  </a:lnTo>
                  <a:lnTo>
                    <a:pt x="1197" y="641"/>
                  </a:lnTo>
                  <a:lnTo>
                    <a:pt x="1202" y="659"/>
                  </a:lnTo>
                  <a:lnTo>
                    <a:pt x="1212" y="675"/>
                  </a:lnTo>
                  <a:lnTo>
                    <a:pt x="1224" y="687"/>
                  </a:lnTo>
                  <a:lnTo>
                    <a:pt x="1232" y="701"/>
                  </a:lnTo>
                  <a:lnTo>
                    <a:pt x="1238" y="714"/>
                  </a:lnTo>
                  <a:lnTo>
                    <a:pt x="1244" y="734"/>
                  </a:lnTo>
                  <a:lnTo>
                    <a:pt x="1254" y="754"/>
                  </a:lnTo>
                  <a:lnTo>
                    <a:pt x="1265" y="767"/>
                  </a:lnTo>
                  <a:lnTo>
                    <a:pt x="1277" y="775"/>
                  </a:lnTo>
                  <a:lnTo>
                    <a:pt x="1289" y="779"/>
                  </a:lnTo>
                  <a:lnTo>
                    <a:pt x="1299" y="785"/>
                  </a:lnTo>
                  <a:lnTo>
                    <a:pt x="1313" y="789"/>
                  </a:lnTo>
                  <a:lnTo>
                    <a:pt x="1328" y="785"/>
                  </a:lnTo>
                  <a:lnTo>
                    <a:pt x="1348" y="777"/>
                  </a:lnTo>
                  <a:lnTo>
                    <a:pt x="1374" y="773"/>
                  </a:lnTo>
                  <a:lnTo>
                    <a:pt x="1399" y="767"/>
                  </a:lnTo>
                  <a:lnTo>
                    <a:pt x="1423" y="760"/>
                  </a:lnTo>
                  <a:lnTo>
                    <a:pt x="1447" y="742"/>
                  </a:lnTo>
                  <a:lnTo>
                    <a:pt x="1462" y="722"/>
                  </a:lnTo>
                  <a:lnTo>
                    <a:pt x="1472" y="701"/>
                  </a:lnTo>
                  <a:lnTo>
                    <a:pt x="1480" y="689"/>
                  </a:lnTo>
                  <a:lnTo>
                    <a:pt x="1494" y="675"/>
                  </a:lnTo>
                  <a:lnTo>
                    <a:pt x="1510" y="659"/>
                  </a:lnTo>
                  <a:lnTo>
                    <a:pt x="1527" y="643"/>
                  </a:lnTo>
                  <a:lnTo>
                    <a:pt x="1543" y="628"/>
                  </a:lnTo>
                  <a:lnTo>
                    <a:pt x="1557" y="616"/>
                  </a:lnTo>
                  <a:lnTo>
                    <a:pt x="1572" y="604"/>
                  </a:lnTo>
                  <a:lnTo>
                    <a:pt x="1584" y="594"/>
                  </a:lnTo>
                  <a:lnTo>
                    <a:pt x="1598" y="586"/>
                  </a:lnTo>
                  <a:lnTo>
                    <a:pt x="1614" y="577"/>
                  </a:lnTo>
                  <a:lnTo>
                    <a:pt x="1634" y="567"/>
                  </a:lnTo>
                  <a:lnTo>
                    <a:pt x="1653" y="561"/>
                  </a:lnTo>
                  <a:lnTo>
                    <a:pt x="1667" y="557"/>
                  </a:lnTo>
                  <a:lnTo>
                    <a:pt x="1673" y="557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6" name="Freeform 105"/>
            <p:cNvSpPr/>
            <p:nvPr/>
          </p:nvSpPr>
          <p:spPr bwMode="gray">
            <a:xfrm>
              <a:off x="2264" y="884"/>
              <a:ext cx="1641" cy="1473"/>
            </a:xfrm>
            <a:custGeom>
              <a:avLst/>
              <a:gdLst>
                <a:gd name="T0" fmla="*/ 651 w 3282"/>
                <a:gd name="T1" fmla="*/ 10 h 2947"/>
                <a:gd name="T2" fmla="*/ 669 w 3282"/>
                <a:gd name="T3" fmla="*/ 0 h 2947"/>
                <a:gd name="T4" fmla="*/ 720 w 3282"/>
                <a:gd name="T5" fmla="*/ 75 h 2947"/>
                <a:gd name="T6" fmla="*/ 808 w 3282"/>
                <a:gd name="T7" fmla="*/ 154 h 2947"/>
                <a:gd name="T8" fmla="*/ 761 w 3282"/>
                <a:gd name="T9" fmla="*/ 265 h 2947"/>
                <a:gd name="T10" fmla="*/ 737 w 3282"/>
                <a:gd name="T11" fmla="*/ 326 h 2947"/>
                <a:gd name="T12" fmla="*/ 793 w 3282"/>
                <a:gd name="T13" fmla="*/ 368 h 2947"/>
                <a:gd name="T14" fmla="*/ 785 w 3282"/>
                <a:gd name="T15" fmla="*/ 441 h 2947"/>
                <a:gd name="T16" fmla="*/ 710 w 3282"/>
                <a:gd name="T17" fmla="*/ 486 h 2947"/>
                <a:gd name="T18" fmla="*/ 693 w 3282"/>
                <a:gd name="T19" fmla="*/ 529 h 2947"/>
                <a:gd name="T20" fmla="*/ 634 w 3282"/>
                <a:gd name="T21" fmla="*/ 485 h 2947"/>
                <a:gd name="T22" fmla="*/ 587 w 3282"/>
                <a:gd name="T23" fmla="*/ 518 h 2947"/>
                <a:gd name="T24" fmla="*/ 530 w 3282"/>
                <a:gd name="T25" fmla="*/ 545 h 2947"/>
                <a:gd name="T26" fmla="*/ 470 w 3282"/>
                <a:gd name="T27" fmla="*/ 631 h 2947"/>
                <a:gd name="T28" fmla="*/ 376 w 3282"/>
                <a:gd name="T29" fmla="*/ 713 h 2947"/>
                <a:gd name="T30" fmla="*/ 309 w 3282"/>
                <a:gd name="T31" fmla="*/ 676 h 2947"/>
                <a:gd name="T32" fmla="*/ 235 w 3282"/>
                <a:gd name="T33" fmla="*/ 736 h 2947"/>
                <a:gd name="T34" fmla="*/ 189 w 3282"/>
                <a:gd name="T35" fmla="*/ 655 h 2947"/>
                <a:gd name="T36" fmla="*/ 88 w 3282"/>
                <a:gd name="T37" fmla="*/ 617 h 2947"/>
                <a:gd name="T38" fmla="*/ 9 w 3282"/>
                <a:gd name="T39" fmla="*/ 583 h 2947"/>
                <a:gd name="T40" fmla="*/ 20 w 3282"/>
                <a:gd name="T41" fmla="*/ 515 h 2947"/>
                <a:gd name="T42" fmla="*/ 70 w 3282"/>
                <a:gd name="T43" fmla="*/ 522 h 2947"/>
                <a:gd name="T44" fmla="*/ 103 w 3282"/>
                <a:gd name="T45" fmla="*/ 518 h 2947"/>
                <a:gd name="T46" fmla="*/ 144 w 3282"/>
                <a:gd name="T47" fmla="*/ 526 h 2947"/>
                <a:gd name="T48" fmla="*/ 178 w 3282"/>
                <a:gd name="T49" fmla="*/ 545 h 2947"/>
                <a:gd name="T50" fmla="*/ 223 w 3282"/>
                <a:gd name="T51" fmla="*/ 550 h 2947"/>
                <a:gd name="T52" fmla="*/ 246 w 3282"/>
                <a:gd name="T53" fmla="*/ 558 h 2947"/>
                <a:gd name="T54" fmla="*/ 291 w 3282"/>
                <a:gd name="T55" fmla="*/ 532 h 2947"/>
                <a:gd name="T56" fmla="*/ 341 w 3282"/>
                <a:gd name="T57" fmla="*/ 519 h 2947"/>
                <a:gd name="T58" fmla="*/ 375 w 3282"/>
                <a:gd name="T59" fmla="*/ 517 h 2947"/>
                <a:gd name="T60" fmla="*/ 398 w 3282"/>
                <a:gd name="T61" fmla="*/ 506 h 2947"/>
                <a:gd name="T62" fmla="*/ 420 w 3282"/>
                <a:gd name="T63" fmla="*/ 485 h 2947"/>
                <a:gd name="T64" fmla="*/ 443 w 3282"/>
                <a:gd name="T65" fmla="*/ 466 h 2947"/>
                <a:gd name="T66" fmla="*/ 459 w 3282"/>
                <a:gd name="T67" fmla="*/ 452 h 2947"/>
                <a:gd name="T68" fmla="*/ 443 w 3282"/>
                <a:gd name="T69" fmla="*/ 419 h 2947"/>
                <a:gd name="T70" fmla="*/ 466 w 3282"/>
                <a:gd name="T71" fmla="*/ 396 h 2947"/>
                <a:gd name="T72" fmla="*/ 505 w 3282"/>
                <a:gd name="T73" fmla="*/ 403 h 2947"/>
                <a:gd name="T74" fmla="*/ 530 w 3282"/>
                <a:gd name="T75" fmla="*/ 375 h 2947"/>
                <a:gd name="T76" fmla="*/ 561 w 3282"/>
                <a:gd name="T77" fmla="*/ 369 h 2947"/>
                <a:gd name="T78" fmla="*/ 579 w 3282"/>
                <a:gd name="T79" fmla="*/ 341 h 2947"/>
                <a:gd name="T80" fmla="*/ 607 w 3282"/>
                <a:gd name="T81" fmla="*/ 315 h 2947"/>
                <a:gd name="T82" fmla="*/ 634 w 3282"/>
                <a:gd name="T83" fmla="*/ 298 h 2947"/>
                <a:gd name="T84" fmla="*/ 672 w 3282"/>
                <a:gd name="T85" fmla="*/ 300 h 2947"/>
                <a:gd name="T86" fmla="*/ 671 w 3282"/>
                <a:gd name="T87" fmla="*/ 277 h 2947"/>
                <a:gd name="T88" fmla="*/ 631 w 3282"/>
                <a:gd name="T89" fmla="*/ 249 h 2947"/>
                <a:gd name="T90" fmla="*/ 607 w 3282"/>
                <a:gd name="T91" fmla="*/ 260 h 2947"/>
                <a:gd name="T92" fmla="*/ 576 w 3282"/>
                <a:gd name="T93" fmla="*/ 258 h 2947"/>
                <a:gd name="T94" fmla="*/ 553 w 3282"/>
                <a:gd name="T95" fmla="*/ 268 h 2947"/>
                <a:gd name="T96" fmla="*/ 549 w 3282"/>
                <a:gd name="T97" fmla="*/ 245 h 2947"/>
                <a:gd name="T98" fmla="*/ 560 w 3282"/>
                <a:gd name="T99" fmla="*/ 195 h 2947"/>
                <a:gd name="T100" fmla="*/ 583 w 3282"/>
                <a:gd name="T101" fmla="*/ 179 h 2947"/>
                <a:gd name="T102" fmla="*/ 611 w 3282"/>
                <a:gd name="T103" fmla="*/ 168 h 2947"/>
                <a:gd name="T104" fmla="*/ 635 w 3282"/>
                <a:gd name="T105" fmla="*/ 152 h 2947"/>
                <a:gd name="T106" fmla="*/ 636 w 3282"/>
                <a:gd name="T107" fmla="*/ 124 h 2947"/>
                <a:gd name="T108" fmla="*/ 647 w 3282"/>
                <a:gd name="T109" fmla="*/ 84 h 2947"/>
                <a:gd name="T110" fmla="*/ 659 w 3282"/>
                <a:gd name="T111" fmla="*/ 61 h 2947"/>
                <a:gd name="T112" fmla="*/ 652 w 3282"/>
                <a:gd name="T113" fmla="*/ 37 h 2947"/>
                <a:gd name="T114" fmla="*/ 637 w 3282"/>
                <a:gd name="T115" fmla="*/ 31 h 294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282"/>
                <a:gd name="T175" fmla="*/ 0 h 2947"/>
                <a:gd name="T176" fmla="*/ 3282 w 3282"/>
                <a:gd name="T177" fmla="*/ 2947 h 294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282" h="2947">
                  <a:moveTo>
                    <a:pt x="2552" y="115"/>
                  </a:moveTo>
                  <a:lnTo>
                    <a:pt x="2554" y="111"/>
                  </a:lnTo>
                  <a:lnTo>
                    <a:pt x="2559" y="101"/>
                  </a:lnTo>
                  <a:lnTo>
                    <a:pt x="2569" y="87"/>
                  </a:lnTo>
                  <a:lnTo>
                    <a:pt x="2579" y="73"/>
                  </a:lnTo>
                  <a:lnTo>
                    <a:pt x="2589" y="55"/>
                  </a:lnTo>
                  <a:lnTo>
                    <a:pt x="2601" y="42"/>
                  </a:lnTo>
                  <a:lnTo>
                    <a:pt x="2609" y="28"/>
                  </a:lnTo>
                  <a:lnTo>
                    <a:pt x="2617" y="20"/>
                  </a:lnTo>
                  <a:lnTo>
                    <a:pt x="2628" y="12"/>
                  </a:lnTo>
                  <a:lnTo>
                    <a:pt x="2642" y="6"/>
                  </a:lnTo>
                  <a:lnTo>
                    <a:pt x="2658" y="2"/>
                  </a:lnTo>
                  <a:lnTo>
                    <a:pt x="2670" y="0"/>
                  </a:lnTo>
                  <a:lnTo>
                    <a:pt x="2676" y="0"/>
                  </a:lnTo>
                  <a:lnTo>
                    <a:pt x="2715" y="50"/>
                  </a:lnTo>
                  <a:lnTo>
                    <a:pt x="2670" y="132"/>
                  </a:lnTo>
                  <a:lnTo>
                    <a:pt x="2758" y="183"/>
                  </a:lnTo>
                  <a:lnTo>
                    <a:pt x="2782" y="142"/>
                  </a:lnTo>
                  <a:lnTo>
                    <a:pt x="2849" y="164"/>
                  </a:lnTo>
                  <a:lnTo>
                    <a:pt x="2853" y="231"/>
                  </a:lnTo>
                  <a:lnTo>
                    <a:pt x="2880" y="303"/>
                  </a:lnTo>
                  <a:lnTo>
                    <a:pt x="2983" y="303"/>
                  </a:lnTo>
                  <a:lnTo>
                    <a:pt x="3091" y="268"/>
                  </a:lnTo>
                  <a:lnTo>
                    <a:pt x="3138" y="207"/>
                  </a:lnTo>
                  <a:lnTo>
                    <a:pt x="3250" y="286"/>
                  </a:lnTo>
                  <a:lnTo>
                    <a:pt x="3231" y="386"/>
                  </a:lnTo>
                  <a:lnTo>
                    <a:pt x="3201" y="500"/>
                  </a:lnTo>
                  <a:lnTo>
                    <a:pt x="3231" y="616"/>
                  </a:lnTo>
                  <a:lnTo>
                    <a:pt x="3199" y="632"/>
                  </a:lnTo>
                  <a:lnTo>
                    <a:pt x="3191" y="701"/>
                  </a:lnTo>
                  <a:lnTo>
                    <a:pt x="3140" y="756"/>
                  </a:lnTo>
                  <a:lnTo>
                    <a:pt x="3085" y="866"/>
                  </a:lnTo>
                  <a:lnTo>
                    <a:pt x="3002" y="957"/>
                  </a:lnTo>
                  <a:lnTo>
                    <a:pt x="2987" y="1004"/>
                  </a:lnTo>
                  <a:lnTo>
                    <a:pt x="3042" y="1063"/>
                  </a:lnTo>
                  <a:lnTo>
                    <a:pt x="3083" y="1120"/>
                  </a:lnTo>
                  <a:lnTo>
                    <a:pt x="3071" y="1201"/>
                  </a:lnTo>
                  <a:lnTo>
                    <a:pt x="3079" y="1266"/>
                  </a:lnTo>
                  <a:lnTo>
                    <a:pt x="3030" y="1244"/>
                  </a:lnTo>
                  <a:lnTo>
                    <a:pt x="3014" y="1264"/>
                  </a:lnTo>
                  <a:lnTo>
                    <a:pt x="2971" y="1250"/>
                  </a:lnTo>
                  <a:lnTo>
                    <a:pt x="2947" y="1305"/>
                  </a:lnTo>
                  <a:lnTo>
                    <a:pt x="2989" y="1313"/>
                  </a:lnTo>
                  <a:lnTo>
                    <a:pt x="3030" y="1368"/>
                  </a:lnTo>
                  <a:lnTo>
                    <a:pt x="3024" y="1451"/>
                  </a:lnTo>
                  <a:lnTo>
                    <a:pt x="3059" y="1500"/>
                  </a:lnTo>
                  <a:lnTo>
                    <a:pt x="3061" y="1530"/>
                  </a:lnTo>
                  <a:lnTo>
                    <a:pt x="3091" y="1536"/>
                  </a:lnTo>
                  <a:lnTo>
                    <a:pt x="3170" y="1475"/>
                  </a:lnTo>
                  <a:lnTo>
                    <a:pt x="3209" y="1541"/>
                  </a:lnTo>
                  <a:lnTo>
                    <a:pt x="3244" y="1608"/>
                  </a:lnTo>
                  <a:lnTo>
                    <a:pt x="3282" y="1630"/>
                  </a:lnTo>
                  <a:lnTo>
                    <a:pt x="3282" y="1677"/>
                  </a:lnTo>
                  <a:lnTo>
                    <a:pt x="3239" y="1728"/>
                  </a:lnTo>
                  <a:lnTo>
                    <a:pt x="3189" y="1776"/>
                  </a:lnTo>
                  <a:lnTo>
                    <a:pt x="3138" y="1766"/>
                  </a:lnTo>
                  <a:lnTo>
                    <a:pt x="3134" y="1803"/>
                  </a:lnTo>
                  <a:lnTo>
                    <a:pt x="3101" y="1819"/>
                  </a:lnTo>
                  <a:lnTo>
                    <a:pt x="3032" y="1839"/>
                  </a:lnTo>
                  <a:lnTo>
                    <a:pt x="2981" y="1898"/>
                  </a:lnTo>
                  <a:lnTo>
                    <a:pt x="2928" y="1941"/>
                  </a:lnTo>
                  <a:lnTo>
                    <a:pt x="2884" y="2012"/>
                  </a:lnTo>
                  <a:lnTo>
                    <a:pt x="2839" y="1947"/>
                  </a:lnTo>
                  <a:lnTo>
                    <a:pt x="2798" y="1917"/>
                  </a:lnTo>
                  <a:lnTo>
                    <a:pt x="2768" y="1945"/>
                  </a:lnTo>
                  <a:lnTo>
                    <a:pt x="2788" y="1967"/>
                  </a:lnTo>
                  <a:lnTo>
                    <a:pt x="2788" y="2032"/>
                  </a:lnTo>
                  <a:lnTo>
                    <a:pt x="2811" y="2087"/>
                  </a:lnTo>
                  <a:lnTo>
                    <a:pt x="2778" y="2140"/>
                  </a:lnTo>
                  <a:lnTo>
                    <a:pt x="2770" y="2118"/>
                  </a:lnTo>
                  <a:lnTo>
                    <a:pt x="2703" y="2116"/>
                  </a:lnTo>
                  <a:lnTo>
                    <a:pt x="2656" y="2073"/>
                  </a:lnTo>
                  <a:lnTo>
                    <a:pt x="2640" y="2012"/>
                  </a:lnTo>
                  <a:lnTo>
                    <a:pt x="2607" y="1971"/>
                  </a:lnTo>
                  <a:lnTo>
                    <a:pt x="2581" y="1925"/>
                  </a:lnTo>
                  <a:lnTo>
                    <a:pt x="2556" y="1911"/>
                  </a:lnTo>
                  <a:lnTo>
                    <a:pt x="2536" y="1941"/>
                  </a:lnTo>
                  <a:lnTo>
                    <a:pt x="2506" y="1943"/>
                  </a:lnTo>
                  <a:lnTo>
                    <a:pt x="2469" y="1967"/>
                  </a:lnTo>
                  <a:lnTo>
                    <a:pt x="2479" y="2035"/>
                  </a:lnTo>
                  <a:lnTo>
                    <a:pt x="2441" y="2049"/>
                  </a:lnTo>
                  <a:lnTo>
                    <a:pt x="2414" y="2039"/>
                  </a:lnTo>
                  <a:lnTo>
                    <a:pt x="2386" y="2075"/>
                  </a:lnTo>
                  <a:lnTo>
                    <a:pt x="2347" y="2073"/>
                  </a:lnTo>
                  <a:lnTo>
                    <a:pt x="2296" y="2128"/>
                  </a:lnTo>
                  <a:lnTo>
                    <a:pt x="2248" y="2132"/>
                  </a:lnTo>
                  <a:lnTo>
                    <a:pt x="2231" y="2055"/>
                  </a:lnTo>
                  <a:lnTo>
                    <a:pt x="2183" y="2051"/>
                  </a:lnTo>
                  <a:lnTo>
                    <a:pt x="2158" y="2093"/>
                  </a:lnTo>
                  <a:lnTo>
                    <a:pt x="2152" y="2142"/>
                  </a:lnTo>
                  <a:lnTo>
                    <a:pt x="2120" y="2181"/>
                  </a:lnTo>
                  <a:lnTo>
                    <a:pt x="2132" y="2222"/>
                  </a:lnTo>
                  <a:lnTo>
                    <a:pt x="2117" y="2246"/>
                  </a:lnTo>
                  <a:lnTo>
                    <a:pt x="2185" y="2333"/>
                  </a:lnTo>
                  <a:lnTo>
                    <a:pt x="2075" y="2376"/>
                  </a:lnTo>
                  <a:lnTo>
                    <a:pt x="2014" y="2376"/>
                  </a:lnTo>
                  <a:lnTo>
                    <a:pt x="1928" y="2407"/>
                  </a:lnTo>
                  <a:lnTo>
                    <a:pt x="1880" y="2526"/>
                  </a:lnTo>
                  <a:lnTo>
                    <a:pt x="1802" y="2555"/>
                  </a:lnTo>
                  <a:lnTo>
                    <a:pt x="1766" y="2539"/>
                  </a:lnTo>
                  <a:lnTo>
                    <a:pt x="1731" y="2598"/>
                  </a:lnTo>
                  <a:lnTo>
                    <a:pt x="1674" y="2579"/>
                  </a:lnTo>
                  <a:lnTo>
                    <a:pt x="1621" y="2638"/>
                  </a:lnTo>
                  <a:lnTo>
                    <a:pt x="1601" y="2718"/>
                  </a:lnTo>
                  <a:lnTo>
                    <a:pt x="1502" y="2852"/>
                  </a:lnTo>
                  <a:lnTo>
                    <a:pt x="1459" y="2888"/>
                  </a:lnTo>
                  <a:lnTo>
                    <a:pt x="1430" y="2860"/>
                  </a:lnTo>
                  <a:lnTo>
                    <a:pt x="1339" y="2876"/>
                  </a:lnTo>
                  <a:lnTo>
                    <a:pt x="1298" y="2823"/>
                  </a:lnTo>
                  <a:lnTo>
                    <a:pt x="1239" y="2821"/>
                  </a:lnTo>
                  <a:lnTo>
                    <a:pt x="1195" y="2781"/>
                  </a:lnTo>
                  <a:lnTo>
                    <a:pt x="1233" y="2707"/>
                  </a:lnTo>
                  <a:lnTo>
                    <a:pt x="1248" y="2659"/>
                  </a:lnTo>
                  <a:lnTo>
                    <a:pt x="1215" y="2612"/>
                  </a:lnTo>
                  <a:lnTo>
                    <a:pt x="1150" y="2630"/>
                  </a:lnTo>
                  <a:lnTo>
                    <a:pt x="1115" y="2709"/>
                  </a:lnTo>
                  <a:lnTo>
                    <a:pt x="1101" y="2846"/>
                  </a:lnTo>
                  <a:lnTo>
                    <a:pt x="1052" y="2901"/>
                  </a:lnTo>
                  <a:lnTo>
                    <a:pt x="939" y="2947"/>
                  </a:lnTo>
                  <a:lnTo>
                    <a:pt x="869" y="2941"/>
                  </a:lnTo>
                  <a:lnTo>
                    <a:pt x="810" y="2886"/>
                  </a:lnTo>
                  <a:lnTo>
                    <a:pt x="817" y="2795"/>
                  </a:lnTo>
                  <a:lnTo>
                    <a:pt x="874" y="2764"/>
                  </a:lnTo>
                  <a:lnTo>
                    <a:pt x="874" y="2657"/>
                  </a:lnTo>
                  <a:lnTo>
                    <a:pt x="829" y="2618"/>
                  </a:lnTo>
                  <a:lnTo>
                    <a:pt x="754" y="2620"/>
                  </a:lnTo>
                  <a:lnTo>
                    <a:pt x="658" y="2714"/>
                  </a:lnTo>
                  <a:lnTo>
                    <a:pt x="524" y="2714"/>
                  </a:lnTo>
                  <a:lnTo>
                    <a:pt x="441" y="2671"/>
                  </a:lnTo>
                  <a:lnTo>
                    <a:pt x="445" y="2610"/>
                  </a:lnTo>
                  <a:lnTo>
                    <a:pt x="378" y="2606"/>
                  </a:lnTo>
                  <a:lnTo>
                    <a:pt x="302" y="2539"/>
                  </a:lnTo>
                  <a:lnTo>
                    <a:pt x="351" y="2470"/>
                  </a:lnTo>
                  <a:lnTo>
                    <a:pt x="396" y="2457"/>
                  </a:lnTo>
                  <a:lnTo>
                    <a:pt x="376" y="2390"/>
                  </a:lnTo>
                  <a:lnTo>
                    <a:pt x="296" y="2362"/>
                  </a:lnTo>
                  <a:lnTo>
                    <a:pt x="203" y="2374"/>
                  </a:lnTo>
                  <a:lnTo>
                    <a:pt x="156" y="2429"/>
                  </a:lnTo>
                  <a:lnTo>
                    <a:pt x="111" y="2423"/>
                  </a:lnTo>
                  <a:lnTo>
                    <a:pt x="34" y="2333"/>
                  </a:lnTo>
                  <a:lnTo>
                    <a:pt x="0" y="2236"/>
                  </a:lnTo>
                  <a:lnTo>
                    <a:pt x="18" y="2179"/>
                  </a:lnTo>
                  <a:lnTo>
                    <a:pt x="10" y="2055"/>
                  </a:lnTo>
                  <a:lnTo>
                    <a:pt x="14" y="2057"/>
                  </a:lnTo>
                  <a:lnTo>
                    <a:pt x="30" y="2057"/>
                  </a:lnTo>
                  <a:lnTo>
                    <a:pt x="52" y="2059"/>
                  </a:lnTo>
                  <a:lnTo>
                    <a:pt x="79" y="2063"/>
                  </a:lnTo>
                  <a:lnTo>
                    <a:pt x="109" y="2065"/>
                  </a:lnTo>
                  <a:lnTo>
                    <a:pt x="138" y="2069"/>
                  </a:lnTo>
                  <a:lnTo>
                    <a:pt x="166" y="2073"/>
                  </a:lnTo>
                  <a:lnTo>
                    <a:pt x="189" y="2077"/>
                  </a:lnTo>
                  <a:lnTo>
                    <a:pt x="207" y="2081"/>
                  </a:lnTo>
                  <a:lnTo>
                    <a:pt x="243" y="2089"/>
                  </a:lnTo>
                  <a:lnTo>
                    <a:pt x="278" y="2089"/>
                  </a:lnTo>
                  <a:lnTo>
                    <a:pt x="308" y="2081"/>
                  </a:lnTo>
                  <a:lnTo>
                    <a:pt x="323" y="2075"/>
                  </a:lnTo>
                  <a:lnTo>
                    <a:pt x="337" y="2069"/>
                  </a:lnTo>
                  <a:lnTo>
                    <a:pt x="351" y="2067"/>
                  </a:lnTo>
                  <a:lnTo>
                    <a:pt x="367" y="2065"/>
                  </a:lnTo>
                  <a:lnTo>
                    <a:pt x="386" y="2069"/>
                  </a:lnTo>
                  <a:lnTo>
                    <a:pt x="412" y="2075"/>
                  </a:lnTo>
                  <a:lnTo>
                    <a:pt x="441" y="2079"/>
                  </a:lnTo>
                  <a:lnTo>
                    <a:pt x="473" y="2083"/>
                  </a:lnTo>
                  <a:lnTo>
                    <a:pt x="498" y="2087"/>
                  </a:lnTo>
                  <a:lnTo>
                    <a:pt x="518" y="2087"/>
                  </a:lnTo>
                  <a:lnTo>
                    <a:pt x="542" y="2089"/>
                  </a:lnTo>
                  <a:lnTo>
                    <a:pt x="560" y="2095"/>
                  </a:lnTo>
                  <a:lnTo>
                    <a:pt x="575" y="2104"/>
                  </a:lnTo>
                  <a:lnTo>
                    <a:pt x="589" y="2118"/>
                  </a:lnTo>
                  <a:lnTo>
                    <a:pt x="607" y="2134"/>
                  </a:lnTo>
                  <a:lnTo>
                    <a:pt x="626" y="2148"/>
                  </a:lnTo>
                  <a:lnTo>
                    <a:pt x="646" y="2156"/>
                  </a:lnTo>
                  <a:lnTo>
                    <a:pt x="666" y="2163"/>
                  </a:lnTo>
                  <a:lnTo>
                    <a:pt x="685" y="2173"/>
                  </a:lnTo>
                  <a:lnTo>
                    <a:pt x="709" y="2183"/>
                  </a:lnTo>
                  <a:lnTo>
                    <a:pt x="739" y="2193"/>
                  </a:lnTo>
                  <a:lnTo>
                    <a:pt x="762" y="2197"/>
                  </a:lnTo>
                  <a:lnTo>
                    <a:pt x="792" y="2199"/>
                  </a:lnTo>
                  <a:lnTo>
                    <a:pt x="821" y="2201"/>
                  </a:lnTo>
                  <a:lnTo>
                    <a:pt x="851" y="2201"/>
                  </a:lnTo>
                  <a:lnTo>
                    <a:pt x="874" y="2201"/>
                  </a:lnTo>
                  <a:lnTo>
                    <a:pt x="892" y="2203"/>
                  </a:lnTo>
                  <a:lnTo>
                    <a:pt x="904" y="2207"/>
                  </a:lnTo>
                  <a:lnTo>
                    <a:pt x="914" y="2215"/>
                  </a:lnTo>
                  <a:lnTo>
                    <a:pt x="924" y="2224"/>
                  </a:lnTo>
                  <a:lnTo>
                    <a:pt x="935" y="2232"/>
                  </a:lnTo>
                  <a:lnTo>
                    <a:pt x="947" y="2236"/>
                  </a:lnTo>
                  <a:lnTo>
                    <a:pt x="965" y="2238"/>
                  </a:lnTo>
                  <a:lnTo>
                    <a:pt x="985" y="2234"/>
                  </a:lnTo>
                  <a:lnTo>
                    <a:pt x="1002" y="2224"/>
                  </a:lnTo>
                  <a:lnTo>
                    <a:pt x="1024" y="2207"/>
                  </a:lnTo>
                  <a:lnTo>
                    <a:pt x="1048" y="2187"/>
                  </a:lnTo>
                  <a:lnTo>
                    <a:pt x="1073" y="2171"/>
                  </a:lnTo>
                  <a:lnTo>
                    <a:pt x="1103" y="2157"/>
                  </a:lnTo>
                  <a:lnTo>
                    <a:pt x="1134" y="2144"/>
                  </a:lnTo>
                  <a:lnTo>
                    <a:pt x="1164" y="2130"/>
                  </a:lnTo>
                  <a:lnTo>
                    <a:pt x="1199" y="2114"/>
                  </a:lnTo>
                  <a:lnTo>
                    <a:pt x="1241" y="2098"/>
                  </a:lnTo>
                  <a:lnTo>
                    <a:pt x="1282" y="2087"/>
                  </a:lnTo>
                  <a:lnTo>
                    <a:pt x="1325" y="2079"/>
                  </a:lnTo>
                  <a:lnTo>
                    <a:pt x="1345" y="2077"/>
                  </a:lnTo>
                  <a:lnTo>
                    <a:pt x="1357" y="2077"/>
                  </a:lnTo>
                  <a:lnTo>
                    <a:pt x="1363" y="2079"/>
                  </a:lnTo>
                  <a:lnTo>
                    <a:pt x="1367" y="2079"/>
                  </a:lnTo>
                  <a:lnTo>
                    <a:pt x="1371" y="2081"/>
                  </a:lnTo>
                  <a:lnTo>
                    <a:pt x="1378" y="2081"/>
                  </a:lnTo>
                  <a:lnTo>
                    <a:pt x="1392" y="2081"/>
                  </a:lnTo>
                  <a:lnTo>
                    <a:pt x="1418" y="2079"/>
                  </a:lnTo>
                  <a:lnTo>
                    <a:pt x="1463" y="2075"/>
                  </a:lnTo>
                  <a:lnTo>
                    <a:pt x="1498" y="2071"/>
                  </a:lnTo>
                  <a:lnTo>
                    <a:pt x="1526" y="2065"/>
                  </a:lnTo>
                  <a:lnTo>
                    <a:pt x="1548" y="2059"/>
                  </a:lnTo>
                  <a:lnTo>
                    <a:pt x="1561" y="2053"/>
                  </a:lnTo>
                  <a:lnTo>
                    <a:pt x="1571" y="2045"/>
                  </a:lnTo>
                  <a:lnTo>
                    <a:pt x="1577" y="2035"/>
                  </a:lnTo>
                  <a:lnTo>
                    <a:pt x="1581" y="2030"/>
                  </a:lnTo>
                  <a:lnTo>
                    <a:pt x="1589" y="2024"/>
                  </a:lnTo>
                  <a:lnTo>
                    <a:pt x="1603" y="2018"/>
                  </a:lnTo>
                  <a:lnTo>
                    <a:pt x="1622" y="2014"/>
                  </a:lnTo>
                  <a:lnTo>
                    <a:pt x="1640" y="2006"/>
                  </a:lnTo>
                  <a:lnTo>
                    <a:pt x="1656" y="1994"/>
                  </a:lnTo>
                  <a:lnTo>
                    <a:pt x="1668" y="1974"/>
                  </a:lnTo>
                  <a:lnTo>
                    <a:pt x="1674" y="1957"/>
                  </a:lnTo>
                  <a:lnTo>
                    <a:pt x="1680" y="1941"/>
                  </a:lnTo>
                  <a:lnTo>
                    <a:pt x="1685" y="1927"/>
                  </a:lnTo>
                  <a:lnTo>
                    <a:pt x="1697" y="1913"/>
                  </a:lnTo>
                  <a:lnTo>
                    <a:pt x="1715" y="1900"/>
                  </a:lnTo>
                  <a:lnTo>
                    <a:pt x="1737" y="1888"/>
                  </a:lnTo>
                  <a:lnTo>
                    <a:pt x="1752" y="1878"/>
                  </a:lnTo>
                  <a:lnTo>
                    <a:pt x="1764" y="1872"/>
                  </a:lnTo>
                  <a:lnTo>
                    <a:pt x="1772" y="1866"/>
                  </a:lnTo>
                  <a:lnTo>
                    <a:pt x="1780" y="1860"/>
                  </a:lnTo>
                  <a:lnTo>
                    <a:pt x="1790" y="1854"/>
                  </a:lnTo>
                  <a:lnTo>
                    <a:pt x="1804" y="1848"/>
                  </a:lnTo>
                  <a:lnTo>
                    <a:pt x="1817" y="1841"/>
                  </a:lnTo>
                  <a:lnTo>
                    <a:pt x="1831" y="1831"/>
                  </a:lnTo>
                  <a:lnTo>
                    <a:pt x="1837" y="1821"/>
                  </a:lnTo>
                  <a:lnTo>
                    <a:pt x="1837" y="1811"/>
                  </a:lnTo>
                  <a:lnTo>
                    <a:pt x="1825" y="1795"/>
                  </a:lnTo>
                  <a:lnTo>
                    <a:pt x="1809" y="1780"/>
                  </a:lnTo>
                  <a:lnTo>
                    <a:pt x="1794" y="1762"/>
                  </a:lnTo>
                  <a:lnTo>
                    <a:pt x="1780" y="1744"/>
                  </a:lnTo>
                  <a:lnTo>
                    <a:pt x="1772" y="1726"/>
                  </a:lnTo>
                  <a:lnTo>
                    <a:pt x="1772" y="1707"/>
                  </a:lnTo>
                  <a:lnTo>
                    <a:pt x="1772" y="1679"/>
                  </a:lnTo>
                  <a:lnTo>
                    <a:pt x="1776" y="1652"/>
                  </a:lnTo>
                  <a:lnTo>
                    <a:pt x="1782" y="1628"/>
                  </a:lnTo>
                  <a:lnTo>
                    <a:pt x="1790" y="1608"/>
                  </a:lnTo>
                  <a:lnTo>
                    <a:pt x="1806" y="1593"/>
                  </a:lnTo>
                  <a:lnTo>
                    <a:pt x="1823" y="1585"/>
                  </a:lnTo>
                  <a:lnTo>
                    <a:pt x="1843" y="1581"/>
                  </a:lnTo>
                  <a:lnTo>
                    <a:pt x="1863" y="1585"/>
                  </a:lnTo>
                  <a:lnTo>
                    <a:pt x="1884" y="1597"/>
                  </a:lnTo>
                  <a:lnTo>
                    <a:pt x="1910" y="1606"/>
                  </a:lnTo>
                  <a:lnTo>
                    <a:pt x="1937" y="1614"/>
                  </a:lnTo>
                  <a:lnTo>
                    <a:pt x="1963" y="1616"/>
                  </a:lnTo>
                  <a:lnTo>
                    <a:pt x="1985" y="1614"/>
                  </a:lnTo>
                  <a:lnTo>
                    <a:pt x="2002" y="1614"/>
                  </a:lnTo>
                  <a:lnTo>
                    <a:pt x="2020" y="1612"/>
                  </a:lnTo>
                  <a:lnTo>
                    <a:pt x="2034" y="1608"/>
                  </a:lnTo>
                  <a:lnTo>
                    <a:pt x="2046" y="1597"/>
                  </a:lnTo>
                  <a:lnTo>
                    <a:pt x="2058" y="1581"/>
                  </a:lnTo>
                  <a:lnTo>
                    <a:pt x="2071" y="1561"/>
                  </a:lnTo>
                  <a:lnTo>
                    <a:pt x="2085" y="1538"/>
                  </a:lnTo>
                  <a:lnTo>
                    <a:pt x="2101" y="1518"/>
                  </a:lnTo>
                  <a:lnTo>
                    <a:pt x="2117" y="1502"/>
                  </a:lnTo>
                  <a:lnTo>
                    <a:pt x="2130" y="1494"/>
                  </a:lnTo>
                  <a:lnTo>
                    <a:pt x="2146" y="1490"/>
                  </a:lnTo>
                  <a:lnTo>
                    <a:pt x="2166" y="1488"/>
                  </a:lnTo>
                  <a:lnTo>
                    <a:pt x="2189" y="1486"/>
                  </a:lnTo>
                  <a:lnTo>
                    <a:pt x="2213" y="1484"/>
                  </a:lnTo>
                  <a:lnTo>
                    <a:pt x="2231" y="1482"/>
                  </a:lnTo>
                  <a:lnTo>
                    <a:pt x="2243" y="1477"/>
                  </a:lnTo>
                  <a:lnTo>
                    <a:pt x="2254" y="1469"/>
                  </a:lnTo>
                  <a:lnTo>
                    <a:pt x="2268" y="1455"/>
                  </a:lnTo>
                  <a:lnTo>
                    <a:pt x="2284" y="1437"/>
                  </a:lnTo>
                  <a:lnTo>
                    <a:pt x="2298" y="1421"/>
                  </a:lnTo>
                  <a:lnTo>
                    <a:pt x="2308" y="1408"/>
                  </a:lnTo>
                  <a:lnTo>
                    <a:pt x="2311" y="1388"/>
                  </a:lnTo>
                  <a:lnTo>
                    <a:pt x="2315" y="1364"/>
                  </a:lnTo>
                  <a:lnTo>
                    <a:pt x="2321" y="1343"/>
                  </a:lnTo>
                  <a:lnTo>
                    <a:pt x="2331" y="1323"/>
                  </a:lnTo>
                  <a:lnTo>
                    <a:pt x="2351" y="1303"/>
                  </a:lnTo>
                  <a:lnTo>
                    <a:pt x="2374" y="1286"/>
                  </a:lnTo>
                  <a:lnTo>
                    <a:pt x="2402" y="1276"/>
                  </a:lnTo>
                  <a:lnTo>
                    <a:pt x="2416" y="1270"/>
                  </a:lnTo>
                  <a:lnTo>
                    <a:pt x="2426" y="1262"/>
                  </a:lnTo>
                  <a:lnTo>
                    <a:pt x="2433" y="1250"/>
                  </a:lnTo>
                  <a:lnTo>
                    <a:pt x="2443" y="1240"/>
                  </a:lnTo>
                  <a:lnTo>
                    <a:pt x="2455" y="1232"/>
                  </a:lnTo>
                  <a:lnTo>
                    <a:pt x="2469" y="1227"/>
                  </a:lnTo>
                  <a:lnTo>
                    <a:pt x="2487" y="1217"/>
                  </a:lnTo>
                  <a:lnTo>
                    <a:pt x="2510" y="1205"/>
                  </a:lnTo>
                  <a:lnTo>
                    <a:pt x="2534" y="1195"/>
                  </a:lnTo>
                  <a:lnTo>
                    <a:pt x="2559" y="1189"/>
                  </a:lnTo>
                  <a:lnTo>
                    <a:pt x="2583" y="1187"/>
                  </a:lnTo>
                  <a:lnTo>
                    <a:pt x="2607" y="1189"/>
                  </a:lnTo>
                  <a:lnTo>
                    <a:pt x="2628" y="1195"/>
                  </a:lnTo>
                  <a:lnTo>
                    <a:pt x="2652" y="1199"/>
                  </a:lnTo>
                  <a:lnTo>
                    <a:pt x="2670" y="1203"/>
                  </a:lnTo>
                  <a:lnTo>
                    <a:pt x="2685" y="1203"/>
                  </a:lnTo>
                  <a:lnTo>
                    <a:pt x="2697" y="1197"/>
                  </a:lnTo>
                  <a:lnTo>
                    <a:pt x="2707" y="1183"/>
                  </a:lnTo>
                  <a:lnTo>
                    <a:pt x="2713" y="1171"/>
                  </a:lnTo>
                  <a:lnTo>
                    <a:pt x="2713" y="1158"/>
                  </a:lnTo>
                  <a:lnTo>
                    <a:pt x="2707" y="1140"/>
                  </a:lnTo>
                  <a:lnTo>
                    <a:pt x="2695" y="1126"/>
                  </a:lnTo>
                  <a:lnTo>
                    <a:pt x="2682" y="1108"/>
                  </a:lnTo>
                  <a:lnTo>
                    <a:pt x="2662" y="1089"/>
                  </a:lnTo>
                  <a:lnTo>
                    <a:pt x="2644" y="1071"/>
                  </a:lnTo>
                  <a:lnTo>
                    <a:pt x="2626" y="1055"/>
                  </a:lnTo>
                  <a:lnTo>
                    <a:pt x="2611" y="1042"/>
                  </a:lnTo>
                  <a:lnTo>
                    <a:pt x="2575" y="1016"/>
                  </a:lnTo>
                  <a:lnTo>
                    <a:pt x="2538" y="1004"/>
                  </a:lnTo>
                  <a:lnTo>
                    <a:pt x="2524" y="998"/>
                  </a:lnTo>
                  <a:lnTo>
                    <a:pt x="2510" y="990"/>
                  </a:lnTo>
                  <a:lnTo>
                    <a:pt x="2498" y="986"/>
                  </a:lnTo>
                  <a:lnTo>
                    <a:pt x="2485" y="984"/>
                  </a:lnTo>
                  <a:lnTo>
                    <a:pt x="2469" y="990"/>
                  </a:lnTo>
                  <a:lnTo>
                    <a:pt x="2453" y="1006"/>
                  </a:lnTo>
                  <a:lnTo>
                    <a:pt x="2439" y="1024"/>
                  </a:lnTo>
                  <a:lnTo>
                    <a:pt x="2426" y="1040"/>
                  </a:lnTo>
                  <a:lnTo>
                    <a:pt x="2408" y="1051"/>
                  </a:lnTo>
                  <a:lnTo>
                    <a:pt x="2394" y="1053"/>
                  </a:lnTo>
                  <a:lnTo>
                    <a:pt x="2376" y="1049"/>
                  </a:lnTo>
                  <a:lnTo>
                    <a:pt x="2357" y="1044"/>
                  </a:lnTo>
                  <a:lnTo>
                    <a:pt x="2337" y="1036"/>
                  </a:lnTo>
                  <a:lnTo>
                    <a:pt x="2317" y="1032"/>
                  </a:lnTo>
                  <a:lnTo>
                    <a:pt x="2304" y="1034"/>
                  </a:lnTo>
                  <a:lnTo>
                    <a:pt x="2292" y="1042"/>
                  </a:lnTo>
                  <a:lnTo>
                    <a:pt x="2282" y="1053"/>
                  </a:lnTo>
                  <a:lnTo>
                    <a:pt x="2272" y="1067"/>
                  </a:lnTo>
                  <a:lnTo>
                    <a:pt x="2260" y="1079"/>
                  </a:lnTo>
                  <a:lnTo>
                    <a:pt x="2248" y="1087"/>
                  </a:lnTo>
                  <a:lnTo>
                    <a:pt x="2235" y="1087"/>
                  </a:lnTo>
                  <a:lnTo>
                    <a:pt x="2211" y="1075"/>
                  </a:lnTo>
                  <a:lnTo>
                    <a:pt x="2189" y="1061"/>
                  </a:lnTo>
                  <a:lnTo>
                    <a:pt x="2174" y="1044"/>
                  </a:lnTo>
                  <a:lnTo>
                    <a:pt x="2168" y="1024"/>
                  </a:lnTo>
                  <a:lnTo>
                    <a:pt x="2170" y="1010"/>
                  </a:lnTo>
                  <a:lnTo>
                    <a:pt x="2178" y="1002"/>
                  </a:lnTo>
                  <a:lnTo>
                    <a:pt x="2185" y="992"/>
                  </a:lnTo>
                  <a:lnTo>
                    <a:pt x="2193" y="982"/>
                  </a:lnTo>
                  <a:lnTo>
                    <a:pt x="2197" y="965"/>
                  </a:lnTo>
                  <a:lnTo>
                    <a:pt x="2199" y="935"/>
                  </a:lnTo>
                  <a:lnTo>
                    <a:pt x="2201" y="902"/>
                  </a:lnTo>
                  <a:lnTo>
                    <a:pt x="2207" y="868"/>
                  </a:lnTo>
                  <a:lnTo>
                    <a:pt x="2217" y="839"/>
                  </a:lnTo>
                  <a:lnTo>
                    <a:pt x="2229" y="811"/>
                  </a:lnTo>
                  <a:lnTo>
                    <a:pt x="2239" y="782"/>
                  </a:lnTo>
                  <a:lnTo>
                    <a:pt x="2248" y="754"/>
                  </a:lnTo>
                  <a:lnTo>
                    <a:pt x="2254" y="735"/>
                  </a:lnTo>
                  <a:lnTo>
                    <a:pt x="2262" y="721"/>
                  </a:lnTo>
                  <a:lnTo>
                    <a:pt x="2276" y="713"/>
                  </a:lnTo>
                  <a:lnTo>
                    <a:pt x="2296" y="711"/>
                  </a:lnTo>
                  <a:lnTo>
                    <a:pt x="2317" y="713"/>
                  </a:lnTo>
                  <a:lnTo>
                    <a:pt x="2331" y="719"/>
                  </a:lnTo>
                  <a:lnTo>
                    <a:pt x="2349" y="725"/>
                  </a:lnTo>
                  <a:lnTo>
                    <a:pt x="2365" y="733"/>
                  </a:lnTo>
                  <a:lnTo>
                    <a:pt x="2380" y="736"/>
                  </a:lnTo>
                  <a:lnTo>
                    <a:pt x="2394" y="736"/>
                  </a:lnTo>
                  <a:lnTo>
                    <a:pt x="2406" y="729"/>
                  </a:lnTo>
                  <a:lnTo>
                    <a:pt x="2424" y="703"/>
                  </a:lnTo>
                  <a:lnTo>
                    <a:pt x="2443" y="675"/>
                  </a:lnTo>
                  <a:lnTo>
                    <a:pt x="2463" y="650"/>
                  </a:lnTo>
                  <a:lnTo>
                    <a:pt x="2477" y="640"/>
                  </a:lnTo>
                  <a:lnTo>
                    <a:pt x="2493" y="636"/>
                  </a:lnTo>
                  <a:lnTo>
                    <a:pt x="2506" y="634"/>
                  </a:lnTo>
                  <a:lnTo>
                    <a:pt x="2522" y="630"/>
                  </a:lnTo>
                  <a:lnTo>
                    <a:pt x="2534" y="622"/>
                  </a:lnTo>
                  <a:lnTo>
                    <a:pt x="2540" y="611"/>
                  </a:lnTo>
                  <a:lnTo>
                    <a:pt x="2542" y="595"/>
                  </a:lnTo>
                  <a:lnTo>
                    <a:pt x="2538" y="577"/>
                  </a:lnTo>
                  <a:lnTo>
                    <a:pt x="2534" y="561"/>
                  </a:lnTo>
                  <a:lnTo>
                    <a:pt x="2530" y="548"/>
                  </a:lnTo>
                  <a:lnTo>
                    <a:pt x="2532" y="534"/>
                  </a:lnTo>
                  <a:lnTo>
                    <a:pt x="2536" y="518"/>
                  </a:lnTo>
                  <a:lnTo>
                    <a:pt x="2542" y="498"/>
                  </a:lnTo>
                  <a:lnTo>
                    <a:pt x="2550" y="477"/>
                  </a:lnTo>
                  <a:lnTo>
                    <a:pt x="2556" y="459"/>
                  </a:lnTo>
                  <a:lnTo>
                    <a:pt x="2561" y="443"/>
                  </a:lnTo>
                  <a:lnTo>
                    <a:pt x="2567" y="416"/>
                  </a:lnTo>
                  <a:lnTo>
                    <a:pt x="2571" y="386"/>
                  </a:lnTo>
                  <a:lnTo>
                    <a:pt x="2579" y="355"/>
                  </a:lnTo>
                  <a:lnTo>
                    <a:pt x="2585" y="337"/>
                  </a:lnTo>
                  <a:lnTo>
                    <a:pt x="2589" y="327"/>
                  </a:lnTo>
                  <a:lnTo>
                    <a:pt x="2595" y="317"/>
                  </a:lnTo>
                  <a:lnTo>
                    <a:pt x="2603" y="305"/>
                  </a:lnTo>
                  <a:lnTo>
                    <a:pt x="2615" y="294"/>
                  </a:lnTo>
                  <a:lnTo>
                    <a:pt x="2626" y="276"/>
                  </a:lnTo>
                  <a:lnTo>
                    <a:pt x="2632" y="260"/>
                  </a:lnTo>
                  <a:lnTo>
                    <a:pt x="2634" y="246"/>
                  </a:lnTo>
                  <a:lnTo>
                    <a:pt x="2634" y="231"/>
                  </a:lnTo>
                  <a:lnTo>
                    <a:pt x="2632" y="209"/>
                  </a:lnTo>
                  <a:lnTo>
                    <a:pt x="2632" y="185"/>
                  </a:lnTo>
                  <a:lnTo>
                    <a:pt x="2628" y="164"/>
                  </a:lnTo>
                  <a:lnTo>
                    <a:pt x="2622" y="150"/>
                  </a:lnTo>
                  <a:lnTo>
                    <a:pt x="2615" y="146"/>
                  </a:lnTo>
                  <a:lnTo>
                    <a:pt x="2605" y="148"/>
                  </a:lnTo>
                  <a:lnTo>
                    <a:pt x="2593" y="152"/>
                  </a:lnTo>
                  <a:lnTo>
                    <a:pt x="2581" y="156"/>
                  </a:lnTo>
                  <a:lnTo>
                    <a:pt x="2567" y="158"/>
                  </a:lnTo>
                  <a:lnTo>
                    <a:pt x="2556" y="156"/>
                  </a:lnTo>
                  <a:lnTo>
                    <a:pt x="2548" y="148"/>
                  </a:lnTo>
                  <a:lnTo>
                    <a:pt x="2546" y="136"/>
                  </a:lnTo>
                  <a:lnTo>
                    <a:pt x="2548" y="124"/>
                  </a:lnTo>
                  <a:lnTo>
                    <a:pt x="2550" y="116"/>
                  </a:lnTo>
                  <a:lnTo>
                    <a:pt x="2552" y="115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7" name="Freeform 106"/>
            <p:cNvSpPr/>
            <p:nvPr/>
          </p:nvSpPr>
          <p:spPr bwMode="gray">
            <a:xfrm>
              <a:off x="2264" y="884"/>
              <a:ext cx="1641" cy="1473"/>
            </a:xfrm>
            <a:custGeom>
              <a:avLst/>
              <a:gdLst>
                <a:gd name="T0" fmla="*/ 651 w 3282"/>
                <a:gd name="T1" fmla="*/ 10 h 2947"/>
                <a:gd name="T2" fmla="*/ 669 w 3282"/>
                <a:gd name="T3" fmla="*/ 0 h 2947"/>
                <a:gd name="T4" fmla="*/ 720 w 3282"/>
                <a:gd name="T5" fmla="*/ 75 h 2947"/>
                <a:gd name="T6" fmla="*/ 808 w 3282"/>
                <a:gd name="T7" fmla="*/ 154 h 2947"/>
                <a:gd name="T8" fmla="*/ 761 w 3282"/>
                <a:gd name="T9" fmla="*/ 265 h 2947"/>
                <a:gd name="T10" fmla="*/ 737 w 3282"/>
                <a:gd name="T11" fmla="*/ 326 h 2947"/>
                <a:gd name="T12" fmla="*/ 793 w 3282"/>
                <a:gd name="T13" fmla="*/ 368 h 2947"/>
                <a:gd name="T14" fmla="*/ 785 w 3282"/>
                <a:gd name="T15" fmla="*/ 441 h 2947"/>
                <a:gd name="T16" fmla="*/ 710 w 3282"/>
                <a:gd name="T17" fmla="*/ 486 h 2947"/>
                <a:gd name="T18" fmla="*/ 693 w 3282"/>
                <a:gd name="T19" fmla="*/ 529 h 2947"/>
                <a:gd name="T20" fmla="*/ 634 w 3282"/>
                <a:gd name="T21" fmla="*/ 485 h 2947"/>
                <a:gd name="T22" fmla="*/ 587 w 3282"/>
                <a:gd name="T23" fmla="*/ 518 h 2947"/>
                <a:gd name="T24" fmla="*/ 530 w 3282"/>
                <a:gd name="T25" fmla="*/ 545 h 2947"/>
                <a:gd name="T26" fmla="*/ 470 w 3282"/>
                <a:gd name="T27" fmla="*/ 631 h 2947"/>
                <a:gd name="T28" fmla="*/ 376 w 3282"/>
                <a:gd name="T29" fmla="*/ 713 h 2947"/>
                <a:gd name="T30" fmla="*/ 309 w 3282"/>
                <a:gd name="T31" fmla="*/ 676 h 2947"/>
                <a:gd name="T32" fmla="*/ 235 w 3282"/>
                <a:gd name="T33" fmla="*/ 736 h 2947"/>
                <a:gd name="T34" fmla="*/ 189 w 3282"/>
                <a:gd name="T35" fmla="*/ 655 h 2947"/>
                <a:gd name="T36" fmla="*/ 88 w 3282"/>
                <a:gd name="T37" fmla="*/ 617 h 2947"/>
                <a:gd name="T38" fmla="*/ 9 w 3282"/>
                <a:gd name="T39" fmla="*/ 583 h 2947"/>
                <a:gd name="T40" fmla="*/ 20 w 3282"/>
                <a:gd name="T41" fmla="*/ 515 h 2947"/>
                <a:gd name="T42" fmla="*/ 70 w 3282"/>
                <a:gd name="T43" fmla="*/ 522 h 2947"/>
                <a:gd name="T44" fmla="*/ 103 w 3282"/>
                <a:gd name="T45" fmla="*/ 518 h 2947"/>
                <a:gd name="T46" fmla="*/ 144 w 3282"/>
                <a:gd name="T47" fmla="*/ 526 h 2947"/>
                <a:gd name="T48" fmla="*/ 178 w 3282"/>
                <a:gd name="T49" fmla="*/ 545 h 2947"/>
                <a:gd name="T50" fmla="*/ 223 w 3282"/>
                <a:gd name="T51" fmla="*/ 550 h 2947"/>
                <a:gd name="T52" fmla="*/ 246 w 3282"/>
                <a:gd name="T53" fmla="*/ 558 h 2947"/>
                <a:gd name="T54" fmla="*/ 291 w 3282"/>
                <a:gd name="T55" fmla="*/ 532 h 2947"/>
                <a:gd name="T56" fmla="*/ 341 w 3282"/>
                <a:gd name="T57" fmla="*/ 519 h 2947"/>
                <a:gd name="T58" fmla="*/ 375 w 3282"/>
                <a:gd name="T59" fmla="*/ 517 h 2947"/>
                <a:gd name="T60" fmla="*/ 398 w 3282"/>
                <a:gd name="T61" fmla="*/ 506 h 2947"/>
                <a:gd name="T62" fmla="*/ 420 w 3282"/>
                <a:gd name="T63" fmla="*/ 485 h 2947"/>
                <a:gd name="T64" fmla="*/ 443 w 3282"/>
                <a:gd name="T65" fmla="*/ 466 h 2947"/>
                <a:gd name="T66" fmla="*/ 459 w 3282"/>
                <a:gd name="T67" fmla="*/ 452 h 2947"/>
                <a:gd name="T68" fmla="*/ 443 w 3282"/>
                <a:gd name="T69" fmla="*/ 419 h 2947"/>
                <a:gd name="T70" fmla="*/ 466 w 3282"/>
                <a:gd name="T71" fmla="*/ 396 h 2947"/>
                <a:gd name="T72" fmla="*/ 505 w 3282"/>
                <a:gd name="T73" fmla="*/ 403 h 2947"/>
                <a:gd name="T74" fmla="*/ 530 w 3282"/>
                <a:gd name="T75" fmla="*/ 375 h 2947"/>
                <a:gd name="T76" fmla="*/ 561 w 3282"/>
                <a:gd name="T77" fmla="*/ 369 h 2947"/>
                <a:gd name="T78" fmla="*/ 579 w 3282"/>
                <a:gd name="T79" fmla="*/ 341 h 2947"/>
                <a:gd name="T80" fmla="*/ 607 w 3282"/>
                <a:gd name="T81" fmla="*/ 315 h 2947"/>
                <a:gd name="T82" fmla="*/ 634 w 3282"/>
                <a:gd name="T83" fmla="*/ 298 h 2947"/>
                <a:gd name="T84" fmla="*/ 672 w 3282"/>
                <a:gd name="T85" fmla="*/ 300 h 2947"/>
                <a:gd name="T86" fmla="*/ 671 w 3282"/>
                <a:gd name="T87" fmla="*/ 277 h 2947"/>
                <a:gd name="T88" fmla="*/ 631 w 3282"/>
                <a:gd name="T89" fmla="*/ 249 h 2947"/>
                <a:gd name="T90" fmla="*/ 607 w 3282"/>
                <a:gd name="T91" fmla="*/ 260 h 2947"/>
                <a:gd name="T92" fmla="*/ 576 w 3282"/>
                <a:gd name="T93" fmla="*/ 258 h 2947"/>
                <a:gd name="T94" fmla="*/ 553 w 3282"/>
                <a:gd name="T95" fmla="*/ 268 h 2947"/>
                <a:gd name="T96" fmla="*/ 549 w 3282"/>
                <a:gd name="T97" fmla="*/ 245 h 2947"/>
                <a:gd name="T98" fmla="*/ 560 w 3282"/>
                <a:gd name="T99" fmla="*/ 195 h 2947"/>
                <a:gd name="T100" fmla="*/ 583 w 3282"/>
                <a:gd name="T101" fmla="*/ 179 h 2947"/>
                <a:gd name="T102" fmla="*/ 611 w 3282"/>
                <a:gd name="T103" fmla="*/ 168 h 2947"/>
                <a:gd name="T104" fmla="*/ 635 w 3282"/>
                <a:gd name="T105" fmla="*/ 152 h 2947"/>
                <a:gd name="T106" fmla="*/ 636 w 3282"/>
                <a:gd name="T107" fmla="*/ 124 h 2947"/>
                <a:gd name="T108" fmla="*/ 647 w 3282"/>
                <a:gd name="T109" fmla="*/ 84 h 2947"/>
                <a:gd name="T110" fmla="*/ 659 w 3282"/>
                <a:gd name="T111" fmla="*/ 61 h 2947"/>
                <a:gd name="T112" fmla="*/ 652 w 3282"/>
                <a:gd name="T113" fmla="*/ 37 h 2947"/>
                <a:gd name="T114" fmla="*/ 637 w 3282"/>
                <a:gd name="T115" fmla="*/ 31 h 294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282"/>
                <a:gd name="T175" fmla="*/ 0 h 2947"/>
                <a:gd name="T176" fmla="*/ 3282 w 3282"/>
                <a:gd name="T177" fmla="*/ 2947 h 294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282" h="2947">
                  <a:moveTo>
                    <a:pt x="2552" y="115"/>
                  </a:moveTo>
                  <a:lnTo>
                    <a:pt x="2554" y="111"/>
                  </a:lnTo>
                  <a:lnTo>
                    <a:pt x="2559" y="101"/>
                  </a:lnTo>
                  <a:lnTo>
                    <a:pt x="2569" y="87"/>
                  </a:lnTo>
                  <a:lnTo>
                    <a:pt x="2579" y="73"/>
                  </a:lnTo>
                  <a:lnTo>
                    <a:pt x="2589" y="55"/>
                  </a:lnTo>
                  <a:lnTo>
                    <a:pt x="2601" y="42"/>
                  </a:lnTo>
                  <a:lnTo>
                    <a:pt x="2609" y="28"/>
                  </a:lnTo>
                  <a:lnTo>
                    <a:pt x="2617" y="20"/>
                  </a:lnTo>
                  <a:lnTo>
                    <a:pt x="2628" y="12"/>
                  </a:lnTo>
                  <a:lnTo>
                    <a:pt x="2642" y="6"/>
                  </a:lnTo>
                  <a:lnTo>
                    <a:pt x="2658" y="2"/>
                  </a:lnTo>
                  <a:lnTo>
                    <a:pt x="2670" y="0"/>
                  </a:lnTo>
                  <a:lnTo>
                    <a:pt x="2676" y="0"/>
                  </a:lnTo>
                  <a:lnTo>
                    <a:pt x="2715" y="50"/>
                  </a:lnTo>
                  <a:lnTo>
                    <a:pt x="2670" y="132"/>
                  </a:lnTo>
                  <a:lnTo>
                    <a:pt x="2758" y="183"/>
                  </a:lnTo>
                  <a:lnTo>
                    <a:pt x="2782" y="142"/>
                  </a:lnTo>
                  <a:lnTo>
                    <a:pt x="2849" y="164"/>
                  </a:lnTo>
                  <a:lnTo>
                    <a:pt x="2853" y="231"/>
                  </a:lnTo>
                  <a:lnTo>
                    <a:pt x="2880" y="303"/>
                  </a:lnTo>
                  <a:lnTo>
                    <a:pt x="2983" y="303"/>
                  </a:lnTo>
                  <a:lnTo>
                    <a:pt x="3091" y="268"/>
                  </a:lnTo>
                  <a:lnTo>
                    <a:pt x="3138" y="207"/>
                  </a:lnTo>
                  <a:lnTo>
                    <a:pt x="3250" y="286"/>
                  </a:lnTo>
                  <a:lnTo>
                    <a:pt x="3231" y="386"/>
                  </a:lnTo>
                  <a:lnTo>
                    <a:pt x="3201" y="500"/>
                  </a:lnTo>
                  <a:lnTo>
                    <a:pt x="3231" y="616"/>
                  </a:lnTo>
                  <a:lnTo>
                    <a:pt x="3199" y="632"/>
                  </a:lnTo>
                  <a:lnTo>
                    <a:pt x="3191" y="701"/>
                  </a:lnTo>
                  <a:lnTo>
                    <a:pt x="3140" y="756"/>
                  </a:lnTo>
                  <a:lnTo>
                    <a:pt x="3085" y="866"/>
                  </a:lnTo>
                  <a:lnTo>
                    <a:pt x="3002" y="957"/>
                  </a:lnTo>
                  <a:lnTo>
                    <a:pt x="2987" y="1004"/>
                  </a:lnTo>
                  <a:lnTo>
                    <a:pt x="3042" y="1063"/>
                  </a:lnTo>
                  <a:lnTo>
                    <a:pt x="3083" y="1120"/>
                  </a:lnTo>
                  <a:lnTo>
                    <a:pt x="3071" y="1201"/>
                  </a:lnTo>
                  <a:lnTo>
                    <a:pt x="3079" y="1266"/>
                  </a:lnTo>
                  <a:lnTo>
                    <a:pt x="3030" y="1244"/>
                  </a:lnTo>
                  <a:lnTo>
                    <a:pt x="3014" y="1264"/>
                  </a:lnTo>
                  <a:lnTo>
                    <a:pt x="2971" y="1250"/>
                  </a:lnTo>
                  <a:lnTo>
                    <a:pt x="2947" y="1305"/>
                  </a:lnTo>
                  <a:lnTo>
                    <a:pt x="2989" y="1313"/>
                  </a:lnTo>
                  <a:lnTo>
                    <a:pt x="3030" y="1368"/>
                  </a:lnTo>
                  <a:lnTo>
                    <a:pt x="3024" y="1451"/>
                  </a:lnTo>
                  <a:lnTo>
                    <a:pt x="3059" y="1500"/>
                  </a:lnTo>
                  <a:lnTo>
                    <a:pt x="3061" y="1530"/>
                  </a:lnTo>
                  <a:lnTo>
                    <a:pt x="3091" y="1536"/>
                  </a:lnTo>
                  <a:lnTo>
                    <a:pt x="3170" y="1475"/>
                  </a:lnTo>
                  <a:lnTo>
                    <a:pt x="3209" y="1541"/>
                  </a:lnTo>
                  <a:lnTo>
                    <a:pt x="3244" y="1608"/>
                  </a:lnTo>
                  <a:lnTo>
                    <a:pt x="3282" y="1630"/>
                  </a:lnTo>
                  <a:lnTo>
                    <a:pt x="3282" y="1677"/>
                  </a:lnTo>
                  <a:lnTo>
                    <a:pt x="3239" y="1728"/>
                  </a:lnTo>
                  <a:lnTo>
                    <a:pt x="3189" y="1776"/>
                  </a:lnTo>
                  <a:lnTo>
                    <a:pt x="3138" y="1766"/>
                  </a:lnTo>
                  <a:lnTo>
                    <a:pt x="3134" y="1803"/>
                  </a:lnTo>
                  <a:lnTo>
                    <a:pt x="3101" y="1819"/>
                  </a:lnTo>
                  <a:lnTo>
                    <a:pt x="3032" y="1839"/>
                  </a:lnTo>
                  <a:lnTo>
                    <a:pt x="2981" y="1898"/>
                  </a:lnTo>
                  <a:lnTo>
                    <a:pt x="2928" y="1941"/>
                  </a:lnTo>
                  <a:lnTo>
                    <a:pt x="2884" y="2012"/>
                  </a:lnTo>
                  <a:lnTo>
                    <a:pt x="2839" y="1947"/>
                  </a:lnTo>
                  <a:lnTo>
                    <a:pt x="2798" y="1917"/>
                  </a:lnTo>
                  <a:lnTo>
                    <a:pt x="2768" y="1945"/>
                  </a:lnTo>
                  <a:lnTo>
                    <a:pt x="2788" y="1967"/>
                  </a:lnTo>
                  <a:lnTo>
                    <a:pt x="2788" y="2032"/>
                  </a:lnTo>
                  <a:lnTo>
                    <a:pt x="2811" y="2087"/>
                  </a:lnTo>
                  <a:lnTo>
                    <a:pt x="2778" y="2140"/>
                  </a:lnTo>
                  <a:lnTo>
                    <a:pt x="2770" y="2118"/>
                  </a:lnTo>
                  <a:lnTo>
                    <a:pt x="2703" y="2116"/>
                  </a:lnTo>
                  <a:lnTo>
                    <a:pt x="2656" y="2073"/>
                  </a:lnTo>
                  <a:lnTo>
                    <a:pt x="2640" y="2012"/>
                  </a:lnTo>
                  <a:lnTo>
                    <a:pt x="2607" y="1971"/>
                  </a:lnTo>
                  <a:lnTo>
                    <a:pt x="2581" y="1925"/>
                  </a:lnTo>
                  <a:lnTo>
                    <a:pt x="2556" y="1911"/>
                  </a:lnTo>
                  <a:lnTo>
                    <a:pt x="2536" y="1941"/>
                  </a:lnTo>
                  <a:lnTo>
                    <a:pt x="2506" y="1943"/>
                  </a:lnTo>
                  <a:lnTo>
                    <a:pt x="2469" y="1967"/>
                  </a:lnTo>
                  <a:lnTo>
                    <a:pt x="2479" y="2035"/>
                  </a:lnTo>
                  <a:lnTo>
                    <a:pt x="2441" y="2049"/>
                  </a:lnTo>
                  <a:lnTo>
                    <a:pt x="2414" y="2039"/>
                  </a:lnTo>
                  <a:lnTo>
                    <a:pt x="2386" y="2075"/>
                  </a:lnTo>
                  <a:lnTo>
                    <a:pt x="2347" y="2073"/>
                  </a:lnTo>
                  <a:lnTo>
                    <a:pt x="2296" y="2128"/>
                  </a:lnTo>
                  <a:lnTo>
                    <a:pt x="2248" y="2132"/>
                  </a:lnTo>
                  <a:lnTo>
                    <a:pt x="2231" y="2055"/>
                  </a:lnTo>
                  <a:lnTo>
                    <a:pt x="2183" y="2051"/>
                  </a:lnTo>
                  <a:lnTo>
                    <a:pt x="2158" y="2093"/>
                  </a:lnTo>
                  <a:lnTo>
                    <a:pt x="2152" y="2142"/>
                  </a:lnTo>
                  <a:lnTo>
                    <a:pt x="2120" y="2181"/>
                  </a:lnTo>
                  <a:lnTo>
                    <a:pt x="2132" y="2222"/>
                  </a:lnTo>
                  <a:lnTo>
                    <a:pt x="2117" y="2246"/>
                  </a:lnTo>
                  <a:lnTo>
                    <a:pt x="2185" y="2333"/>
                  </a:lnTo>
                  <a:lnTo>
                    <a:pt x="2075" y="2376"/>
                  </a:lnTo>
                  <a:lnTo>
                    <a:pt x="2014" y="2376"/>
                  </a:lnTo>
                  <a:lnTo>
                    <a:pt x="1928" y="2407"/>
                  </a:lnTo>
                  <a:lnTo>
                    <a:pt x="1880" y="2526"/>
                  </a:lnTo>
                  <a:lnTo>
                    <a:pt x="1802" y="2555"/>
                  </a:lnTo>
                  <a:lnTo>
                    <a:pt x="1766" y="2539"/>
                  </a:lnTo>
                  <a:lnTo>
                    <a:pt x="1731" y="2598"/>
                  </a:lnTo>
                  <a:lnTo>
                    <a:pt x="1674" y="2579"/>
                  </a:lnTo>
                  <a:lnTo>
                    <a:pt x="1621" y="2638"/>
                  </a:lnTo>
                  <a:lnTo>
                    <a:pt x="1601" y="2718"/>
                  </a:lnTo>
                  <a:lnTo>
                    <a:pt x="1502" y="2852"/>
                  </a:lnTo>
                  <a:lnTo>
                    <a:pt x="1459" y="2888"/>
                  </a:lnTo>
                  <a:lnTo>
                    <a:pt x="1430" y="2860"/>
                  </a:lnTo>
                  <a:lnTo>
                    <a:pt x="1339" y="2876"/>
                  </a:lnTo>
                  <a:lnTo>
                    <a:pt x="1298" y="2823"/>
                  </a:lnTo>
                  <a:lnTo>
                    <a:pt x="1239" y="2821"/>
                  </a:lnTo>
                  <a:lnTo>
                    <a:pt x="1195" y="2781"/>
                  </a:lnTo>
                  <a:lnTo>
                    <a:pt x="1233" y="2707"/>
                  </a:lnTo>
                  <a:lnTo>
                    <a:pt x="1248" y="2659"/>
                  </a:lnTo>
                  <a:lnTo>
                    <a:pt x="1215" y="2612"/>
                  </a:lnTo>
                  <a:lnTo>
                    <a:pt x="1150" y="2630"/>
                  </a:lnTo>
                  <a:lnTo>
                    <a:pt x="1115" y="2709"/>
                  </a:lnTo>
                  <a:lnTo>
                    <a:pt x="1101" y="2846"/>
                  </a:lnTo>
                  <a:lnTo>
                    <a:pt x="1052" y="2901"/>
                  </a:lnTo>
                  <a:lnTo>
                    <a:pt x="939" y="2947"/>
                  </a:lnTo>
                  <a:lnTo>
                    <a:pt x="869" y="2941"/>
                  </a:lnTo>
                  <a:lnTo>
                    <a:pt x="810" y="2886"/>
                  </a:lnTo>
                  <a:lnTo>
                    <a:pt x="817" y="2795"/>
                  </a:lnTo>
                  <a:lnTo>
                    <a:pt x="874" y="2764"/>
                  </a:lnTo>
                  <a:lnTo>
                    <a:pt x="874" y="2657"/>
                  </a:lnTo>
                  <a:lnTo>
                    <a:pt x="829" y="2618"/>
                  </a:lnTo>
                  <a:lnTo>
                    <a:pt x="754" y="2620"/>
                  </a:lnTo>
                  <a:lnTo>
                    <a:pt x="658" y="2714"/>
                  </a:lnTo>
                  <a:lnTo>
                    <a:pt x="524" y="2714"/>
                  </a:lnTo>
                  <a:lnTo>
                    <a:pt x="441" y="2671"/>
                  </a:lnTo>
                  <a:lnTo>
                    <a:pt x="445" y="2610"/>
                  </a:lnTo>
                  <a:lnTo>
                    <a:pt x="378" y="2606"/>
                  </a:lnTo>
                  <a:lnTo>
                    <a:pt x="302" y="2539"/>
                  </a:lnTo>
                  <a:lnTo>
                    <a:pt x="351" y="2470"/>
                  </a:lnTo>
                  <a:lnTo>
                    <a:pt x="396" y="2457"/>
                  </a:lnTo>
                  <a:lnTo>
                    <a:pt x="376" y="2390"/>
                  </a:lnTo>
                  <a:lnTo>
                    <a:pt x="296" y="2362"/>
                  </a:lnTo>
                  <a:lnTo>
                    <a:pt x="203" y="2374"/>
                  </a:lnTo>
                  <a:lnTo>
                    <a:pt x="156" y="2429"/>
                  </a:lnTo>
                  <a:lnTo>
                    <a:pt x="111" y="2423"/>
                  </a:lnTo>
                  <a:lnTo>
                    <a:pt x="34" y="2333"/>
                  </a:lnTo>
                  <a:lnTo>
                    <a:pt x="0" y="2236"/>
                  </a:lnTo>
                  <a:lnTo>
                    <a:pt x="18" y="2179"/>
                  </a:lnTo>
                  <a:lnTo>
                    <a:pt x="10" y="2055"/>
                  </a:lnTo>
                  <a:lnTo>
                    <a:pt x="14" y="2057"/>
                  </a:lnTo>
                  <a:lnTo>
                    <a:pt x="30" y="2057"/>
                  </a:lnTo>
                  <a:lnTo>
                    <a:pt x="52" y="2059"/>
                  </a:lnTo>
                  <a:lnTo>
                    <a:pt x="79" y="2063"/>
                  </a:lnTo>
                  <a:lnTo>
                    <a:pt x="109" y="2065"/>
                  </a:lnTo>
                  <a:lnTo>
                    <a:pt x="138" y="2069"/>
                  </a:lnTo>
                  <a:lnTo>
                    <a:pt x="166" y="2073"/>
                  </a:lnTo>
                  <a:lnTo>
                    <a:pt x="189" y="2077"/>
                  </a:lnTo>
                  <a:lnTo>
                    <a:pt x="207" y="2081"/>
                  </a:lnTo>
                  <a:lnTo>
                    <a:pt x="243" y="2089"/>
                  </a:lnTo>
                  <a:lnTo>
                    <a:pt x="278" y="2089"/>
                  </a:lnTo>
                  <a:lnTo>
                    <a:pt x="308" y="2081"/>
                  </a:lnTo>
                  <a:lnTo>
                    <a:pt x="323" y="2075"/>
                  </a:lnTo>
                  <a:lnTo>
                    <a:pt x="337" y="2069"/>
                  </a:lnTo>
                  <a:lnTo>
                    <a:pt x="351" y="2067"/>
                  </a:lnTo>
                  <a:lnTo>
                    <a:pt x="367" y="2065"/>
                  </a:lnTo>
                  <a:lnTo>
                    <a:pt x="386" y="2069"/>
                  </a:lnTo>
                  <a:lnTo>
                    <a:pt x="412" y="2075"/>
                  </a:lnTo>
                  <a:lnTo>
                    <a:pt x="441" y="2079"/>
                  </a:lnTo>
                  <a:lnTo>
                    <a:pt x="473" y="2083"/>
                  </a:lnTo>
                  <a:lnTo>
                    <a:pt x="498" y="2087"/>
                  </a:lnTo>
                  <a:lnTo>
                    <a:pt x="518" y="2087"/>
                  </a:lnTo>
                  <a:lnTo>
                    <a:pt x="542" y="2089"/>
                  </a:lnTo>
                  <a:lnTo>
                    <a:pt x="560" y="2095"/>
                  </a:lnTo>
                  <a:lnTo>
                    <a:pt x="575" y="2104"/>
                  </a:lnTo>
                  <a:lnTo>
                    <a:pt x="589" y="2118"/>
                  </a:lnTo>
                  <a:lnTo>
                    <a:pt x="607" y="2134"/>
                  </a:lnTo>
                  <a:lnTo>
                    <a:pt x="626" y="2148"/>
                  </a:lnTo>
                  <a:lnTo>
                    <a:pt x="646" y="2156"/>
                  </a:lnTo>
                  <a:lnTo>
                    <a:pt x="666" y="2163"/>
                  </a:lnTo>
                  <a:lnTo>
                    <a:pt x="685" y="2173"/>
                  </a:lnTo>
                  <a:lnTo>
                    <a:pt x="709" y="2183"/>
                  </a:lnTo>
                  <a:lnTo>
                    <a:pt x="739" y="2193"/>
                  </a:lnTo>
                  <a:lnTo>
                    <a:pt x="762" y="2197"/>
                  </a:lnTo>
                  <a:lnTo>
                    <a:pt x="792" y="2199"/>
                  </a:lnTo>
                  <a:lnTo>
                    <a:pt x="821" y="2201"/>
                  </a:lnTo>
                  <a:lnTo>
                    <a:pt x="851" y="2201"/>
                  </a:lnTo>
                  <a:lnTo>
                    <a:pt x="874" y="2201"/>
                  </a:lnTo>
                  <a:lnTo>
                    <a:pt x="892" y="2203"/>
                  </a:lnTo>
                  <a:lnTo>
                    <a:pt x="904" y="2207"/>
                  </a:lnTo>
                  <a:lnTo>
                    <a:pt x="914" y="2215"/>
                  </a:lnTo>
                  <a:lnTo>
                    <a:pt x="924" y="2224"/>
                  </a:lnTo>
                  <a:lnTo>
                    <a:pt x="935" y="2232"/>
                  </a:lnTo>
                  <a:lnTo>
                    <a:pt x="947" y="2236"/>
                  </a:lnTo>
                  <a:lnTo>
                    <a:pt x="965" y="2238"/>
                  </a:lnTo>
                  <a:lnTo>
                    <a:pt x="985" y="2234"/>
                  </a:lnTo>
                  <a:lnTo>
                    <a:pt x="1002" y="2224"/>
                  </a:lnTo>
                  <a:lnTo>
                    <a:pt x="1024" y="2207"/>
                  </a:lnTo>
                  <a:lnTo>
                    <a:pt x="1048" y="2187"/>
                  </a:lnTo>
                  <a:lnTo>
                    <a:pt x="1073" y="2171"/>
                  </a:lnTo>
                  <a:lnTo>
                    <a:pt x="1103" y="2157"/>
                  </a:lnTo>
                  <a:lnTo>
                    <a:pt x="1134" y="2144"/>
                  </a:lnTo>
                  <a:lnTo>
                    <a:pt x="1164" y="2130"/>
                  </a:lnTo>
                  <a:lnTo>
                    <a:pt x="1199" y="2114"/>
                  </a:lnTo>
                  <a:lnTo>
                    <a:pt x="1241" y="2098"/>
                  </a:lnTo>
                  <a:lnTo>
                    <a:pt x="1282" y="2087"/>
                  </a:lnTo>
                  <a:lnTo>
                    <a:pt x="1325" y="2079"/>
                  </a:lnTo>
                  <a:lnTo>
                    <a:pt x="1345" y="2077"/>
                  </a:lnTo>
                  <a:lnTo>
                    <a:pt x="1357" y="2077"/>
                  </a:lnTo>
                  <a:lnTo>
                    <a:pt x="1363" y="2079"/>
                  </a:lnTo>
                  <a:lnTo>
                    <a:pt x="1367" y="2079"/>
                  </a:lnTo>
                  <a:lnTo>
                    <a:pt x="1371" y="2081"/>
                  </a:lnTo>
                  <a:lnTo>
                    <a:pt x="1378" y="2081"/>
                  </a:lnTo>
                  <a:lnTo>
                    <a:pt x="1392" y="2081"/>
                  </a:lnTo>
                  <a:lnTo>
                    <a:pt x="1418" y="2079"/>
                  </a:lnTo>
                  <a:lnTo>
                    <a:pt x="1463" y="2075"/>
                  </a:lnTo>
                  <a:lnTo>
                    <a:pt x="1498" y="2071"/>
                  </a:lnTo>
                  <a:lnTo>
                    <a:pt x="1526" y="2065"/>
                  </a:lnTo>
                  <a:lnTo>
                    <a:pt x="1548" y="2059"/>
                  </a:lnTo>
                  <a:lnTo>
                    <a:pt x="1561" y="2053"/>
                  </a:lnTo>
                  <a:lnTo>
                    <a:pt x="1571" y="2045"/>
                  </a:lnTo>
                  <a:lnTo>
                    <a:pt x="1577" y="2035"/>
                  </a:lnTo>
                  <a:lnTo>
                    <a:pt x="1581" y="2030"/>
                  </a:lnTo>
                  <a:lnTo>
                    <a:pt x="1589" y="2024"/>
                  </a:lnTo>
                  <a:lnTo>
                    <a:pt x="1603" y="2018"/>
                  </a:lnTo>
                  <a:lnTo>
                    <a:pt x="1622" y="2014"/>
                  </a:lnTo>
                  <a:lnTo>
                    <a:pt x="1640" y="2006"/>
                  </a:lnTo>
                  <a:lnTo>
                    <a:pt x="1656" y="1994"/>
                  </a:lnTo>
                  <a:lnTo>
                    <a:pt x="1668" y="1974"/>
                  </a:lnTo>
                  <a:lnTo>
                    <a:pt x="1674" y="1957"/>
                  </a:lnTo>
                  <a:lnTo>
                    <a:pt x="1680" y="1941"/>
                  </a:lnTo>
                  <a:lnTo>
                    <a:pt x="1685" y="1927"/>
                  </a:lnTo>
                  <a:lnTo>
                    <a:pt x="1697" y="1913"/>
                  </a:lnTo>
                  <a:lnTo>
                    <a:pt x="1715" y="1900"/>
                  </a:lnTo>
                  <a:lnTo>
                    <a:pt x="1737" y="1888"/>
                  </a:lnTo>
                  <a:lnTo>
                    <a:pt x="1752" y="1878"/>
                  </a:lnTo>
                  <a:lnTo>
                    <a:pt x="1764" y="1872"/>
                  </a:lnTo>
                  <a:lnTo>
                    <a:pt x="1772" y="1866"/>
                  </a:lnTo>
                  <a:lnTo>
                    <a:pt x="1780" y="1860"/>
                  </a:lnTo>
                  <a:lnTo>
                    <a:pt x="1790" y="1854"/>
                  </a:lnTo>
                  <a:lnTo>
                    <a:pt x="1804" y="1848"/>
                  </a:lnTo>
                  <a:lnTo>
                    <a:pt x="1817" y="1841"/>
                  </a:lnTo>
                  <a:lnTo>
                    <a:pt x="1831" y="1831"/>
                  </a:lnTo>
                  <a:lnTo>
                    <a:pt x="1837" y="1821"/>
                  </a:lnTo>
                  <a:lnTo>
                    <a:pt x="1837" y="1811"/>
                  </a:lnTo>
                  <a:lnTo>
                    <a:pt x="1825" y="1795"/>
                  </a:lnTo>
                  <a:lnTo>
                    <a:pt x="1809" y="1780"/>
                  </a:lnTo>
                  <a:lnTo>
                    <a:pt x="1794" y="1762"/>
                  </a:lnTo>
                  <a:lnTo>
                    <a:pt x="1780" y="1744"/>
                  </a:lnTo>
                  <a:lnTo>
                    <a:pt x="1772" y="1726"/>
                  </a:lnTo>
                  <a:lnTo>
                    <a:pt x="1772" y="1707"/>
                  </a:lnTo>
                  <a:lnTo>
                    <a:pt x="1772" y="1679"/>
                  </a:lnTo>
                  <a:lnTo>
                    <a:pt x="1776" y="1652"/>
                  </a:lnTo>
                  <a:lnTo>
                    <a:pt x="1782" y="1628"/>
                  </a:lnTo>
                  <a:lnTo>
                    <a:pt x="1790" y="1608"/>
                  </a:lnTo>
                  <a:lnTo>
                    <a:pt x="1806" y="1593"/>
                  </a:lnTo>
                  <a:lnTo>
                    <a:pt x="1823" y="1585"/>
                  </a:lnTo>
                  <a:lnTo>
                    <a:pt x="1843" y="1581"/>
                  </a:lnTo>
                  <a:lnTo>
                    <a:pt x="1863" y="1585"/>
                  </a:lnTo>
                  <a:lnTo>
                    <a:pt x="1884" y="1597"/>
                  </a:lnTo>
                  <a:lnTo>
                    <a:pt x="1910" y="1606"/>
                  </a:lnTo>
                  <a:lnTo>
                    <a:pt x="1937" y="1614"/>
                  </a:lnTo>
                  <a:lnTo>
                    <a:pt x="1963" y="1616"/>
                  </a:lnTo>
                  <a:lnTo>
                    <a:pt x="1985" y="1614"/>
                  </a:lnTo>
                  <a:lnTo>
                    <a:pt x="2002" y="1614"/>
                  </a:lnTo>
                  <a:lnTo>
                    <a:pt x="2020" y="1612"/>
                  </a:lnTo>
                  <a:lnTo>
                    <a:pt x="2034" y="1608"/>
                  </a:lnTo>
                  <a:lnTo>
                    <a:pt x="2046" y="1597"/>
                  </a:lnTo>
                  <a:lnTo>
                    <a:pt x="2058" y="1581"/>
                  </a:lnTo>
                  <a:lnTo>
                    <a:pt x="2071" y="1561"/>
                  </a:lnTo>
                  <a:lnTo>
                    <a:pt x="2085" y="1538"/>
                  </a:lnTo>
                  <a:lnTo>
                    <a:pt x="2101" y="1518"/>
                  </a:lnTo>
                  <a:lnTo>
                    <a:pt x="2117" y="1502"/>
                  </a:lnTo>
                  <a:lnTo>
                    <a:pt x="2130" y="1494"/>
                  </a:lnTo>
                  <a:lnTo>
                    <a:pt x="2146" y="1490"/>
                  </a:lnTo>
                  <a:lnTo>
                    <a:pt x="2166" y="1488"/>
                  </a:lnTo>
                  <a:lnTo>
                    <a:pt x="2189" y="1486"/>
                  </a:lnTo>
                  <a:lnTo>
                    <a:pt x="2213" y="1484"/>
                  </a:lnTo>
                  <a:lnTo>
                    <a:pt x="2231" y="1482"/>
                  </a:lnTo>
                  <a:lnTo>
                    <a:pt x="2243" y="1477"/>
                  </a:lnTo>
                  <a:lnTo>
                    <a:pt x="2254" y="1469"/>
                  </a:lnTo>
                  <a:lnTo>
                    <a:pt x="2268" y="1455"/>
                  </a:lnTo>
                  <a:lnTo>
                    <a:pt x="2284" y="1437"/>
                  </a:lnTo>
                  <a:lnTo>
                    <a:pt x="2298" y="1421"/>
                  </a:lnTo>
                  <a:lnTo>
                    <a:pt x="2308" y="1408"/>
                  </a:lnTo>
                  <a:lnTo>
                    <a:pt x="2311" y="1388"/>
                  </a:lnTo>
                  <a:lnTo>
                    <a:pt x="2315" y="1364"/>
                  </a:lnTo>
                  <a:lnTo>
                    <a:pt x="2321" y="1343"/>
                  </a:lnTo>
                  <a:lnTo>
                    <a:pt x="2331" y="1323"/>
                  </a:lnTo>
                  <a:lnTo>
                    <a:pt x="2351" y="1303"/>
                  </a:lnTo>
                  <a:lnTo>
                    <a:pt x="2374" y="1286"/>
                  </a:lnTo>
                  <a:lnTo>
                    <a:pt x="2402" y="1276"/>
                  </a:lnTo>
                  <a:lnTo>
                    <a:pt x="2416" y="1270"/>
                  </a:lnTo>
                  <a:lnTo>
                    <a:pt x="2426" y="1262"/>
                  </a:lnTo>
                  <a:lnTo>
                    <a:pt x="2433" y="1250"/>
                  </a:lnTo>
                  <a:lnTo>
                    <a:pt x="2443" y="1240"/>
                  </a:lnTo>
                  <a:lnTo>
                    <a:pt x="2455" y="1232"/>
                  </a:lnTo>
                  <a:lnTo>
                    <a:pt x="2469" y="1227"/>
                  </a:lnTo>
                  <a:lnTo>
                    <a:pt x="2487" y="1217"/>
                  </a:lnTo>
                  <a:lnTo>
                    <a:pt x="2510" y="1205"/>
                  </a:lnTo>
                  <a:lnTo>
                    <a:pt x="2534" y="1195"/>
                  </a:lnTo>
                  <a:lnTo>
                    <a:pt x="2559" y="1189"/>
                  </a:lnTo>
                  <a:lnTo>
                    <a:pt x="2583" y="1187"/>
                  </a:lnTo>
                  <a:lnTo>
                    <a:pt x="2607" y="1189"/>
                  </a:lnTo>
                  <a:lnTo>
                    <a:pt x="2628" y="1195"/>
                  </a:lnTo>
                  <a:lnTo>
                    <a:pt x="2652" y="1199"/>
                  </a:lnTo>
                  <a:lnTo>
                    <a:pt x="2670" y="1203"/>
                  </a:lnTo>
                  <a:lnTo>
                    <a:pt x="2685" y="1203"/>
                  </a:lnTo>
                  <a:lnTo>
                    <a:pt x="2697" y="1197"/>
                  </a:lnTo>
                  <a:lnTo>
                    <a:pt x="2707" y="1183"/>
                  </a:lnTo>
                  <a:lnTo>
                    <a:pt x="2713" y="1171"/>
                  </a:lnTo>
                  <a:lnTo>
                    <a:pt x="2713" y="1158"/>
                  </a:lnTo>
                  <a:lnTo>
                    <a:pt x="2707" y="1140"/>
                  </a:lnTo>
                  <a:lnTo>
                    <a:pt x="2695" y="1126"/>
                  </a:lnTo>
                  <a:lnTo>
                    <a:pt x="2682" y="1108"/>
                  </a:lnTo>
                  <a:lnTo>
                    <a:pt x="2662" y="1089"/>
                  </a:lnTo>
                  <a:lnTo>
                    <a:pt x="2644" y="1071"/>
                  </a:lnTo>
                  <a:lnTo>
                    <a:pt x="2626" y="1055"/>
                  </a:lnTo>
                  <a:lnTo>
                    <a:pt x="2611" y="1042"/>
                  </a:lnTo>
                  <a:lnTo>
                    <a:pt x="2575" y="1016"/>
                  </a:lnTo>
                  <a:lnTo>
                    <a:pt x="2538" y="1004"/>
                  </a:lnTo>
                  <a:lnTo>
                    <a:pt x="2524" y="998"/>
                  </a:lnTo>
                  <a:lnTo>
                    <a:pt x="2510" y="990"/>
                  </a:lnTo>
                  <a:lnTo>
                    <a:pt x="2498" y="986"/>
                  </a:lnTo>
                  <a:lnTo>
                    <a:pt x="2485" y="984"/>
                  </a:lnTo>
                  <a:lnTo>
                    <a:pt x="2469" y="990"/>
                  </a:lnTo>
                  <a:lnTo>
                    <a:pt x="2453" y="1006"/>
                  </a:lnTo>
                  <a:lnTo>
                    <a:pt x="2439" y="1024"/>
                  </a:lnTo>
                  <a:lnTo>
                    <a:pt x="2426" y="1040"/>
                  </a:lnTo>
                  <a:lnTo>
                    <a:pt x="2408" y="1051"/>
                  </a:lnTo>
                  <a:lnTo>
                    <a:pt x="2394" y="1053"/>
                  </a:lnTo>
                  <a:lnTo>
                    <a:pt x="2376" y="1049"/>
                  </a:lnTo>
                  <a:lnTo>
                    <a:pt x="2357" y="1044"/>
                  </a:lnTo>
                  <a:lnTo>
                    <a:pt x="2337" y="1036"/>
                  </a:lnTo>
                  <a:lnTo>
                    <a:pt x="2317" y="1032"/>
                  </a:lnTo>
                  <a:lnTo>
                    <a:pt x="2304" y="1034"/>
                  </a:lnTo>
                  <a:lnTo>
                    <a:pt x="2292" y="1042"/>
                  </a:lnTo>
                  <a:lnTo>
                    <a:pt x="2282" y="1053"/>
                  </a:lnTo>
                  <a:lnTo>
                    <a:pt x="2272" y="1067"/>
                  </a:lnTo>
                  <a:lnTo>
                    <a:pt x="2260" y="1079"/>
                  </a:lnTo>
                  <a:lnTo>
                    <a:pt x="2248" y="1087"/>
                  </a:lnTo>
                  <a:lnTo>
                    <a:pt x="2235" y="1087"/>
                  </a:lnTo>
                  <a:lnTo>
                    <a:pt x="2211" y="1075"/>
                  </a:lnTo>
                  <a:lnTo>
                    <a:pt x="2189" y="1061"/>
                  </a:lnTo>
                  <a:lnTo>
                    <a:pt x="2174" y="1044"/>
                  </a:lnTo>
                  <a:lnTo>
                    <a:pt x="2168" y="1024"/>
                  </a:lnTo>
                  <a:lnTo>
                    <a:pt x="2170" y="1010"/>
                  </a:lnTo>
                  <a:lnTo>
                    <a:pt x="2178" y="1002"/>
                  </a:lnTo>
                  <a:lnTo>
                    <a:pt x="2185" y="992"/>
                  </a:lnTo>
                  <a:lnTo>
                    <a:pt x="2193" y="982"/>
                  </a:lnTo>
                  <a:lnTo>
                    <a:pt x="2197" y="965"/>
                  </a:lnTo>
                  <a:lnTo>
                    <a:pt x="2199" y="935"/>
                  </a:lnTo>
                  <a:lnTo>
                    <a:pt x="2201" y="902"/>
                  </a:lnTo>
                  <a:lnTo>
                    <a:pt x="2207" y="868"/>
                  </a:lnTo>
                  <a:lnTo>
                    <a:pt x="2217" y="839"/>
                  </a:lnTo>
                  <a:lnTo>
                    <a:pt x="2229" y="811"/>
                  </a:lnTo>
                  <a:lnTo>
                    <a:pt x="2239" y="782"/>
                  </a:lnTo>
                  <a:lnTo>
                    <a:pt x="2248" y="754"/>
                  </a:lnTo>
                  <a:lnTo>
                    <a:pt x="2254" y="735"/>
                  </a:lnTo>
                  <a:lnTo>
                    <a:pt x="2262" y="721"/>
                  </a:lnTo>
                  <a:lnTo>
                    <a:pt x="2276" y="713"/>
                  </a:lnTo>
                  <a:lnTo>
                    <a:pt x="2296" y="711"/>
                  </a:lnTo>
                  <a:lnTo>
                    <a:pt x="2317" y="713"/>
                  </a:lnTo>
                  <a:lnTo>
                    <a:pt x="2331" y="719"/>
                  </a:lnTo>
                  <a:lnTo>
                    <a:pt x="2349" y="725"/>
                  </a:lnTo>
                  <a:lnTo>
                    <a:pt x="2365" y="733"/>
                  </a:lnTo>
                  <a:lnTo>
                    <a:pt x="2380" y="736"/>
                  </a:lnTo>
                  <a:lnTo>
                    <a:pt x="2394" y="736"/>
                  </a:lnTo>
                  <a:lnTo>
                    <a:pt x="2406" y="729"/>
                  </a:lnTo>
                  <a:lnTo>
                    <a:pt x="2424" y="703"/>
                  </a:lnTo>
                  <a:lnTo>
                    <a:pt x="2443" y="675"/>
                  </a:lnTo>
                  <a:lnTo>
                    <a:pt x="2463" y="650"/>
                  </a:lnTo>
                  <a:lnTo>
                    <a:pt x="2477" y="640"/>
                  </a:lnTo>
                  <a:lnTo>
                    <a:pt x="2493" y="636"/>
                  </a:lnTo>
                  <a:lnTo>
                    <a:pt x="2506" y="634"/>
                  </a:lnTo>
                  <a:lnTo>
                    <a:pt x="2522" y="630"/>
                  </a:lnTo>
                  <a:lnTo>
                    <a:pt x="2534" y="622"/>
                  </a:lnTo>
                  <a:lnTo>
                    <a:pt x="2540" y="611"/>
                  </a:lnTo>
                  <a:lnTo>
                    <a:pt x="2542" y="595"/>
                  </a:lnTo>
                  <a:lnTo>
                    <a:pt x="2538" y="577"/>
                  </a:lnTo>
                  <a:lnTo>
                    <a:pt x="2534" y="561"/>
                  </a:lnTo>
                  <a:lnTo>
                    <a:pt x="2530" y="548"/>
                  </a:lnTo>
                  <a:lnTo>
                    <a:pt x="2532" y="534"/>
                  </a:lnTo>
                  <a:lnTo>
                    <a:pt x="2536" y="518"/>
                  </a:lnTo>
                  <a:lnTo>
                    <a:pt x="2542" y="498"/>
                  </a:lnTo>
                  <a:lnTo>
                    <a:pt x="2550" y="477"/>
                  </a:lnTo>
                  <a:lnTo>
                    <a:pt x="2556" y="459"/>
                  </a:lnTo>
                  <a:lnTo>
                    <a:pt x="2561" y="443"/>
                  </a:lnTo>
                  <a:lnTo>
                    <a:pt x="2567" y="416"/>
                  </a:lnTo>
                  <a:lnTo>
                    <a:pt x="2571" y="386"/>
                  </a:lnTo>
                  <a:lnTo>
                    <a:pt x="2579" y="355"/>
                  </a:lnTo>
                  <a:lnTo>
                    <a:pt x="2585" y="337"/>
                  </a:lnTo>
                  <a:lnTo>
                    <a:pt x="2589" y="327"/>
                  </a:lnTo>
                  <a:lnTo>
                    <a:pt x="2595" y="317"/>
                  </a:lnTo>
                  <a:lnTo>
                    <a:pt x="2603" y="305"/>
                  </a:lnTo>
                  <a:lnTo>
                    <a:pt x="2615" y="294"/>
                  </a:lnTo>
                  <a:lnTo>
                    <a:pt x="2626" y="276"/>
                  </a:lnTo>
                  <a:lnTo>
                    <a:pt x="2632" y="260"/>
                  </a:lnTo>
                  <a:lnTo>
                    <a:pt x="2634" y="246"/>
                  </a:lnTo>
                  <a:lnTo>
                    <a:pt x="2634" y="231"/>
                  </a:lnTo>
                  <a:lnTo>
                    <a:pt x="2632" y="209"/>
                  </a:lnTo>
                  <a:lnTo>
                    <a:pt x="2632" y="185"/>
                  </a:lnTo>
                  <a:lnTo>
                    <a:pt x="2628" y="164"/>
                  </a:lnTo>
                  <a:lnTo>
                    <a:pt x="2622" y="150"/>
                  </a:lnTo>
                  <a:lnTo>
                    <a:pt x="2615" y="146"/>
                  </a:lnTo>
                  <a:lnTo>
                    <a:pt x="2605" y="148"/>
                  </a:lnTo>
                  <a:lnTo>
                    <a:pt x="2593" y="152"/>
                  </a:lnTo>
                  <a:lnTo>
                    <a:pt x="2581" y="156"/>
                  </a:lnTo>
                  <a:lnTo>
                    <a:pt x="2567" y="158"/>
                  </a:lnTo>
                  <a:lnTo>
                    <a:pt x="2556" y="156"/>
                  </a:lnTo>
                  <a:lnTo>
                    <a:pt x="2548" y="148"/>
                  </a:lnTo>
                  <a:lnTo>
                    <a:pt x="2546" y="136"/>
                  </a:lnTo>
                  <a:lnTo>
                    <a:pt x="2548" y="124"/>
                  </a:lnTo>
                  <a:lnTo>
                    <a:pt x="2550" y="116"/>
                  </a:lnTo>
                  <a:lnTo>
                    <a:pt x="2552" y="115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8" name="Freeform 107"/>
            <p:cNvSpPr/>
            <p:nvPr/>
          </p:nvSpPr>
          <p:spPr bwMode="gray">
            <a:xfrm>
              <a:off x="2017" y="1899"/>
              <a:ext cx="1007" cy="870"/>
            </a:xfrm>
            <a:custGeom>
              <a:avLst/>
              <a:gdLst>
                <a:gd name="T0" fmla="*/ 92 w 2014"/>
                <a:gd name="T1" fmla="*/ 13 h 1739"/>
                <a:gd name="T2" fmla="*/ 66 w 2014"/>
                <a:gd name="T3" fmla="*/ 38 h 1739"/>
                <a:gd name="T4" fmla="*/ 0 w 2014"/>
                <a:gd name="T5" fmla="*/ 77 h 1739"/>
                <a:gd name="T6" fmla="*/ 45 w 2014"/>
                <a:gd name="T7" fmla="*/ 154 h 1739"/>
                <a:gd name="T8" fmla="*/ 90 w 2014"/>
                <a:gd name="T9" fmla="*/ 171 h 1739"/>
                <a:gd name="T10" fmla="*/ 140 w 2014"/>
                <a:gd name="T11" fmla="*/ 160 h 1739"/>
                <a:gd name="T12" fmla="*/ 188 w 2014"/>
                <a:gd name="T13" fmla="*/ 177 h 1739"/>
                <a:gd name="T14" fmla="*/ 215 w 2014"/>
                <a:gd name="T15" fmla="*/ 193 h 1739"/>
                <a:gd name="T16" fmla="*/ 258 w 2014"/>
                <a:gd name="T17" fmla="*/ 220 h 1739"/>
                <a:gd name="T18" fmla="*/ 284 w 2014"/>
                <a:gd name="T19" fmla="*/ 237 h 1739"/>
                <a:gd name="T20" fmla="*/ 301 w 2014"/>
                <a:gd name="T21" fmla="*/ 275 h 1739"/>
                <a:gd name="T22" fmla="*/ 283 w 2014"/>
                <a:gd name="T23" fmla="*/ 318 h 1739"/>
                <a:gd name="T24" fmla="*/ 270 w 2014"/>
                <a:gd name="T25" fmla="*/ 341 h 1739"/>
                <a:gd name="T26" fmla="*/ 249 w 2014"/>
                <a:gd name="T27" fmla="*/ 367 h 1739"/>
                <a:gd name="T28" fmla="*/ 239 w 2014"/>
                <a:gd name="T29" fmla="*/ 374 h 1739"/>
                <a:gd name="T30" fmla="*/ 281 w 2014"/>
                <a:gd name="T31" fmla="*/ 390 h 1739"/>
                <a:gd name="T32" fmla="*/ 314 w 2014"/>
                <a:gd name="T33" fmla="*/ 373 h 1739"/>
                <a:gd name="T34" fmla="*/ 353 w 2014"/>
                <a:gd name="T35" fmla="*/ 403 h 1739"/>
                <a:gd name="T36" fmla="*/ 385 w 2014"/>
                <a:gd name="T37" fmla="*/ 435 h 1739"/>
                <a:gd name="T38" fmla="*/ 413 w 2014"/>
                <a:gd name="T39" fmla="*/ 401 h 1739"/>
                <a:gd name="T40" fmla="*/ 430 w 2014"/>
                <a:gd name="T41" fmla="*/ 377 h 1739"/>
                <a:gd name="T42" fmla="*/ 425 w 2014"/>
                <a:gd name="T43" fmla="*/ 349 h 1739"/>
                <a:gd name="T44" fmla="*/ 431 w 2014"/>
                <a:gd name="T45" fmla="*/ 341 h 1739"/>
                <a:gd name="T46" fmla="*/ 432 w 2014"/>
                <a:gd name="T47" fmla="*/ 335 h 1739"/>
                <a:gd name="T48" fmla="*/ 432 w 2014"/>
                <a:gd name="T49" fmla="*/ 327 h 1739"/>
                <a:gd name="T50" fmla="*/ 472 w 2014"/>
                <a:gd name="T51" fmla="*/ 329 h 1739"/>
                <a:gd name="T52" fmla="*/ 500 w 2014"/>
                <a:gd name="T53" fmla="*/ 302 h 1739"/>
                <a:gd name="T54" fmla="*/ 501 w 2014"/>
                <a:gd name="T55" fmla="*/ 267 h 1739"/>
                <a:gd name="T56" fmla="*/ 453 w 2014"/>
                <a:gd name="T57" fmla="*/ 241 h 1739"/>
                <a:gd name="T58" fmla="*/ 429 w 2014"/>
                <a:gd name="T59" fmla="*/ 256 h 1739"/>
                <a:gd name="T60" fmla="*/ 444 w 2014"/>
                <a:gd name="T61" fmla="*/ 290 h 1739"/>
                <a:gd name="T62" fmla="*/ 429 w 2014"/>
                <a:gd name="T63" fmla="*/ 315 h 1739"/>
                <a:gd name="T64" fmla="*/ 398 w 2014"/>
                <a:gd name="T65" fmla="*/ 302 h 1739"/>
                <a:gd name="T66" fmla="*/ 391 w 2014"/>
                <a:gd name="T67" fmla="*/ 276 h 1739"/>
                <a:gd name="T68" fmla="*/ 369 w 2014"/>
                <a:gd name="T69" fmla="*/ 243 h 1739"/>
                <a:gd name="T70" fmla="*/ 342 w 2014"/>
                <a:gd name="T71" fmla="*/ 228 h 1739"/>
                <a:gd name="T72" fmla="*/ 343 w 2014"/>
                <a:gd name="T73" fmla="*/ 183 h 1739"/>
                <a:gd name="T74" fmla="*/ 313 w 2014"/>
                <a:gd name="T75" fmla="*/ 148 h 1739"/>
                <a:gd name="T76" fmla="*/ 235 w 2014"/>
                <a:gd name="T77" fmla="*/ 161 h 1739"/>
                <a:gd name="T78" fmla="*/ 200 w 2014"/>
                <a:gd name="T79" fmla="*/ 128 h 1739"/>
                <a:gd name="T80" fmla="*/ 218 w 2014"/>
                <a:gd name="T81" fmla="*/ 91 h 1739"/>
                <a:gd name="T82" fmla="*/ 163 w 2014"/>
                <a:gd name="T83" fmla="*/ 100 h 1739"/>
                <a:gd name="T84" fmla="*/ 124 w 2014"/>
                <a:gd name="T85" fmla="*/ 52 h 1739"/>
                <a:gd name="T86" fmla="*/ 116 w 2014"/>
                <a:gd name="T87" fmla="*/ 3 h 173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14"/>
                <a:gd name="T133" fmla="*/ 0 h 1739"/>
                <a:gd name="T134" fmla="*/ 2014 w 2014"/>
                <a:gd name="T135" fmla="*/ 1739 h 173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14" h="1739">
                  <a:moveTo>
                    <a:pt x="463" y="9"/>
                  </a:moveTo>
                  <a:lnTo>
                    <a:pt x="398" y="0"/>
                  </a:lnTo>
                  <a:lnTo>
                    <a:pt x="365" y="51"/>
                  </a:lnTo>
                  <a:lnTo>
                    <a:pt x="374" y="92"/>
                  </a:lnTo>
                  <a:lnTo>
                    <a:pt x="347" y="122"/>
                  </a:lnTo>
                  <a:lnTo>
                    <a:pt x="264" y="149"/>
                  </a:lnTo>
                  <a:lnTo>
                    <a:pt x="160" y="181"/>
                  </a:lnTo>
                  <a:lnTo>
                    <a:pt x="81" y="259"/>
                  </a:lnTo>
                  <a:lnTo>
                    <a:pt x="0" y="307"/>
                  </a:lnTo>
                  <a:lnTo>
                    <a:pt x="32" y="570"/>
                  </a:lnTo>
                  <a:lnTo>
                    <a:pt x="115" y="578"/>
                  </a:lnTo>
                  <a:lnTo>
                    <a:pt x="180" y="614"/>
                  </a:lnTo>
                  <a:lnTo>
                    <a:pt x="237" y="625"/>
                  </a:lnTo>
                  <a:lnTo>
                    <a:pt x="298" y="684"/>
                  </a:lnTo>
                  <a:lnTo>
                    <a:pt x="357" y="681"/>
                  </a:lnTo>
                  <a:lnTo>
                    <a:pt x="432" y="637"/>
                  </a:lnTo>
                  <a:lnTo>
                    <a:pt x="504" y="641"/>
                  </a:lnTo>
                  <a:lnTo>
                    <a:pt x="559" y="637"/>
                  </a:lnTo>
                  <a:lnTo>
                    <a:pt x="601" y="612"/>
                  </a:lnTo>
                  <a:lnTo>
                    <a:pt x="674" y="651"/>
                  </a:lnTo>
                  <a:lnTo>
                    <a:pt x="752" y="708"/>
                  </a:lnTo>
                  <a:lnTo>
                    <a:pt x="813" y="669"/>
                  </a:lnTo>
                  <a:lnTo>
                    <a:pt x="829" y="708"/>
                  </a:lnTo>
                  <a:lnTo>
                    <a:pt x="859" y="771"/>
                  </a:lnTo>
                  <a:lnTo>
                    <a:pt x="945" y="807"/>
                  </a:lnTo>
                  <a:lnTo>
                    <a:pt x="998" y="877"/>
                  </a:lnTo>
                  <a:lnTo>
                    <a:pt x="1032" y="879"/>
                  </a:lnTo>
                  <a:lnTo>
                    <a:pt x="1059" y="854"/>
                  </a:lnTo>
                  <a:lnTo>
                    <a:pt x="1101" y="895"/>
                  </a:lnTo>
                  <a:lnTo>
                    <a:pt x="1136" y="946"/>
                  </a:lnTo>
                  <a:lnTo>
                    <a:pt x="1150" y="1015"/>
                  </a:lnTo>
                  <a:lnTo>
                    <a:pt x="1181" y="1051"/>
                  </a:lnTo>
                  <a:lnTo>
                    <a:pt x="1203" y="1100"/>
                  </a:lnTo>
                  <a:lnTo>
                    <a:pt x="1229" y="1129"/>
                  </a:lnTo>
                  <a:lnTo>
                    <a:pt x="1197" y="1234"/>
                  </a:lnTo>
                  <a:lnTo>
                    <a:pt x="1132" y="1271"/>
                  </a:lnTo>
                  <a:lnTo>
                    <a:pt x="1144" y="1326"/>
                  </a:lnTo>
                  <a:lnTo>
                    <a:pt x="1105" y="1358"/>
                  </a:lnTo>
                  <a:lnTo>
                    <a:pt x="1077" y="1362"/>
                  </a:lnTo>
                  <a:lnTo>
                    <a:pt x="1085" y="1448"/>
                  </a:lnTo>
                  <a:lnTo>
                    <a:pt x="1050" y="1478"/>
                  </a:lnTo>
                  <a:lnTo>
                    <a:pt x="996" y="1468"/>
                  </a:lnTo>
                  <a:lnTo>
                    <a:pt x="971" y="1425"/>
                  </a:lnTo>
                  <a:lnTo>
                    <a:pt x="943" y="1444"/>
                  </a:lnTo>
                  <a:lnTo>
                    <a:pt x="953" y="1495"/>
                  </a:lnTo>
                  <a:lnTo>
                    <a:pt x="1018" y="1503"/>
                  </a:lnTo>
                  <a:lnTo>
                    <a:pt x="1073" y="1547"/>
                  </a:lnTo>
                  <a:lnTo>
                    <a:pt x="1124" y="1558"/>
                  </a:lnTo>
                  <a:lnTo>
                    <a:pt x="1126" y="1507"/>
                  </a:lnTo>
                  <a:lnTo>
                    <a:pt x="1223" y="1472"/>
                  </a:lnTo>
                  <a:lnTo>
                    <a:pt x="1256" y="1489"/>
                  </a:lnTo>
                  <a:lnTo>
                    <a:pt x="1282" y="1560"/>
                  </a:lnTo>
                  <a:lnTo>
                    <a:pt x="1363" y="1633"/>
                  </a:lnTo>
                  <a:lnTo>
                    <a:pt x="1410" y="1610"/>
                  </a:lnTo>
                  <a:lnTo>
                    <a:pt x="1437" y="1688"/>
                  </a:lnTo>
                  <a:lnTo>
                    <a:pt x="1493" y="1732"/>
                  </a:lnTo>
                  <a:lnTo>
                    <a:pt x="1540" y="1739"/>
                  </a:lnTo>
                  <a:lnTo>
                    <a:pt x="1587" y="1688"/>
                  </a:lnTo>
                  <a:lnTo>
                    <a:pt x="1654" y="1651"/>
                  </a:lnTo>
                  <a:lnTo>
                    <a:pt x="1650" y="1602"/>
                  </a:lnTo>
                  <a:lnTo>
                    <a:pt x="1634" y="1580"/>
                  </a:lnTo>
                  <a:lnTo>
                    <a:pt x="1731" y="1566"/>
                  </a:lnTo>
                  <a:lnTo>
                    <a:pt x="1719" y="1507"/>
                  </a:lnTo>
                  <a:lnTo>
                    <a:pt x="1744" y="1430"/>
                  </a:lnTo>
                  <a:lnTo>
                    <a:pt x="1697" y="1399"/>
                  </a:lnTo>
                  <a:lnTo>
                    <a:pt x="1699" y="1395"/>
                  </a:lnTo>
                  <a:lnTo>
                    <a:pt x="1707" y="1385"/>
                  </a:lnTo>
                  <a:lnTo>
                    <a:pt x="1715" y="1373"/>
                  </a:lnTo>
                  <a:lnTo>
                    <a:pt x="1723" y="1363"/>
                  </a:lnTo>
                  <a:lnTo>
                    <a:pt x="1727" y="1360"/>
                  </a:lnTo>
                  <a:lnTo>
                    <a:pt x="1727" y="1354"/>
                  </a:lnTo>
                  <a:lnTo>
                    <a:pt x="1725" y="1340"/>
                  </a:lnTo>
                  <a:lnTo>
                    <a:pt x="1725" y="1324"/>
                  </a:lnTo>
                  <a:lnTo>
                    <a:pt x="1725" y="1312"/>
                  </a:lnTo>
                  <a:lnTo>
                    <a:pt x="1725" y="1306"/>
                  </a:lnTo>
                  <a:lnTo>
                    <a:pt x="1788" y="1302"/>
                  </a:lnTo>
                  <a:lnTo>
                    <a:pt x="1835" y="1328"/>
                  </a:lnTo>
                  <a:lnTo>
                    <a:pt x="1888" y="1316"/>
                  </a:lnTo>
                  <a:lnTo>
                    <a:pt x="1888" y="1267"/>
                  </a:lnTo>
                  <a:lnTo>
                    <a:pt x="1996" y="1259"/>
                  </a:lnTo>
                  <a:lnTo>
                    <a:pt x="2000" y="1206"/>
                  </a:lnTo>
                  <a:lnTo>
                    <a:pt x="1989" y="1155"/>
                  </a:lnTo>
                  <a:lnTo>
                    <a:pt x="2014" y="1112"/>
                  </a:lnTo>
                  <a:lnTo>
                    <a:pt x="2002" y="1068"/>
                  </a:lnTo>
                  <a:lnTo>
                    <a:pt x="1882" y="1015"/>
                  </a:lnTo>
                  <a:lnTo>
                    <a:pt x="1811" y="993"/>
                  </a:lnTo>
                  <a:lnTo>
                    <a:pt x="1809" y="962"/>
                  </a:lnTo>
                  <a:lnTo>
                    <a:pt x="1758" y="960"/>
                  </a:lnTo>
                  <a:lnTo>
                    <a:pt x="1727" y="944"/>
                  </a:lnTo>
                  <a:lnTo>
                    <a:pt x="1713" y="1023"/>
                  </a:lnTo>
                  <a:lnTo>
                    <a:pt x="1701" y="1102"/>
                  </a:lnTo>
                  <a:lnTo>
                    <a:pt x="1754" y="1121"/>
                  </a:lnTo>
                  <a:lnTo>
                    <a:pt x="1774" y="1157"/>
                  </a:lnTo>
                  <a:lnTo>
                    <a:pt x="1756" y="1198"/>
                  </a:lnTo>
                  <a:lnTo>
                    <a:pt x="1717" y="1214"/>
                  </a:lnTo>
                  <a:lnTo>
                    <a:pt x="1713" y="1259"/>
                  </a:lnTo>
                  <a:lnTo>
                    <a:pt x="1678" y="1271"/>
                  </a:lnTo>
                  <a:lnTo>
                    <a:pt x="1613" y="1241"/>
                  </a:lnTo>
                  <a:lnTo>
                    <a:pt x="1589" y="1206"/>
                  </a:lnTo>
                  <a:lnTo>
                    <a:pt x="1546" y="1190"/>
                  </a:lnTo>
                  <a:lnTo>
                    <a:pt x="1546" y="1145"/>
                  </a:lnTo>
                  <a:lnTo>
                    <a:pt x="1563" y="1104"/>
                  </a:lnTo>
                  <a:lnTo>
                    <a:pt x="1524" y="1047"/>
                  </a:lnTo>
                  <a:lnTo>
                    <a:pt x="1528" y="1011"/>
                  </a:lnTo>
                  <a:lnTo>
                    <a:pt x="1475" y="970"/>
                  </a:lnTo>
                  <a:lnTo>
                    <a:pt x="1447" y="932"/>
                  </a:lnTo>
                  <a:lnTo>
                    <a:pt x="1437" y="915"/>
                  </a:lnTo>
                  <a:lnTo>
                    <a:pt x="1365" y="911"/>
                  </a:lnTo>
                  <a:lnTo>
                    <a:pt x="1306" y="856"/>
                  </a:lnTo>
                  <a:lnTo>
                    <a:pt x="1313" y="767"/>
                  </a:lnTo>
                  <a:lnTo>
                    <a:pt x="1370" y="732"/>
                  </a:lnTo>
                  <a:lnTo>
                    <a:pt x="1370" y="627"/>
                  </a:lnTo>
                  <a:lnTo>
                    <a:pt x="1325" y="588"/>
                  </a:lnTo>
                  <a:lnTo>
                    <a:pt x="1250" y="592"/>
                  </a:lnTo>
                  <a:lnTo>
                    <a:pt x="1154" y="684"/>
                  </a:lnTo>
                  <a:lnTo>
                    <a:pt x="1020" y="684"/>
                  </a:lnTo>
                  <a:lnTo>
                    <a:pt x="937" y="641"/>
                  </a:lnTo>
                  <a:lnTo>
                    <a:pt x="941" y="580"/>
                  </a:lnTo>
                  <a:lnTo>
                    <a:pt x="874" y="576"/>
                  </a:lnTo>
                  <a:lnTo>
                    <a:pt x="798" y="509"/>
                  </a:lnTo>
                  <a:lnTo>
                    <a:pt x="847" y="440"/>
                  </a:lnTo>
                  <a:lnTo>
                    <a:pt x="892" y="425"/>
                  </a:lnTo>
                  <a:lnTo>
                    <a:pt x="872" y="362"/>
                  </a:lnTo>
                  <a:lnTo>
                    <a:pt x="792" y="334"/>
                  </a:lnTo>
                  <a:lnTo>
                    <a:pt x="699" y="344"/>
                  </a:lnTo>
                  <a:lnTo>
                    <a:pt x="652" y="399"/>
                  </a:lnTo>
                  <a:lnTo>
                    <a:pt x="607" y="393"/>
                  </a:lnTo>
                  <a:lnTo>
                    <a:pt x="530" y="303"/>
                  </a:lnTo>
                  <a:lnTo>
                    <a:pt x="496" y="208"/>
                  </a:lnTo>
                  <a:lnTo>
                    <a:pt x="514" y="149"/>
                  </a:lnTo>
                  <a:lnTo>
                    <a:pt x="506" y="25"/>
                  </a:lnTo>
                  <a:lnTo>
                    <a:pt x="463" y="9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69" name="Freeform 108"/>
            <p:cNvSpPr/>
            <p:nvPr/>
          </p:nvSpPr>
          <p:spPr bwMode="gray">
            <a:xfrm>
              <a:off x="2017" y="1899"/>
              <a:ext cx="1007" cy="870"/>
            </a:xfrm>
            <a:custGeom>
              <a:avLst/>
              <a:gdLst>
                <a:gd name="T0" fmla="*/ 92 w 2014"/>
                <a:gd name="T1" fmla="*/ 13 h 1739"/>
                <a:gd name="T2" fmla="*/ 66 w 2014"/>
                <a:gd name="T3" fmla="*/ 38 h 1739"/>
                <a:gd name="T4" fmla="*/ 0 w 2014"/>
                <a:gd name="T5" fmla="*/ 77 h 1739"/>
                <a:gd name="T6" fmla="*/ 45 w 2014"/>
                <a:gd name="T7" fmla="*/ 154 h 1739"/>
                <a:gd name="T8" fmla="*/ 90 w 2014"/>
                <a:gd name="T9" fmla="*/ 171 h 1739"/>
                <a:gd name="T10" fmla="*/ 140 w 2014"/>
                <a:gd name="T11" fmla="*/ 160 h 1739"/>
                <a:gd name="T12" fmla="*/ 188 w 2014"/>
                <a:gd name="T13" fmla="*/ 177 h 1739"/>
                <a:gd name="T14" fmla="*/ 215 w 2014"/>
                <a:gd name="T15" fmla="*/ 193 h 1739"/>
                <a:gd name="T16" fmla="*/ 258 w 2014"/>
                <a:gd name="T17" fmla="*/ 220 h 1739"/>
                <a:gd name="T18" fmla="*/ 284 w 2014"/>
                <a:gd name="T19" fmla="*/ 237 h 1739"/>
                <a:gd name="T20" fmla="*/ 301 w 2014"/>
                <a:gd name="T21" fmla="*/ 275 h 1739"/>
                <a:gd name="T22" fmla="*/ 283 w 2014"/>
                <a:gd name="T23" fmla="*/ 318 h 1739"/>
                <a:gd name="T24" fmla="*/ 270 w 2014"/>
                <a:gd name="T25" fmla="*/ 341 h 1739"/>
                <a:gd name="T26" fmla="*/ 249 w 2014"/>
                <a:gd name="T27" fmla="*/ 367 h 1739"/>
                <a:gd name="T28" fmla="*/ 239 w 2014"/>
                <a:gd name="T29" fmla="*/ 374 h 1739"/>
                <a:gd name="T30" fmla="*/ 281 w 2014"/>
                <a:gd name="T31" fmla="*/ 390 h 1739"/>
                <a:gd name="T32" fmla="*/ 314 w 2014"/>
                <a:gd name="T33" fmla="*/ 373 h 1739"/>
                <a:gd name="T34" fmla="*/ 353 w 2014"/>
                <a:gd name="T35" fmla="*/ 403 h 1739"/>
                <a:gd name="T36" fmla="*/ 385 w 2014"/>
                <a:gd name="T37" fmla="*/ 435 h 1739"/>
                <a:gd name="T38" fmla="*/ 413 w 2014"/>
                <a:gd name="T39" fmla="*/ 401 h 1739"/>
                <a:gd name="T40" fmla="*/ 430 w 2014"/>
                <a:gd name="T41" fmla="*/ 377 h 1739"/>
                <a:gd name="T42" fmla="*/ 425 w 2014"/>
                <a:gd name="T43" fmla="*/ 349 h 1739"/>
                <a:gd name="T44" fmla="*/ 431 w 2014"/>
                <a:gd name="T45" fmla="*/ 341 h 1739"/>
                <a:gd name="T46" fmla="*/ 432 w 2014"/>
                <a:gd name="T47" fmla="*/ 335 h 1739"/>
                <a:gd name="T48" fmla="*/ 432 w 2014"/>
                <a:gd name="T49" fmla="*/ 327 h 1739"/>
                <a:gd name="T50" fmla="*/ 472 w 2014"/>
                <a:gd name="T51" fmla="*/ 329 h 1739"/>
                <a:gd name="T52" fmla="*/ 500 w 2014"/>
                <a:gd name="T53" fmla="*/ 302 h 1739"/>
                <a:gd name="T54" fmla="*/ 501 w 2014"/>
                <a:gd name="T55" fmla="*/ 267 h 1739"/>
                <a:gd name="T56" fmla="*/ 453 w 2014"/>
                <a:gd name="T57" fmla="*/ 241 h 1739"/>
                <a:gd name="T58" fmla="*/ 429 w 2014"/>
                <a:gd name="T59" fmla="*/ 256 h 1739"/>
                <a:gd name="T60" fmla="*/ 444 w 2014"/>
                <a:gd name="T61" fmla="*/ 290 h 1739"/>
                <a:gd name="T62" fmla="*/ 429 w 2014"/>
                <a:gd name="T63" fmla="*/ 315 h 1739"/>
                <a:gd name="T64" fmla="*/ 398 w 2014"/>
                <a:gd name="T65" fmla="*/ 302 h 1739"/>
                <a:gd name="T66" fmla="*/ 391 w 2014"/>
                <a:gd name="T67" fmla="*/ 276 h 1739"/>
                <a:gd name="T68" fmla="*/ 369 w 2014"/>
                <a:gd name="T69" fmla="*/ 243 h 1739"/>
                <a:gd name="T70" fmla="*/ 342 w 2014"/>
                <a:gd name="T71" fmla="*/ 228 h 1739"/>
                <a:gd name="T72" fmla="*/ 343 w 2014"/>
                <a:gd name="T73" fmla="*/ 183 h 1739"/>
                <a:gd name="T74" fmla="*/ 313 w 2014"/>
                <a:gd name="T75" fmla="*/ 148 h 1739"/>
                <a:gd name="T76" fmla="*/ 235 w 2014"/>
                <a:gd name="T77" fmla="*/ 161 h 1739"/>
                <a:gd name="T78" fmla="*/ 200 w 2014"/>
                <a:gd name="T79" fmla="*/ 128 h 1739"/>
                <a:gd name="T80" fmla="*/ 218 w 2014"/>
                <a:gd name="T81" fmla="*/ 91 h 1739"/>
                <a:gd name="T82" fmla="*/ 163 w 2014"/>
                <a:gd name="T83" fmla="*/ 100 h 1739"/>
                <a:gd name="T84" fmla="*/ 124 w 2014"/>
                <a:gd name="T85" fmla="*/ 52 h 1739"/>
                <a:gd name="T86" fmla="*/ 116 w 2014"/>
                <a:gd name="T87" fmla="*/ 3 h 173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14"/>
                <a:gd name="T133" fmla="*/ 0 h 1739"/>
                <a:gd name="T134" fmla="*/ 2014 w 2014"/>
                <a:gd name="T135" fmla="*/ 1739 h 173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14" h="1739">
                  <a:moveTo>
                    <a:pt x="463" y="9"/>
                  </a:moveTo>
                  <a:lnTo>
                    <a:pt x="398" y="0"/>
                  </a:lnTo>
                  <a:lnTo>
                    <a:pt x="365" y="51"/>
                  </a:lnTo>
                  <a:lnTo>
                    <a:pt x="374" y="92"/>
                  </a:lnTo>
                  <a:lnTo>
                    <a:pt x="347" y="122"/>
                  </a:lnTo>
                  <a:lnTo>
                    <a:pt x="264" y="149"/>
                  </a:lnTo>
                  <a:lnTo>
                    <a:pt x="160" y="181"/>
                  </a:lnTo>
                  <a:lnTo>
                    <a:pt x="81" y="259"/>
                  </a:lnTo>
                  <a:lnTo>
                    <a:pt x="0" y="307"/>
                  </a:lnTo>
                  <a:lnTo>
                    <a:pt x="32" y="570"/>
                  </a:lnTo>
                  <a:lnTo>
                    <a:pt x="115" y="578"/>
                  </a:lnTo>
                  <a:lnTo>
                    <a:pt x="180" y="614"/>
                  </a:lnTo>
                  <a:lnTo>
                    <a:pt x="237" y="625"/>
                  </a:lnTo>
                  <a:lnTo>
                    <a:pt x="298" y="684"/>
                  </a:lnTo>
                  <a:lnTo>
                    <a:pt x="357" y="681"/>
                  </a:lnTo>
                  <a:lnTo>
                    <a:pt x="432" y="637"/>
                  </a:lnTo>
                  <a:lnTo>
                    <a:pt x="504" y="641"/>
                  </a:lnTo>
                  <a:lnTo>
                    <a:pt x="559" y="637"/>
                  </a:lnTo>
                  <a:lnTo>
                    <a:pt x="601" y="612"/>
                  </a:lnTo>
                  <a:lnTo>
                    <a:pt x="674" y="651"/>
                  </a:lnTo>
                  <a:lnTo>
                    <a:pt x="752" y="708"/>
                  </a:lnTo>
                  <a:lnTo>
                    <a:pt x="813" y="669"/>
                  </a:lnTo>
                  <a:lnTo>
                    <a:pt x="829" y="708"/>
                  </a:lnTo>
                  <a:lnTo>
                    <a:pt x="859" y="771"/>
                  </a:lnTo>
                  <a:lnTo>
                    <a:pt x="945" y="807"/>
                  </a:lnTo>
                  <a:lnTo>
                    <a:pt x="998" y="877"/>
                  </a:lnTo>
                  <a:lnTo>
                    <a:pt x="1032" y="879"/>
                  </a:lnTo>
                  <a:lnTo>
                    <a:pt x="1059" y="854"/>
                  </a:lnTo>
                  <a:lnTo>
                    <a:pt x="1101" y="895"/>
                  </a:lnTo>
                  <a:lnTo>
                    <a:pt x="1136" y="946"/>
                  </a:lnTo>
                  <a:lnTo>
                    <a:pt x="1150" y="1015"/>
                  </a:lnTo>
                  <a:lnTo>
                    <a:pt x="1181" y="1051"/>
                  </a:lnTo>
                  <a:lnTo>
                    <a:pt x="1203" y="1100"/>
                  </a:lnTo>
                  <a:lnTo>
                    <a:pt x="1229" y="1129"/>
                  </a:lnTo>
                  <a:lnTo>
                    <a:pt x="1197" y="1234"/>
                  </a:lnTo>
                  <a:lnTo>
                    <a:pt x="1132" y="1271"/>
                  </a:lnTo>
                  <a:lnTo>
                    <a:pt x="1144" y="1326"/>
                  </a:lnTo>
                  <a:lnTo>
                    <a:pt x="1105" y="1358"/>
                  </a:lnTo>
                  <a:lnTo>
                    <a:pt x="1077" y="1362"/>
                  </a:lnTo>
                  <a:lnTo>
                    <a:pt x="1085" y="1448"/>
                  </a:lnTo>
                  <a:lnTo>
                    <a:pt x="1050" y="1478"/>
                  </a:lnTo>
                  <a:lnTo>
                    <a:pt x="996" y="1468"/>
                  </a:lnTo>
                  <a:lnTo>
                    <a:pt x="971" y="1425"/>
                  </a:lnTo>
                  <a:lnTo>
                    <a:pt x="943" y="1444"/>
                  </a:lnTo>
                  <a:lnTo>
                    <a:pt x="953" y="1495"/>
                  </a:lnTo>
                  <a:lnTo>
                    <a:pt x="1018" y="1503"/>
                  </a:lnTo>
                  <a:lnTo>
                    <a:pt x="1073" y="1547"/>
                  </a:lnTo>
                  <a:lnTo>
                    <a:pt x="1124" y="1558"/>
                  </a:lnTo>
                  <a:lnTo>
                    <a:pt x="1126" y="1507"/>
                  </a:lnTo>
                  <a:lnTo>
                    <a:pt x="1223" y="1472"/>
                  </a:lnTo>
                  <a:lnTo>
                    <a:pt x="1256" y="1489"/>
                  </a:lnTo>
                  <a:lnTo>
                    <a:pt x="1282" y="1560"/>
                  </a:lnTo>
                  <a:lnTo>
                    <a:pt x="1363" y="1633"/>
                  </a:lnTo>
                  <a:lnTo>
                    <a:pt x="1410" y="1610"/>
                  </a:lnTo>
                  <a:lnTo>
                    <a:pt x="1437" y="1688"/>
                  </a:lnTo>
                  <a:lnTo>
                    <a:pt x="1493" y="1732"/>
                  </a:lnTo>
                  <a:lnTo>
                    <a:pt x="1540" y="1739"/>
                  </a:lnTo>
                  <a:lnTo>
                    <a:pt x="1587" y="1688"/>
                  </a:lnTo>
                  <a:lnTo>
                    <a:pt x="1654" y="1651"/>
                  </a:lnTo>
                  <a:lnTo>
                    <a:pt x="1650" y="1602"/>
                  </a:lnTo>
                  <a:lnTo>
                    <a:pt x="1634" y="1580"/>
                  </a:lnTo>
                  <a:lnTo>
                    <a:pt x="1731" y="1566"/>
                  </a:lnTo>
                  <a:lnTo>
                    <a:pt x="1719" y="1507"/>
                  </a:lnTo>
                  <a:lnTo>
                    <a:pt x="1744" y="1430"/>
                  </a:lnTo>
                  <a:lnTo>
                    <a:pt x="1697" y="1399"/>
                  </a:lnTo>
                  <a:lnTo>
                    <a:pt x="1699" y="1395"/>
                  </a:lnTo>
                  <a:lnTo>
                    <a:pt x="1707" y="1385"/>
                  </a:lnTo>
                  <a:lnTo>
                    <a:pt x="1715" y="1373"/>
                  </a:lnTo>
                  <a:lnTo>
                    <a:pt x="1723" y="1363"/>
                  </a:lnTo>
                  <a:lnTo>
                    <a:pt x="1727" y="1360"/>
                  </a:lnTo>
                  <a:lnTo>
                    <a:pt x="1727" y="1354"/>
                  </a:lnTo>
                  <a:lnTo>
                    <a:pt x="1725" y="1340"/>
                  </a:lnTo>
                  <a:lnTo>
                    <a:pt x="1725" y="1324"/>
                  </a:lnTo>
                  <a:lnTo>
                    <a:pt x="1725" y="1312"/>
                  </a:lnTo>
                  <a:lnTo>
                    <a:pt x="1725" y="1306"/>
                  </a:lnTo>
                  <a:lnTo>
                    <a:pt x="1788" y="1302"/>
                  </a:lnTo>
                  <a:lnTo>
                    <a:pt x="1835" y="1328"/>
                  </a:lnTo>
                  <a:lnTo>
                    <a:pt x="1888" y="1316"/>
                  </a:lnTo>
                  <a:lnTo>
                    <a:pt x="1888" y="1267"/>
                  </a:lnTo>
                  <a:lnTo>
                    <a:pt x="1996" y="1259"/>
                  </a:lnTo>
                  <a:lnTo>
                    <a:pt x="2000" y="1206"/>
                  </a:lnTo>
                  <a:lnTo>
                    <a:pt x="1989" y="1155"/>
                  </a:lnTo>
                  <a:lnTo>
                    <a:pt x="2014" y="1112"/>
                  </a:lnTo>
                  <a:lnTo>
                    <a:pt x="2002" y="1068"/>
                  </a:lnTo>
                  <a:lnTo>
                    <a:pt x="1882" y="1015"/>
                  </a:lnTo>
                  <a:lnTo>
                    <a:pt x="1811" y="993"/>
                  </a:lnTo>
                  <a:lnTo>
                    <a:pt x="1809" y="962"/>
                  </a:lnTo>
                  <a:lnTo>
                    <a:pt x="1758" y="960"/>
                  </a:lnTo>
                  <a:lnTo>
                    <a:pt x="1727" y="944"/>
                  </a:lnTo>
                  <a:lnTo>
                    <a:pt x="1713" y="1023"/>
                  </a:lnTo>
                  <a:lnTo>
                    <a:pt x="1701" y="1102"/>
                  </a:lnTo>
                  <a:lnTo>
                    <a:pt x="1754" y="1121"/>
                  </a:lnTo>
                  <a:lnTo>
                    <a:pt x="1774" y="1157"/>
                  </a:lnTo>
                  <a:lnTo>
                    <a:pt x="1756" y="1198"/>
                  </a:lnTo>
                  <a:lnTo>
                    <a:pt x="1717" y="1214"/>
                  </a:lnTo>
                  <a:lnTo>
                    <a:pt x="1713" y="1259"/>
                  </a:lnTo>
                  <a:lnTo>
                    <a:pt x="1678" y="1271"/>
                  </a:lnTo>
                  <a:lnTo>
                    <a:pt x="1613" y="1241"/>
                  </a:lnTo>
                  <a:lnTo>
                    <a:pt x="1589" y="1206"/>
                  </a:lnTo>
                  <a:lnTo>
                    <a:pt x="1546" y="1190"/>
                  </a:lnTo>
                  <a:lnTo>
                    <a:pt x="1546" y="1145"/>
                  </a:lnTo>
                  <a:lnTo>
                    <a:pt x="1563" y="1104"/>
                  </a:lnTo>
                  <a:lnTo>
                    <a:pt x="1524" y="1047"/>
                  </a:lnTo>
                  <a:lnTo>
                    <a:pt x="1528" y="1011"/>
                  </a:lnTo>
                  <a:lnTo>
                    <a:pt x="1475" y="970"/>
                  </a:lnTo>
                  <a:lnTo>
                    <a:pt x="1447" y="932"/>
                  </a:lnTo>
                  <a:lnTo>
                    <a:pt x="1437" y="915"/>
                  </a:lnTo>
                  <a:lnTo>
                    <a:pt x="1365" y="911"/>
                  </a:lnTo>
                  <a:lnTo>
                    <a:pt x="1306" y="856"/>
                  </a:lnTo>
                  <a:lnTo>
                    <a:pt x="1313" y="767"/>
                  </a:lnTo>
                  <a:lnTo>
                    <a:pt x="1370" y="732"/>
                  </a:lnTo>
                  <a:lnTo>
                    <a:pt x="1370" y="627"/>
                  </a:lnTo>
                  <a:lnTo>
                    <a:pt x="1325" y="588"/>
                  </a:lnTo>
                  <a:lnTo>
                    <a:pt x="1250" y="592"/>
                  </a:lnTo>
                  <a:lnTo>
                    <a:pt x="1154" y="684"/>
                  </a:lnTo>
                  <a:lnTo>
                    <a:pt x="1020" y="684"/>
                  </a:lnTo>
                  <a:lnTo>
                    <a:pt x="937" y="641"/>
                  </a:lnTo>
                  <a:lnTo>
                    <a:pt x="941" y="580"/>
                  </a:lnTo>
                  <a:lnTo>
                    <a:pt x="874" y="576"/>
                  </a:lnTo>
                  <a:lnTo>
                    <a:pt x="798" y="509"/>
                  </a:lnTo>
                  <a:lnTo>
                    <a:pt x="847" y="440"/>
                  </a:lnTo>
                  <a:lnTo>
                    <a:pt x="892" y="425"/>
                  </a:lnTo>
                  <a:lnTo>
                    <a:pt x="872" y="362"/>
                  </a:lnTo>
                  <a:lnTo>
                    <a:pt x="792" y="334"/>
                  </a:lnTo>
                  <a:lnTo>
                    <a:pt x="699" y="344"/>
                  </a:lnTo>
                  <a:lnTo>
                    <a:pt x="652" y="399"/>
                  </a:lnTo>
                  <a:lnTo>
                    <a:pt x="607" y="393"/>
                  </a:lnTo>
                  <a:lnTo>
                    <a:pt x="530" y="303"/>
                  </a:lnTo>
                  <a:lnTo>
                    <a:pt x="496" y="208"/>
                  </a:lnTo>
                  <a:lnTo>
                    <a:pt x="514" y="149"/>
                  </a:lnTo>
                  <a:lnTo>
                    <a:pt x="506" y="25"/>
                  </a:lnTo>
                  <a:lnTo>
                    <a:pt x="463" y="9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0" name="Freeform 109"/>
            <p:cNvSpPr/>
            <p:nvPr/>
          </p:nvSpPr>
          <p:spPr bwMode="gray">
            <a:xfrm>
              <a:off x="1694" y="2177"/>
              <a:ext cx="936" cy="666"/>
            </a:xfrm>
            <a:custGeom>
              <a:avLst/>
              <a:gdLst>
                <a:gd name="T0" fmla="*/ 445 w 1872"/>
                <a:gd name="T1" fmla="*/ 276 h 1330"/>
                <a:gd name="T2" fmla="*/ 426 w 1872"/>
                <a:gd name="T3" fmla="*/ 279 h 1330"/>
                <a:gd name="T4" fmla="*/ 397 w 1872"/>
                <a:gd name="T5" fmla="*/ 279 h 1330"/>
                <a:gd name="T6" fmla="*/ 381 w 1872"/>
                <a:gd name="T7" fmla="*/ 296 h 1330"/>
                <a:gd name="T8" fmla="*/ 343 w 1872"/>
                <a:gd name="T9" fmla="*/ 274 h 1330"/>
                <a:gd name="T10" fmla="*/ 308 w 1872"/>
                <a:gd name="T11" fmla="*/ 269 h 1330"/>
                <a:gd name="T12" fmla="*/ 275 w 1872"/>
                <a:gd name="T13" fmla="*/ 273 h 1330"/>
                <a:gd name="T14" fmla="*/ 262 w 1872"/>
                <a:gd name="T15" fmla="*/ 288 h 1330"/>
                <a:gd name="T16" fmla="*/ 260 w 1872"/>
                <a:gd name="T17" fmla="*/ 309 h 1330"/>
                <a:gd name="T18" fmla="*/ 225 w 1872"/>
                <a:gd name="T19" fmla="*/ 329 h 1330"/>
                <a:gd name="T20" fmla="*/ 204 w 1872"/>
                <a:gd name="T21" fmla="*/ 313 h 1330"/>
                <a:gd name="T22" fmla="*/ 155 w 1872"/>
                <a:gd name="T23" fmla="*/ 287 h 1330"/>
                <a:gd name="T24" fmla="*/ 113 w 1872"/>
                <a:gd name="T25" fmla="*/ 280 h 1330"/>
                <a:gd name="T26" fmla="*/ 85 w 1872"/>
                <a:gd name="T27" fmla="*/ 274 h 1330"/>
                <a:gd name="T28" fmla="*/ 64 w 1872"/>
                <a:gd name="T29" fmla="*/ 264 h 1330"/>
                <a:gd name="T30" fmla="*/ 28 w 1872"/>
                <a:gd name="T31" fmla="*/ 256 h 1330"/>
                <a:gd name="T32" fmla="*/ 2 w 1872"/>
                <a:gd name="T33" fmla="*/ 206 h 1330"/>
                <a:gd name="T34" fmla="*/ 12 w 1872"/>
                <a:gd name="T35" fmla="*/ 185 h 1330"/>
                <a:gd name="T36" fmla="*/ 20 w 1872"/>
                <a:gd name="T37" fmla="*/ 149 h 1330"/>
                <a:gd name="T38" fmla="*/ 11 w 1872"/>
                <a:gd name="T39" fmla="*/ 133 h 1330"/>
                <a:gd name="T40" fmla="*/ 20 w 1872"/>
                <a:gd name="T41" fmla="*/ 117 h 1330"/>
                <a:gd name="T42" fmla="*/ 61 w 1872"/>
                <a:gd name="T43" fmla="*/ 117 h 1330"/>
                <a:gd name="T44" fmla="*/ 53 w 1872"/>
                <a:gd name="T45" fmla="*/ 96 h 1330"/>
                <a:gd name="T46" fmla="*/ 74 w 1872"/>
                <a:gd name="T47" fmla="*/ 75 h 1330"/>
                <a:gd name="T48" fmla="*/ 45 w 1872"/>
                <a:gd name="T49" fmla="*/ 32 h 1330"/>
                <a:gd name="T50" fmla="*/ 99 w 1872"/>
                <a:gd name="T51" fmla="*/ 18 h 1330"/>
                <a:gd name="T52" fmla="*/ 134 w 1872"/>
                <a:gd name="T53" fmla="*/ 10 h 1330"/>
                <a:gd name="T54" fmla="*/ 169 w 1872"/>
                <a:gd name="T55" fmla="*/ 4 h 1330"/>
                <a:gd name="T56" fmla="*/ 206 w 1872"/>
                <a:gd name="T57" fmla="*/ 15 h 1330"/>
                <a:gd name="T58" fmla="*/ 235 w 1872"/>
                <a:gd name="T59" fmla="*/ 32 h 1330"/>
                <a:gd name="T60" fmla="*/ 269 w 1872"/>
                <a:gd name="T61" fmla="*/ 20 h 1330"/>
                <a:gd name="T62" fmla="*/ 301 w 1872"/>
                <a:gd name="T63" fmla="*/ 20 h 1330"/>
                <a:gd name="T64" fmla="*/ 330 w 1872"/>
                <a:gd name="T65" fmla="*/ 24 h 1330"/>
                <a:gd name="T66" fmla="*/ 364 w 1872"/>
                <a:gd name="T67" fmla="*/ 28 h 1330"/>
                <a:gd name="T68" fmla="*/ 376 w 1872"/>
                <a:gd name="T69" fmla="*/ 54 h 1330"/>
                <a:gd name="T70" fmla="*/ 411 w 1872"/>
                <a:gd name="T71" fmla="*/ 80 h 1330"/>
                <a:gd name="T72" fmla="*/ 426 w 1872"/>
                <a:gd name="T73" fmla="*/ 75 h 1330"/>
                <a:gd name="T74" fmla="*/ 445 w 1872"/>
                <a:gd name="T75" fmla="*/ 98 h 1330"/>
                <a:gd name="T76" fmla="*/ 456 w 1872"/>
                <a:gd name="T77" fmla="*/ 124 h 1330"/>
                <a:gd name="T78" fmla="*/ 468 w 1872"/>
                <a:gd name="T79" fmla="*/ 143 h 1330"/>
                <a:gd name="T80" fmla="*/ 444 w 1872"/>
                <a:gd name="T81" fmla="*/ 179 h 1330"/>
                <a:gd name="T82" fmla="*/ 437 w 1872"/>
                <a:gd name="T83" fmla="*/ 201 h 1330"/>
                <a:gd name="T84" fmla="*/ 432 w 1872"/>
                <a:gd name="T85" fmla="*/ 223 h 1330"/>
                <a:gd name="T86" fmla="*/ 410 w 1872"/>
                <a:gd name="T87" fmla="*/ 228 h 1330"/>
                <a:gd name="T88" fmla="*/ 397 w 1872"/>
                <a:gd name="T89" fmla="*/ 222 h 1330"/>
                <a:gd name="T90" fmla="*/ 416 w 1872"/>
                <a:gd name="T91" fmla="*/ 237 h 1330"/>
                <a:gd name="T92" fmla="*/ 442 w 1872"/>
                <a:gd name="T93" fmla="*/ 251 h 133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872"/>
                <a:gd name="T142" fmla="*/ 0 h 1330"/>
                <a:gd name="T143" fmla="*/ 1872 w 1872"/>
                <a:gd name="T144" fmla="*/ 1330 h 133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872" h="1330">
                  <a:moveTo>
                    <a:pt x="1801" y="1035"/>
                  </a:moveTo>
                  <a:lnTo>
                    <a:pt x="1779" y="1102"/>
                  </a:lnTo>
                  <a:lnTo>
                    <a:pt x="1736" y="1082"/>
                  </a:lnTo>
                  <a:lnTo>
                    <a:pt x="1702" y="1115"/>
                  </a:lnTo>
                  <a:lnTo>
                    <a:pt x="1655" y="1072"/>
                  </a:lnTo>
                  <a:lnTo>
                    <a:pt x="1586" y="1114"/>
                  </a:lnTo>
                  <a:lnTo>
                    <a:pt x="1588" y="1184"/>
                  </a:lnTo>
                  <a:lnTo>
                    <a:pt x="1521" y="1180"/>
                  </a:lnTo>
                  <a:lnTo>
                    <a:pt x="1421" y="1068"/>
                  </a:lnTo>
                  <a:lnTo>
                    <a:pt x="1372" y="1094"/>
                  </a:lnTo>
                  <a:lnTo>
                    <a:pt x="1279" y="1049"/>
                  </a:lnTo>
                  <a:lnTo>
                    <a:pt x="1232" y="1072"/>
                  </a:lnTo>
                  <a:lnTo>
                    <a:pt x="1138" y="1062"/>
                  </a:lnTo>
                  <a:lnTo>
                    <a:pt x="1100" y="1090"/>
                  </a:lnTo>
                  <a:lnTo>
                    <a:pt x="1092" y="1155"/>
                  </a:lnTo>
                  <a:lnTo>
                    <a:pt x="1045" y="1149"/>
                  </a:lnTo>
                  <a:lnTo>
                    <a:pt x="1055" y="1184"/>
                  </a:lnTo>
                  <a:lnTo>
                    <a:pt x="1039" y="1234"/>
                  </a:lnTo>
                  <a:lnTo>
                    <a:pt x="968" y="1330"/>
                  </a:lnTo>
                  <a:lnTo>
                    <a:pt x="897" y="1314"/>
                  </a:lnTo>
                  <a:lnTo>
                    <a:pt x="821" y="1304"/>
                  </a:lnTo>
                  <a:lnTo>
                    <a:pt x="813" y="1251"/>
                  </a:lnTo>
                  <a:lnTo>
                    <a:pt x="728" y="1190"/>
                  </a:lnTo>
                  <a:lnTo>
                    <a:pt x="618" y="1147"/>
                  </a:lnTo>
                  <a:lnTo>
                    <a:pt x="521" y="1149"/>
                  </a:lnTo>
                  <a:lnTo>
                    <a:pt x="452" y="1117"/>
                  </a:lnTo>
                  <a:lnTo>
                    <a:pt x="389" y="1121"/>
                  </a:lnTo>
                  <a:lnTo>
                    <a:pt x="338" y="1092"/>
                  </a:lnTo>
                  <a:lnTo>
                    <a:pt x="281" y="1056"/>
                  </a:lnTo>
                  <a:lnTo>
                    <a:pt x="256" y="1054"/>
                  </a:lnTo>
                  <a:lnTo>
                    <a:pt x="185" y="1021"/>
                  </a:lnTo>
                  <a:lnTo>
                    <a:pt x="112" y="1023"/>
                  </a:lnTo>
                  <a:lnTo>
                    <a:pt x="61" y="911"/>
                  </a:lnTo>
                  <a:lnTo>
                    <a:pt x="6" y="822"/>
                  </a:lnTo>
                  <a:lnTo>
                    <a:pt x="0" y="740"/>
                  </a:lnTo>
                  <a:lnTo>
                    <a:pt x="45" y="738"/>
                  </a:lnTo>
                  <a:lnTo>
                    <a:pt x="43" y="686"/>
                  </a:lnTo>
                  <a:lnTo>
                    <a:pt x="77" y="594"/>
                  </a:lnTo>
                  <a:lnTo>
                    <a:pt x="78" y="549"/>
                  </a:lnTo>
                  <a:lnTo>
                    <a:pt x="43" y="529"/>
                  </a:lnTo>
                  <a:lnTo>
                    <a:pt x="80" y="501"/>
                  </a:lnTo>
                  <a:lnTo>
                    <a:pt x="77" y="466"/>
                  </a:lnTo>
                  <a:lnTo>
                    <a:pt x="139" y="501"/>
                  </a:lnTo>
                  <a:lnTo>
                    <a:pt x="244" y="466"/>
                  </a:lnTo>
                  <a:lnTo>
                    <a:pt x="206" y="433"/>
                  </a:lnTo>
                  <a:lnTo>
                    <a:pt x="212" y="383"/>
                  </a:lnTo>
                  <a:lnTo>
                    <a:pt x="265" y="364"/>
                  </a:lnTo>
                  <a:lnTo>
                    <a:pt x="293" y="299"/>
                  </a:lnTo>
                  <a:lnTo>
                    <a:pt x="175" y="206"/>
                  </a:lnTo>
                  <a:lnTo>
                    <a:pt x="179" y="126"/>
                  </a:lnTo>
                  <a:lnTo>
                    <a:pt x="252" y="84"/>
                  </a:lnTo>
                  <a:lnTo>
                    <a:pt x="393" y="70"/>
                  </a:lnTo>
                  <a:lnTo>
                    <a:pt x="502" y="41"/>
                  </a:lnTo>
                  <a:lnTo>
                    <a:pt x="533" y="37"/>
                  </a:lnTo>
                  <a:lnTo>
                    <a:pt x="596" y="0"/>
                  </a:lnTo>
                  <a:lnTo>
                    <a:pt x="675" y="13"/>
                  </a:lnTo>
                  <a:lnTo>
                    <a:pt x="758" y="21"/>
                  </a:lnTo>
                  <a:lnTo>
                    <a:pt x="823" y="57"/>
                  </a:lnTo>
                  <a:lnTo>
                    <a:pt x="880" y="68"/>
                  </a:lnTo>
                  <a:lnTo>
                    <a:pt x="941" y="127"/>
                  </a:lnTo>
                  <a:lnTo>
                    <a:pt x="996" y="124"/>
                  </a:lnTo>
                  <a:lnTo>
                    <a:pt x="1075" y="80"/>
                  </a:lnTo>
                  <a:lnTo>
                    <a:pt x="1147" y="84"/>
                  </a:lnTo>
                  <a:lnTo>
                    <a:pt x="1202" y="80"/>
                  </a:lnTo>
                  <a:lnTo>
                    <a:pt x="1244" y="57"/>
                  </a:lnTo>
                  <a:lnTo>
                    <a:pt x="1319" y="96"/>
                  </a:lnTo>
                  <a:lnTo>
                    <a:pt x="1395" y="151"/>
                  </a:lnTo>
                  <a:lnTo>
                    <a:pt x="1456" y="112"/>
                  </a:lnTo>
                  <a:lnTo>
                    <a:pt x="1480" y="171"/>
                  </a:lnTo>
                  <a:lnTo>
                    <a:pt x="1502" y="214"/>
                  </a:lnTo>
                  <a:lnTo>
                    <a:pt x="1588" y="250"/>
                  </a:lnTo>
                  <a:lnTo>
                    <a:pt x="1641" y="320"/>
                  </a:lnTo>
                  <a:lnTo>
                    <a:pt x="1675" y="322"/>
                  </a:lnTo>
                  <a:lnTo>
                    <a:pt x="1702" y="299"/>
                  </a:lnTo>
                  <a:lnTo>
                    <a:pt x="1740" y="334"/>
                  </a:lnTo>
                  <a:lnTo>
                    <a:pt x="1779" y="389"/>
                  </a:lnTo>
                  <a:lnTo>
                    <a:pt x="1793" y="458"/>
                  </a:lnTo>
                  <a:lnTo>
                    <a:pt x="1824" y="494"/>
                  </a:lnTo>
                  <a:lnTo>
                    <a:pt x="1846" y="543"/>
                  </a:lnTo>
                  <a:lnTo>
                    <a:pt x="1872" y="572"/>
                  </a:lnTo>
                  <a:lnTo>
                    <a:pt x="1840" y="677"/>
                  </a:lnTo>
                  <a:lnTo>
                    <a:pt x="1775" y="714"/>
                  </a:lnTo>
                  <a:lnTo>
                    <a:pt x="1787" y="769"/>
                  </a:lnTo>
                  <a:lnTo>
                    <a:pt x="1748" y="801"/>
                  </a:lnTo>
                  <a:lnTo>
                    <a:pt x="1720" y="805"/>
                  </a:lnTo>
                  <a:lnTo>
                    <a:pt x="1726" y="889"/>
                  </a:lnTo>
                  <a:lnTo>
                    <a:pt x="1693" y="921"/>
                  </a:lnTo>
                  <a:lnTo>
                    <a:pt x="1639" y="911"/>
                  </a:lnTo>
                  <a:lnTo>
                    <a:pt x="1614" y="868"/>
                  </a:lnTo>
                  <a:lnTo>
                    <a:pt x="1586" y="887"/>
                  </a:lnTo>
                  <a:lnTo>
                    <a:pt x="1596" y="938"/>
                  </a:lnTo>
                  <a:lnTo>
                    <a:pt x="1661" y="946"/>
                  </a:lnTo>
                  <a:lnTo>
                    <a:pt x="1716" y="990"/>
                  </a:lnTo>
                  <a:lnTo>
                    <a:pt x="1767" y="1001"/>
                  </a:lnTo>
                  <a:lnTo>
                    <a:pt x="1801" y="1035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1" name="Freeform 110"/>
            <p:cNvSpPr/>
            <p:nvPr/>
          </p:nvSpPr>
          <p:spPr bwMode="gray">
            <a:xfrm>
              <a:off x="1694" y="2177"/>
              <a:ext cx="936" cy="666"/>
            </a:xfrm>
            <a:custGeom>
              <a:avLst/>
              <a:gdLst>
                <a:gd name="T0" fmla="*/ 445 w 1872"/>
                <a:gd name="T1" fmla="*/ 276 h 1330"/>
                <a:gd name="T2" fmla="*/ 426 w 1872"/>
                <a:gd name="T3" fmla="*/ 279 h 1330"/>
                <a:gd name="T4" fmla="*/ 397 w 1872"/>
                <a:gd name="T5" fmla="*/ 279 h 1330"/>
                <a:gd name="T6" fmla="*/ 381 w 1872"/>
                <a:gd name="T7" fmla="*/ 296 h 1330"/>
                <a:gd name="T8" fmla="*/ 343 w 1872"/>
                <a:gd name="T9" fmla="*/ 274 h 1330"/>
                <a:gd name="T10" fmla="*/ 308 w 1872"/>
                <a:gd name="T11" fmla="*/ 269 h 1330"/>
                <a:gd name="T12" fmla="*/ 275 w 1872"/>
                <a:gd name="T13" fmla="*/ 273 h 1330"/>
                <a:gd name="T14" fmla="*/ 262 w 1872"/>
                <a:gd name="T15" fmla="*/ 288 h 1330"/>
                <a:gd name="T16" fmla="*/ 260 w 1872"/>
                <a:gd name="T17" fmla="*/ 309 h 1330"/>
                <a:gd name="T18" fmla="*/ 225 w 1872"/>
                <a:gd name="T19" fmla="*/ 329 h 1330"/>
                <a:gd name="T20" fmla="*/ 204 w 1872"/>
                <a:gd name="T21" fmla="*/ 313 h 1330"/>
                <a:gd name="T22" fmla="*/ 155 w 1872"/>
                <a:gd name="T23" fmla="*/ 287 h 1330"/>
                <a:gd name="T24" fmla="*/ 113 w 1872"/>
                <a:gd name="T25" fmla="*/ 280 h 1330"/>
                <a:gd name="T26" fmla="*/ 85 w 1872"/>
                <a:gd name="T27" fmla="*/ 274 h 1330"/>
                <a:gd name="T28" fmla="*/ 64 w 1872"/>
                <a:gd name="T29" fmla="*/ 264 h 1330"/>
                <a:gd name="T30" fmla="*/ 28 w 1872"/>
                <a:gd name="T31" fmla="*/ 256 h 1330"/>
                <a:gd name="T32" fmla="*/ 2 w 1872"/>
                <a:gd name="T33" fmla="*/ 206 h 1330"/>
                <a:gd name="T34" fmla="*/ 12 w 1872"/>
                <a:gd name="T35" fmla="*/ 185 h 1330"/>
                <a:gd name="T36" fmla="*/ 20 w 1872"/>
                <a:gd name="T37" fmla="*/ 149 h 1330"/>
                <a:gd name="T38" fmla="*/ 11 w 1872"/>
                <a:gd name="T39" fmla="*/ 133 h 1330"/>
                <a:gd name="T40" fmla="*/ 20 w 1872"/>
                <a:gd name="T41" fmla="*/ 117 h 1330"/>
                <a:gd name="T42" fmla="*/ 61 w 1872"/>
                <a:gd name="T43" fmla="*/ 117 h 1330"/>
                <a:gd name="T44" fmla="*/ 53 w 1872"/>
                <a:gd name="T45" fmla="*/ 96 h 1330"/>
                <a:gd name="T46" fmla="*/ 74 w 1872"/>
                <a:gd name="T47" fmla="*/ 75 h 1330"/>
                <a:gd name="T48" fmla="*/ 45 w 1872"/>
                <a:gd name="T49" fmla="*/ 32 h 1330"/>
                <a:gd name="T50" fmla="*/ 99 w 1872"/>
                <a:gd name="T51" fmla="*/ 18 h 1330"/>
                <a:gd name="T52" fmla="*/ 134 w 1872"/>
                <a:gd name="T53" fmla="*/ 10 h 1330"/>
                <a:gd name="T54" fmla="*/ 169 w 1872"/>
                <a:gd name="T55" fmla="*/ 4 h 1330"/>
                <a:gd name="T56" fmla="*/ 206 w 1872"/>
                <a:gd name="T57" fmla="*/ 15 h 1330"/>
                <a:gd name="T58" fmla="*/ 235 w 1872"/>
                <a:gd name="T59" fmla="*/ 32 h 1330"/>
                <a:gd name="T60" fmla="*/ 269 w 1872"/>
                <a:gd name="T61" fmla="*/ 20 h 1330"/>
                <a:gd name="T62" fmla="*/ 301 w 1872"/>
                <a:gd name="T63" fmla="*/ 20 h 1330"/>
                <a:gd name="T64" fmla="*/ 330 w 1872"/>
                <a:gd name="T65" fmla="*/ 24 h 1330"/>
                <a:gd name="T66" fmla="*/ 364 w 1872"/>
                <a:gd name="T67" fmla="*/ 28 h 1330"/>
                <a:gd name="T68" fmla="*/ 376 w 1872"/>
                <a:gd name="T69" fmla="*/ 54 h 1330"/>
                <a:gd name="T70" fmla="*/ 411 w 1872"/>
                <a:gd name="T71" fmla="*/ 80 h 1330"/>
                <a:gd name="T72" fmla="*/ 426 w 1872"/>
                <a:gd name="T73" fmla="*/ 75 h 1330"/>
                <a:gd name="T74" fmla="*/ 445 w 1872"/>
                <a:gd name="T75" fmla="*/ 98 h 1330"/>
                <a:gd name="T76" fmla="*/ 456 w 1872"/>
                <a:gd name="T77" fmla="*/ 124 h 1330"/>
                <a:gd name="T78" fmla="*/ 468 w 1872"/>
                <a:gd name="T79" fmla="*/ 143 h 1330"/>
                <a:gd name="T80" fmla="*/ 444 w 1872"/>
                <a:gd name="T81" fmla="*/ 179 h 1330"/>
                <a:gd name="T82" fmla="*/ 437 w 1872"/>
                <a:gd name="T83" fmla="*/ 201 h 1330"/>
                <a:gd name="T84" fmla="*/ 432 w 1872"/>
                <a:gd name="T85" fmla="*/ 223 h 1330"/>
                <a:gd name="T86" fmla="*/ 410 w 1872"/>
                <a:gd name="T87" fmla="*/ 228 h 1330"/>
                <a:gd name="T88" fmla="*/ 397 w 1872"/>
                <a:gd name="T89" fmla="*/ 222 h 1330"/>
                <a:gd name="T90" fmla="*/ 416 w 1872"/>
                <a:gd name="T91" fmla="*/ 237 h 1330"/>
                <a:gd name="T92" fmla="*/ 442 w 1872"/>
                <a:gd name="T93" fmla="*/ 251 h 133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872"/>
                <a:gd name="T142" fmla="*/ 0 h 1330"/>
                <a:gd name="T143" fmla="*/ 1872 w 1872"/>
                <a:gd name="T144" fmla="*/ 1330 h 133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872" h="1330">
                  <a:moveTo>
                    <a:pt x="1801" y="1035"/>
                  </a:moveTo>
                  <a:lnTo>
                    <a:pt x="1779" y="1102"/>
                  </a:lnTo>
                  <a:lnTo>
                    <a:pt x="1736" y="1082"/>
                  </a:lnTo>
                  <a:lnTo>
                    <a:pt x="1702" y="1115"/>
                  </a:lnTo>
                  <a:lnTo>
                    <a:pt x="1655" y="1072"/>
                  </a:lnTo>
                  <a:lnTo>
                    <a:pt x="1586" y="1114"/>
                  </a:lnTo>
                  <a:lnTo>
                    <a:pt x="1588" y="1184"/>
                  </a:lnTo>
                  <a:lnTo>
                    <a:pt x="1521" y="1180"/>
                  </a:lnTo>
                  <a:lnTo>
                    <a:pt x="1421" y="1068"/>
                  </a:lnTo>
                  <a:lnTo>
                    <a:pt x="1372" y="1094"/>
                  </a:lnTo>
                  <a:lnTo>
                    <a:pt x="1279" y="1049"/>
                  </a:lnTo>
                  <a:lnTo>
                    <a:pt x="1232" y="1072"/>
                  </a:lnTo>
                  <a:lnTo>
                    <a:pt x="1138" y="1062"/>
                  </a:lnTo>
                  <a:lnTo>
                    <a:pt x="1100" y="1090"/>
                  </a:lnTo>
                  <a:lnTo>
                    <a:pt x="1092" y="1155"/>
                  </a:lnTo>
                  <a:lnTo>
                    <a:pt x="1045" y="1149"/>
                  </a:lnTo>
                  <a:lnTo>
                    <a:pt x="1055" y="1184"/>
                  </a:lnTo>
                  <a:lnTo>
                    <a:pt x="1039" y="1234"/>
                  </a:lnTo>
                  <a:lnTo>
                    <a:pt x="968" y="1330"/>
                  </a:lnTo>
                  <a:lnTo>
                    <a:pt x="897" y="1314"/>
                  </a:lnTo>
                  <a:lnTo>
                    <a:pt x="821" y="1304"/>
                  </a:lnTo>
                  <a:lnTo>
                    <a:pt x="813" y="1251"/>
                  </a:lnTo>
                  <a:lnTo>
                    <a:pt x="728" y="1190"/>
                  </a:lnTo>
                  <a:lnTo>
                    <a:pt x="618" y="1147"/>
                  </a:lnTo>
                  <a:lnTo>
                    <a:pt x="521" y="1149"/>
                  </a:lnTo>
                  <a:lnTo>
                    <a:pt x="452" y="1117"/>
                  </a:lnTo>
                  <a:lnTo>
                    <a:pt x="389" y="1121"/>
                  </a:lnTo>
                  <a:lnTo>
                    <a:pt x="338" y="1092"/>
                  </a:lnTo>
                  <a:lnTo>
                    <a:pt x="281" y="1056"/>
                  </a:lnTo>
                  <a:lnTo>
                    <a:pt x="256" y="1054"/>
                  </a:lnTo>
                  <a:lnTo>
                    <a:pt x="185" y="1021"/>
                  </a:lnTo>
                  <a:lnTo>
                    <a:pt x="112" y="1023"/>
                  </a:lnTo>
                  <a:lnTo>
                    <a:pt x="61" y="911"/>
                  </a:lnTo>
                  <a:lnTo>
                    <a:pt x="6" y="822"/>
                  </a:lnTo>
                  <a:lnTo>
                    <a:pt x="0" y="740"/>
                  </a:lnTo>
                  <a:lnTo>
                    <a:pt x="45" y="738"/>
                  </a:lnTo>
                  <a:lnTo>
                    <a:pt x="43" y="686"/>
                  </a:lnTo>
                  <a:lnTo>
                    <a:pt x="77" y="594"/>
                  </a:lnTo>
                  <a:lnTo>
                    <a:pt x="78" y="549"/>
                  </a:lnTo>
                  <a:lnTo>
                    <a:pt x="43" y="529"/>
                  </a:lnTo>
                  <a:lnTo>
                    <a:pt x="80" y="501"/>
                  </a:lnTo>
                  <a:lnTo>
                    <a:pt x="77" y="466"/>
                  </a:lnTo>
                  <a:lnTo>
                    <a:pt x="139" y="501"/>
                  </a:lnTo>
                  <a:lnTo>
                    <a:pt x="244" y="466"/>
                  </a:lnTo>
                  <a:lnTo>
                    <a:pt x="206" y="433"/>
                  </a:lnTo>
                  <a:lnTo>
                    <a:pt x="212" y="383"/>
                  </a:lnTo>
                  <a:lnTo>
                    <a:pt x="265" y="364"/>
                  </a:lnTo>
                  <a:lnTo>
                    <a:pt x="293" y="299"/>
                  </a:lnTo>
                  <a:lnTo>
                    <a:pt x="175" y="206"/>
                  </a:lnTo>
                  <a:lnTo>
                    <a:pt x="179" y="126"/>
                  </a:lnTo>
                  <a:lnTo>
                    <a:pt x="252" y="84"/>
                  </a:lnTo>
                  <a:lnTo>
                    <a:pt x="393" y="70"/>
                  </a:lnTo>
                  <a:lnTo>
                    <a:pt x="502" y="41"/>
                  </a:lnTo>
                  <a:lnTo>
                    <a:pt x="533" y="37"/>
                  </a:lnTo>
                  <a:lnTo>
                    <a:pt x="596" y="0"/>
                  </a:lnTo>
                  <a:lnTo>
                    <a:pt x="675" y="13"/>
                  </a:lnTo>
                  <a:lnTo>
                    <a:pt x="758" y="21"/>
                  </a:lnTo>
                  <a:lnTo>
                    <a:pt x="823" y="57"/>
                  </a:lnTo>
                  <a:lnTo>
                    <a:pt x="880" y="68"/>
                  </a:lnTo>
                  <a:lnTo>
                    <a:pt x="941" y="127"/>
                  </a:lnTo>
                  <a:lnTo>
                    <a:pt x="996" y="124"/>
                  </a:lnTo>
                  <a:lnTo>
                    <a:pt x="1075" y="80"/>
                  </a:lnTo>
                  <a:lnTo>
                    <a:pt x="1147" y="84"/>
                  </a:lnTo>
                  <a:lnTo>
                    <a:pt x="1202" y="80"/>
                  </a:lnTo>
                  <a:lnTo>
                    <a:pt x="1244" y="57"/>
                  </a:lnTo>
                  <a:lnTo>
                    <a:pt x="1319" y="96"/>
                  </a:lnTo>
                  <a:lnTo>
                    <a:pt x="1395" y="151"/>
                  </a:lnTo>
                  <a:lnTo>
                    <a:pt x="1456" y="112"/>
                  </a:lnTo>
                  <a:lnTo>
                    <a:pt x="1480" y="171"/>
                  </a:lnTo>
                  <a:lnTo>
                    <a:pt x="1502" y="214"/>
                  </a:lnTo>
                  <a:lnTo>
                    <a:pt x="1588" y="250"/>
                  </a:lnTo>
                  <a:lnTo>
                    <a:pt x="1641" y="320"/>
                  </a:lnTo>
                  <a:lnTo>
                    <a:pt x="1675" y="322"/>
                  </a:lnTo>
                  <a:lnTo>
                    <a:pt x="1702" y="299"/>
                  </a:lnTo>
                  <a:lnTo>
                    <a:pt x="1740" y="334"/>
                  </a:lnTo>
                  <a:lnTo>
                    <a:pt x="1779" y="389"/>
                  </a:lnTo>
                  <a:lnTo>
                    <a:pt x="1793" y="458"/>
                  </a:lnTo>
                  <a:lnTo>
                    <a:pt x="1824" y="494"/>
                  </a:lnTo>
                  <a:lnTo>
                    <a:pt x="1846" y="543"/>
                  </a:lnTo>
                  <a:lnTo>
                    <a:pt x="1872" y="572"/>
                  </a:lnTo>
                  <a:lnTo>
                    <a:pt x="1840" y="677"/>
                  </a:lnTo>
                  <a:lnTo>
                    <a:pt x="1775" y="714"/>
                  </a:lnTo>
                  <a:lnTo>
                    <a:pt x="1787" y="769"/>
                  </a:lnTo>
                  <a:lnTo>
                    <a:pt x="1748" y="801"/>
                  </a:lnTo>
                  <a:lnTo>
                    <a:pt x="1720" y="805"/>
                  </a:lnTo>
                  <a:lnTo>
                    <a:pt x="1726" y="889"/>
                  </a:lnTo>
                  <a:lnTo>
                    <a:pt x="1693" y="921"/>
                  </a:lnTo>
                  <a:lnTo>
                    <a:pt x="1639" y="911"/>
                  </a:lnTo>
                  <a:lnTo>
                    <a:pt x="1614" y="868"/>
                  </a:lnTo>
                  <a:lnTo>
                    <a:pt x="1586" y="887"/>
                  </a:lnTo>
                  <a:lnTo>
                    <a:pt x="1596" y="938"/>
                  </a:lnTo>
                  <a:lnTo>
                    <a:pt x="1661" y="946"/>
                  </a:lnTo>
                  <a:lnTo>
                    <a:pt x="1716" y="990"/>
                  </a:lnTo>
                  <a:lnTo>
                    <a:pt x="1767" y="1001"/>
                  </a:lnTo>
                  <a:lnTo>
                    <a:pt x="1801" y="1035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2" name="Freeform 111"/>
            <p:cNvSpPr/>
            <p:nvPr/>
          </p:nvSpPr>
          <p:spPr bwMode="gray">
            <a:xfrm>
              <a:off x="2241" y="2635"/>
              <a:ext cx="911" cy="693"/>
            </a:xfrm>
            <a:custGeom>
              <a:avLst/>
              <a:gdLst>
                <a:gd name="T0" fmla="*/ 300 w 1823"/>
                <a:gd name="T1" fmla="*/ 274 h 1385"/>
                <a:gd name="T2" fmla="*/ 284 w 1823"/>
                <a:gd name="T3" fmla="*/ 262 h 1385"/>
                <a:gd name="T4" fmla="*/ 269 w 1823"/>
                <a:gd name="T5" fmla="*/ 266 h 1385"/>
                <a:gd name="T6" fmla="*/ 248 w 1823"/>
                <a:gd name="T7" fmla="*/ 249 h 1385"/>
                <a:gd name="T8" fmla="*/ 236 w 1823"/>
                <a:gd name="T9" fmla="*/ 235 h 1385"/>
                <a:gd name="T10" fmla="*/ 232 w 1823"/>
                <a:gd name="T11" fmla="*/ 246 h 1385"/>
                <a:gd name="T12" fmla="*/ 222 w 1823"/>
                <a:gd name="T13" fmla="*/ 252 h 1385"/>
                <a:gd name="T14" fmla="*/ 218 w 1823"/>
                <a:gd name="T15" fmla="*/ 270 h 1385"/>
                <a:gd name="T16" fmla="*/ 195 w 1823"/>
                <a:gd name="T17" fmla="*/ 293 h 1385"/>
                <a:gd name="T18" fmla="*/ 201 w 1823"/>
                <a:gd name="T19" fmla="*/ 318 h 1385"/>
                <a:gd name="T20" fmla="*/ 188 w 1823"/>
                <a:gd name="T21" fmla="*/ 338 h 1385"/>
                <a:gd name="T22" fmla="*/ 167 w 1823"/>
                <a:gd name="T23" fmla="*/ 345 h 1385"/>
                <a:gd name="T24" fmla="*/ 148 w 1823"/>
                <a:gd name="T25" fmla="*/ 338 h 1385"/>
                <a:gd name="T26" fmla="*/ 132 w 1823"/>
                <a:gd name="T27" fmla="*/ 302 h 1385"/>
                <a:gd name="T28" fmla="*/ 111 w 1823"/>
                <a:gd name="T29" fmla="*/ 270 h 1385"/>
                <a:gd name="T30" fmla="*/ 90 w 1823"/>
                <a:gd name="T31" fmla="*/ 257 h 1385"/>
                <a:gd name="T32" fmla="*/ 87 w 1823"/>
                <a:gd name="T33" fmla="*/ 239 h 1385"/>
                <a:gd name="T34" fmla="*/ 65 w 1823"/>
                <a:gd name="T35" fmla="*/ 253 h 1385"/>
                <a:gd name="T36" fmla="*/ 53 w 1823"/>
                <a:gd name="T37" fmla="*/ 209 h 1385"/>
                <a:gd name="T38" fmla="*/ 51 w 1823"/>
                <a:gd name="T39" fmla="*/ 156 h 1385"/>
                <a:gd name="T40" fmla="*/ 40 w 1823"/>
                <a:gd name="T41" fmla="*/ 128 h 1385"/>
                <a:gd name="T42" fmla="*/ 49 w 1823"/>
                <a:gd name="T43" fmla="*/ 117 h 1385"/>
                <a:gd name="T44" fmla="*/ 26 w 1823"/>
                <a:gd name="T45" fmla="*/ 77 h 1385"/>
                <a:gd name="T46" fmla="*/ 2 w 1823"/>
                <a:gd name="T47" fmla="*/ 45 h 1385"/>
                <a:gd name="T48" fmla="*/ 35 w 1823"/>
                <a:gd name="T49" fmla="*/ 40 h 1385"/>
                <a:gd name="T50" fmla="*/ 70 w 1823"/>
                <a:gd name="T51" fmla="*/ 45 h 1385"/>
                <a:gd name="T52" fmla="*/ 107 w 1823"/>
                <a:gd name="T53" fmla="*/ 67 h 1385"/>
                <a:gd name="T54" fmla="*/ 124 w 1823"/>
                <a:gd name="T55" fmla="*/ 50 h 1385"/>
                <a:gd name="T56" fmla="*/ 152 w 1823"/>
                <a:gd name="T57" fmla="*/ 50 h 1385"/>
                <a:gd name="T58" fmla="*/ 171 w 1823"/>
                <a:gd name="T59" fmla="*/ 47 h 1385"/>
                <a:gd name="T60" fmla="*/ 168 w 1823"/>
                <a:gd name="T61" fmla="*/ 22 h 1385"/>
                <a:gd name="T62" fmla="*/ 193 w 1823"/>
                <a:gd name="T63" fmla="*/ 0 h 1385"/>
                <a:gd name="T64" fmla="*/ 208 w 1823"/>
                <a:gd name="T65" fmla="*/ 22 h 1385"/>
                <a:gd name="T66" fmla="*/ 240 w 1823"/>
                <a:gd name="T67" fmla="*/ 35 h 1385"/>
                <a:gd name="T68" fmla="*/ 261 w 1823"/>
                <a:gd name="T69" fmla="*/ 65 h 1385"/>
                <a:gd name="T70" fmla="*/ 284 w 1823"/>
                <a:gd name="T71" fmla="*/ 54 h 1385"/>
                <a:gd name="T72" fmla="*/ 310 w 1823"/>
                <a:gd name="T73" fmla="*/ 64 h 1385"/>
                <a:gd name="T74" fmla="*/ 358 w 1823"/>
                <a:gd name="T75" fmla="*/ 68 h 1385"/>
                <a:gd name="T76" fmla="*/ 390 w 1823"/>
                <a:gd name="T77" fmla="*/ 73 h 1385"/>
                <a:gd name="T78" fmla="*/ 419 w 1823"/>
                <a:gd name="T79" fmla="*/ 84 h 1385"/>
                <a:gd name="T80" fmla="*/ 448 w 1823"/>
                <a:gd name="T81" fmla="*/ 89 h 1385"/>
                <a:gd name="T82" fmla="*/ 455 w 1823"/>
                <a:gd name="T83" fmla="*/ 130 h 1385"/>
                <a:gd name="T84" fmla="*/ 431 w 1823"/>
                <a:gd name="T85" fmla="*/ 144 h 1385"/>
                <a:gd name="T86" fmla="*/ 396 w 1823"/>
                <a:gd name="T87" fmla="*/ 155 h 1385"/>
                <a:gd name="T88" fmla="*/ 417 w 1823"/>
                <a:gd name="T89" fmla="*/ 193 h 1385"/>
                <a:gd name="T90" fmla="*/ 433 w 1823"/>
                <a:gd name="T91" fmla="*/ 227 h 1385"/>
                <a:gd name="T92" fmla="*/ 417 w 1823"/>
                <a:gd name="T93" fmla="*/ 246 h 1385"/>
                <a:gd name="T94" fmla="*/ 397 w 1823"/>
                <a:gd name="T95" fmla="*/ 227 h 1385"/>
                <a:gd name="T96" fmla="*/ 379 w 1823"/>
                <a:gd name="T97" fmla="*/ 214 h 1385"/>
                <a:gd name="T98" fmla="*/ 361 w 1823"/>
                <a:gd name="T99" fmla="*/ 210 h 1385"/>
                <a:gd name="T100" fmla="*/ 355 w 1823"/>
                <a:gd name="T101" fmla="*/ 224 h 1385"/>
                <a:gd name="T102" fmla="*/ 344 w 1823"/>
                <a:gd name="T103" fmla="*/ 240 h 1385"/>
                <a:gd name="T104" fmla="*/ 312 w 1823"/>
                <a:gd name="T105" fmla="*/ 227 h 1385"/>
                <a:gd name="T106" fmla="*/ 300 w 1823"/>
                <a:gd name="T107" fmla="*/ 247 h 1385"/>
                <a:gd name="T108" fmla="*/ 320 w 1823"/>
                <a:gd name="T109" fmla="*/ 253 h 138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823"/>
                <a:gd name="T166" fmla="*/ 0 h 1385"/>
                <a:gd name="T167" fmla="*/ 1823 w 1823"/>
                <a:gd name="T168" fmla="*/ 1385 h 1385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823" h="1385">
                  <a:moveTo>
                    <a:pt x="1301" y="1068"/>
                  </a:moveTo>
                  <a:lnTo>
                    <a:pt x="1203" y="1096"/>
                  </a:lnTo>
                  <a:lnTo>
                    <a:pt x="1142" y="1088"/>
                  </a:lnTo>
                  <a:lnTo>
                    <a:pt x="1138" y="1047"/>
                  </a:lnTo>
                  <a:lnTo>
                    <a:pt x="1105" y="1025"/>
                  </a:lnTo>
                  <a:lnTo>
                    <a:pt x="1077" y="1061"/>
                  </a:lnTo>
                  <a:lnTo>
                    <a:pt x="1014" y="1066"/>
                  </a:lnTo>
                  <a:lnTo>
                    <a:pt x="992" y="996"/>
                  </a:lnTo>
                  <a:lnTo>
                    <a:pt x="992" y="942"/>
                  </a:lnTo>
                  <a:lnTo>
                    <a:pt x="945" y="939"/>
                  </a:lnTo>
                  <a:lnTo>
                    <a:pt x="916" y="954"/>
                  </a:lnTo>
                  <a:lnTo>
                    <a:pt x="929" y="982"/>
                  </a:lnTo>
                  <a:lnTo>
                    <a:pt x="923" y="1005"/>
                  </a:lnTo>
                  <a:lnTo>
                    <a:pt x="890" y="1007"/>
                  </a:lnTo>
                  <a:lnTo>
                    <a:pt x="866" y="1033"/>
                  </a:lnTo>
                  <a:lnTo>
                    <a:pt x="874" y="1078"/>
                  </a:lnTo>
                  <a:lnTo>
                    <a:pt x="817" y="1149"/>
                  </a:lnTo>
                  <a:lnTo>
                    <a:pt x="780" y="1169"/>
                  </a:lnTo>
                  <a:lnTo>
                    <a:pt x="780" y="1234"/>
                  </a:lnTo>
                  <a:lnTo>
                    <a:pt x="805" y="1271"/>
                  </a:lnTo>
                  <a:lnTo>
                    <a:pt x="801" y="1326"/>
                  </a:lnTo>
                  <a:lnTo>
                    <a:pt x="752" y="1352"/>
                  </a:lnTo>
                  <a:lnTo>
                    <a:pt x="742" y="1330"/>
                  </a:lnTo>
                  <a:lnTo>
                    <a:pt x="670" y="1377"/>
                  </a:lnTo>
                  <a:lnTo>
                    <a:pt x="632" y="1385"/>
                  </a:lnTo>
                  <a:lnTo>
                    <a:pt x="595" y="1352"/>
                  </a:lnTo>
                  <a:lnTo>
                    <a:pt x="563" y="1273"/>
                  </a:lnTo>
                  <a:lnTo>
                    <a:pt x="528" y="1206"/>
                  </a:lnTo>
                  <a:lnTo>
                    <a:pt x="500" y="1163"/>
                  </a:lnTo>
                  <a:lnTo>
                    <a:pt x="445" y="1078"/>
                  </a:lnTo>
                  <a:lnTo>
                    <a:pt x="396" y="1076"/>
                  </a:lnTo>
                  <a:lnTo>
                    <a:pt x="362" y="1025"/>
                  </a:lnTo>
                  <a:lnTo>
                    <a:pt x="378" y="988"/>
                  </a:lnTo>
                  <a:lnTo>
                    <a:pt x="349" y="954"/>
                  </a:lnTo>
                  <a:lnTo>
                    <a:pt x="303" y="1004"/>
                  </a:lnTo>
                  <a:lnTo>
                    <a:pt x="260" y="1011"/>
                  </a:lnTo>
                  <a:lnTo>
                    <a:pt x="227" y="950"/>
                  </a:lnTo>
                  <a:lnTo>
                    <a:pt x="215" y="834"/>
                  </a:lnTo>
                  <a:lnTo>
                    <a:pt x="211" y="712"/>
                  </a:lnTo>
                  <a:lnTo>
                    <a:pt x="205" y="624"/>
                  </a:lnTo>
                  <a:lnTo>
                    <a:pt x="199" y="582"/>
                  </a:lnTo>
                  <a:lnTo>
                    <a:pt x="160" y="509"/>
                  </a:lnTo>
                  <a:lnTo>
                    <a:pt x="193" y="496"/>
                  </a:lnTo>
                  <a:lnTo>
                    <a:pt x="199" y="468"/>
                  </a:lnTo>
                  <a:lnTo>
                    <a:pt x="136" y="401"/>
                  </a:lnTo>
                  <a:lnTo>
                    <a:pt x="105" y="305"/>
                  </a:lnTo>
                  <a:lnTo>
                    <a:pt x="0" y="240"/>
                  </a:lnTo>
                  <a:lnTo>
                    <a:pt x="8" y="177"/>
                  </a:lnTo>
                  <a:lnTo>
                    <a:pt x="49" y="147"/>
                  </a:lnTo>
                  <a:lnTo>
                    <a:pt x="140" y="157"/>
                  </a:lnTo>
                  <a:lnTo>
                    <a:pt x="189" y="134"/>
                  </a:lnTo>
                  <a:lnTo>
                    <a:pt x="280" y="179"/>
                  </a:lnTo>
                  <a:lnTo>
                    <a:pt x="329" y="153"/>
                  </a:lnTo>
                  <a:lnTo>
                    <a:pt x="429" y="265"/>
                  </a:lnTo>
                  <a:lnTo>
                    <a:pt x="496" y="267"/>
                  </a:lnTo>
                  <a:lnTo>
                    <a:pt x="496" y="200"/>
                  </a:lnTo>
                  <a:lnTo>
                    <a:pt x="563" y="157"/>
                  </a:lnTo>
                  <a:lnTo>
                    <a:pt x="610" y="200"/>
                  </a:lnTo>
                  <a:lnTo>
                    <a:pt x="644" y="167"/>
                  </a:lnTo>
                  <a:lnTo>
                    <a:pt x="687" y="187"/>
                  </a:lnTo>
                  <a:lnTo>
                    <a:pt x="709" y="120"/>
                  </a:lnTo>
                  <a:lnTo>
                    <a:pt x="673" y="86"/>
                  </a:lnTo>
                  <a:lnTo>
                    <a:pt x="677" y="35"/>
                  </a:lnTo>
                  <a:lnTo>
                    <a:pt x="774" y="0"/>
                  </a:lnTo>
                  <a:lnTo>
                    <a:pt x="807" y="17"/>
                  </a:lnTo>
                  <a:lnTo>
                    <a:pt x="833" y="88"/>
                  </a:lnTo>
                  <a:lnTo>
                    <a:pt x="914" y="161"/>
                  </a:lnTo>
                  <a:lnTo>
                    <a:pt x="961" y="138"/>
                  </a:lnTo>
                  <a:lnTo>
                    <a:pt x="988" y="216"/>
                  </a:lnTo>
                  <a:lnTo>
                    <a:pt x="1044" y="260"/>
                  </a:lnTo>
                  <a:lnTo>
                    <a:pt x="1091" y="267"/>
                  </a:lnTo>
                  <a:lnTo>
                    <a:pt x="1138" y="216"/>
                  </a:lnTo>
                  <a:lnTo>
                    <a:pt x="1183" y="195"/>
                  </a:lnTo>
                  <a:lnTo>
                    <a:pt x="1242" y="254"/>
                  </a:lnTo>
                  <a:lnTo>
                    <a:pt x="1335" y="228"/>
                  </a:lnTo>
                  <a:lnTo>
                    <a:pt x="1433" y="269"/>
                  </a:lnTo>
                  <a:lnTo>
                    <a:pt x="1496" y="317"/>
                  </a:lnTo>
                  <a:lnTo>
                    <a:pt x="1561" y="291"/>
                  </a:lnTo>
                  <a:lnTo>
                    <a:pt x="1632" y="336"/>
                  </a:lnTo>
                  <a:lnTo>
                    <a:pt x="1679" y="336"/>
                  </a:lnTo>
                  <a:lnTo>
                    <a:pt x="1681" y="368"/>
                  </a:lnTo>
                  <a:lnTo>
                    <a:pt x="1795" y="356"/>
                  </a:lnTo>
                  <a:lnTo>
                    <a:pt x="1823" y="433"/>
                  </a:lnTo>
                  <a:lnTo>
                    <a:pt x="1821" y="519"/>
                  </a:lnTo>
                  <a:lnTo>
                    <a:pt x="1770" y="527"/>
                  </a:lnTo>
                  <a:lnTo>
                    <a:pt x="1727" y="576"/>
                  </a:lnTo>
                  <a:lnTo>
                    <a:pt x="1620" y="584"/>
                  </a:lnTo>
                  <a:lnTo>
                    <a:pt x="1587" y="618"/>
                  </a:lnTo>
                  <a:lnTo>
                    <a:pt x="1610" y="693"/>
                  </a:lnTo>
                  <a:lnTo>
                    <a:pt x="1669" y="771"/>
                  </a:lnTo>
                  <a:lnTo>
                    <a:pt x="1721" y="815"/>
                  </a:lnTo>
                  <a:lnTo>
                    <a:pt x="1732" y="905"/>
                  </a:lnTo>
                  <a:lnTo>
                    <a:pt x="1731" y="956"/>
                  </a:lnTo>
                  <a:lnTo>
                    <a:pt x="1669" y="984"/>
                  </a:lnTo>
                  <a:lnTo>
                    <a:pt x="1616" y="913"/>
                  </a:lnTo>
                  <a:lnTo>
                    <a:pt x="1591" y="905"/>
                  </a:lnTo>
                  <a:lnTo>
                    <a:pt x="1575" y="838"/>
                  </a:lnTo>
                  <a:lnTo>
                    <a:pt x="1516" y="856"/>
                  </a:lnTo>
                  <a:lnTo>
                    <a:pt x="1463" y="818"/>
                  </a:lnTo>
                  <a:lnTo>
                    <a:pt x="1445" y="838"/>
                  </a:lnTo>
                  <a:lnTo>
                    <a:pt x="1457" y="880"/>
                  </a:lnTo>
                  <a:lnTo>
                    <a:pt x="1421" y="895"/>
                  </a:lnTo>
                  <a:lnTo>
                    <a:pt x="1362" y="909"/>
                  </a:lnTo>
                  <a:lnTo>
                    <a:pt x="1378" y="958"/>
                  </a:lnTo>
                  <a:lnTo>
                    <a:pt x="1313" y="950"/>
                  </a:lnTo>
                  <a:lnTo>
                    <a:pt x="1248" y="907"/>
                  </a:lnTo>
                  <a:lnTo>
                    <a:pt x="1197" y="944"/>
                  </a:lnTo>
                  <a:lnTo>
                    <a:pt x="1201" y="986"/>
                  </a:lnTo>
                  <a:lnTo>
                    <a:pt x="1252" y="1009"/>
                  </a:lnTo>
                  <a:lnTo>
                    <a:pt x="1280" y="1009"/>
                  </a:lnTo>
                  <a:lnTo>
                    <a:pt x="1301" y="1068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3" name="Freeform 112"/>
            <p:cNvSpPr/>
            <p:nvPr/>
          </p:nvSpPr>
          <p:spPr bwMode="gray">
            <a:xfrm>
              <a:off x="2241" y="2635"/>
              <a:ext cx="911" cy="693"/>
            </a:xfrm>
            <a:custGeom>
              <a:avLst/>
              <a:gdLst>
                <a:gd name="T0" fmla="*/ 300 w 1823"/>
                <a:gd name="T1" fmla="*/ 274 h 1385"/>
                <a:gd name="T2" fmla="*/ 284 w 1823"/>
                <a:gd name="T3" fmla="*/ 262 h 1385"/>
                <a:gd name="T4" fmla="*/ 269 w 1823"/>
                <a:gd name="T5" fmla="*/ 266 h 1385"/>
                <a:gd name="T6" fmla="*/ 248 w 1823"/>
                <a:gd name="T7" fmla="*/ 249 h 1385"/>
                <a:gd name="T8" fmla="*/ 236 w 1823"/>
                <a:gd name="T9" fmla="*/ 235 h 1385"/>
                <a:gd name="T10" fmla="*/ 232 w 1823"/>
                <a:gd name="T11" fmla="*/ 246 h 1385"/>
                <a:gd name="T12" fmla="*/ 222 w 1823"/>
                <a:gd name="T13" fmla="*/ 252 h 1385"/>
                <a:gd name="T14" fmla="*/ 218 w 1823"/>
                <a:gd name="T15" fmla="*/ 270 h 1385"/>
                <a:gd name="T16" fmla="*/ 195 w 1823"/>
                <a:gd name="T17" fmla="*/ 293 h 1385"/>
                <a:gd name="T18" fmla="*/ 201 w 1823"/>
                <a:gd name="T19" fmla="*/ 318 h 1385"/>
                <a:gd name="T20" fmla="*/ 188 w 1823"/>
                <a:gd name="T21" fmla="*/ 338 h 1385"/>
                <a:gd name="T22" fmla="*/ 167 w 1823"/>
                <a:gd name="T23" fmla="*/ 345 h 1385"/>
                <a:gd name="T24" fmla="*/ 148 w 1823"/>
                <a:gd name="T25" fmla="*/ 338 h 1385"/>
                <a:gd name="T26" fmla="*/ 132 w 1823"/>
                <a:gd name="T27" fmla="*/ 302 h 1385"/>
                <a:gd name="T28" fmla="*/ 111 w 1823"/>
                <a:gd name="T29" fmla="*/ 270 h 1385"/>
                <a:gd name="T30" fmla="*/ 90 w 1823"/>
                <a:gd name="T31" fmla="*/ 257 h 1385"/>
                <a:gd name="T32" fmla="*/ 87 w 1823"/>
                <a:gd name="T33" fmla="*/ 239 h 1385"/>
                <a:gd name="T34" fmla="*/ 65 w 1823"/>
                <a:gd name="T35" fmla="*/ 253 h 1385"/>
                <a:gd name="T36" fmla="*/ 53 w 1823"/>
                <a:gd name="T37" fmla="*/ 209 h 1385"/>
                <a:gd name="T38" fmla="*/ 51 w 1823"/>
                <a:gd name="T39" fmla="*/ 156 h 1385"/>
                <a:gd name="T40" fmla="*/ 40 w 1823"/>
                <a:gd name="T41" fmla="*/ 128 h 1385"/>
                <a:gd name="T42" fmla="*/ 49 w 1823"/>
                <a:gd name="T43" fmla="*/ 117 h 1385"/>
                <a:gd name="T44" fmla="*/ 26 w 1823"/>
                <a:gd name="T45" fmla="*/ 77 h 1385"/>
                <a:gd name="T46" fmla="*/ 2 w 1823"/>
                <a:gd name="T47" fmla="*/ 45 h 1385"/>
                <a:gd name="T48" fmla="*/ 35 w 1823"/>
                <a:gd name="T49" fmla="*/ 40 h 1385"/>
                <a:gd name="T50" fmla="*/ 70 w 1823"/>
                <a:gd name="T51" fmla="*/ 45 h 1385"/>
                <a:gd name="T52" fmla="*/ 107 w 1823"/>
                <a:gd name="T53" fmla="*/ 67 h 1385"/>
                <a:gd name="T54" fmla="*/ 124 w 1823"/>
                <a:gd name="T55" fmla="*/ 50 h 1385"/>
                <a:gd name="T56" fmla="*/ 152 w 1823"/>
                <a:gd name="T57" fmla="*/ 50 h 1385"/>
                <a:gd name="T58" fmla="*/ 171 w 1823"/>
                <a:gd name="T59" fmla="*/ 47 h 1385"/>
                <a:gd name="T60" fmla="*/ 168 w 1823"/>
                <a:gd name="T61" fmla="*/ 22 h 1385"/>
                <a:gd name="T62" fmla="*/ 193 w 1823"/>
                <a:gd name="T63" fmla="*/ 0 h 1385"/>
                <a:gd name="T64" fmla="*/ 208 w 1823"/>
                <a:gd name="T65" fmla="*/ 22 h 1385"/>
                <a:gd name="T66" fmla="*/ 240 w 1823"/>
                <a:gd name="T67" fmla="*/ 35 h 1385"/>
                <a:gd name="T68" fmla="*/ 261 w 1823"/>
                <a:gd name="T69" fmla="*/ 65 h 1385"/>
                <a:gd name="T70" fmla="*/ 284 w 1823"/>
                <a:gd name="T71" fmla="*/ 54 h 1385"/>
                <a:gd name="T72" fmla="*/ 310 w 1823"/>
                <a:gd name="T73" fmla="*/ 64 h 1385"/>
                <a:gd name="T74" fmla="*/ 358 w 1823"/>
                <a:gd name="T75" fmla="*/ 68 h 1385"/>
                <a:gd name="T76" fmla="*/ 390 w 1823"/>
                <a:gd name="T77" fmla="*/ 73 h 1385"/>
                <a:gd name="T78" fmla="*/ 419 w 1823"/>
                <a:gd name="T79" fmla="*/ 84 h 1385"/>
                <a:gd name="T80" fmla="*/ 448 w 1823"/>
                <a:gd name="T81" fmla="*/ 89 h 1385"/>
                <a:gd name="T82" fmla="*/ 455 w 1823"/>
                <a:gd name="T83" fmla="*/ 130 h 1385"/>
                <a:gd name="T84" fmla="*/ 431 w 1823"/>
                <a:gd name="T85" fmla="*/ 144 h 1385"/>
                <a:gd name="T86" fmla="*/ 396 w 1823"/>
                <a:gd name="T87" fmla="*/ 155 h 1385"/>
                <a:gd name="T88" fmla="*/ 417 w 1823"/>
                <a:gd name="T89" fmla="*/ 193 h 1385"/>
                <a:gd name="T90" fmla="*/ 433 w 1823"/>
                <a:gd name="T91" fmla="*/ 227 h 1385"/>
                <a:gd name="T92" fmla="*/ 417 w 1823"/>
                <a:gd name="T93" fmla="*/ 246 h 1385"/>
                <a:gd name="T94" fmla="*/ 397 w 1823"/>
                <a:gd name="T95" fmla="*/ 227 h 1385"/>
                <a:gd name="T96" fmla="*/ 379 w 1823"/>
                <a:gd name="T97" fmla="*/ 214 h 1385"/>
                <a:gd name="T98" fmla="*/ 361 w 1823"/>
                <a:gd name="T99" fmla="*/ 210 h 1385"/>
                <a:gd name="T100" fmla="*/ 355 w 1823"/>
                <a:gd name="T101" fmla="*/ 224 h 1385"/>
                <a:gd name="T102" fmla="*/ 344 w 1823"/>
                <a:gd name="T103" fmla="*/ 240 h 1385"/>
                <a:gd name="T104" fmla="*/ 312 w 1823"/>
                <a:gd name="T105" fmla="*/ 227 h 1385"/>
                <a:gd name="T106" fmla="*/ 300 w 1823"/>
                <a:gd name="T107" fmla="*/ 247 h 1385"/>
                <a:gd name="T108" fmla="*/ 320 w 1823"/>
                <a:gd name="T109" fmla="*/ 253 h 138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823"/>
                <a:gd name="T166" fmla="*/ 0 h 1385"/>
                <a:gd name="T167" fmla="*/ 1823 w 1823"/>
                <a:gd name="T168" fmla="*/ 1385 h 1385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823" h="1385">
                  <a:moveTo>
                    <a:pt x="1301" y="1068"/>
                  </a:moveTo>
                  <a:lnTo>
                    <a:pt x="1203" y="1096"/>
                  </a:lnTo>
                  <a:lnTo>
                    <a:pt x="1142" y="1088"/>
                  </a:lnTo>
                  <a:lnTo>
                    <a:pt x="1138" y="1047"/>
                  </a:lnTo>
                  <a:lnTo>
                    <a:pt x="1105" y="1025"/>
                  </a:lnTo>
                  <a:lnTo>
                    <a:pt x="1077" y="1061"/>
                  </a:lnTo>
                  <a:lnTo>
                    <a:pt x="1014" y="1066"/>
                  </a:lnTo>
                  <a:lnTo>
                    <a:pt x="992" y="996"/>
                  </a:lnTo>
                  <a:lnTo>
                    <a:pt x="992" y="942"/>
                  </a:lnTo>
                  <a:lnTo>
                    <a:pt x="945" y="939"/>
                  </a:lnTo>
                  <a:lnTo>
                    <a:pt x="916" y="954"/>
                  </a:lnTo>
                  <a:lnTo>
                    <a:pt x="929" y="982"/>
                  </a:lnTo>
                  <a:lnTo>
                    <a:pt x="923" y="1005"/>
                  </a:lnTo>
                  <a:lnTo>
                    <a:pt x="890" y="1007"/>
                  </a:lnTo>
                  <a:lnTo>
                    <a:pt x="866" y="1033"/>
                  </a:lnTo>
                  <a:lnTo>
                    <a:pt x="874" y="1078"/>
                  </a:lnTo>
                  <a:lnTo>
                    <a:pt x="817" y="1149"/>
                  </a:lnTo>
                  <a:lnTo>
                    <a:pt x="780" y="1169"/>
                  </a:lnTo>
                  <a:lnTo>
                    <a:pt x="780" y="1234"/>
                  </a:lnTo>
                  <a:lnTo>
                    <a:pt x="805" y="1271"/>
                  </a:lnTo>
                  <a:lnTo>
                    <a:pt x="801" y="1326"/>
                  </a:lnTo>
                  <a:lnTo>
                    <a:pt x="752" y="1352"/>
                  </a:lnTo>
                  <a:lnTo>
                    <a:pt x="742" y="1330"/>
                  </a:lnTo>
                  <a:lnTo>
                    <a:pt x="670" y="1377"/>
                  </a:lnTo>
                  <a:lnTo>
                    <a:pt x="632" y="1385"/>
                  </a:lnTo>
                  <a:lnTo>
                    <a:pt x="595" y="1352"/>
                  </a:lnTo>
                  <a:lnTo>
                    <a:pt x="563" y="1273"/>
                  </a:lnTo>
                  <a:lnTo>
                    <a:pt x="528" y="1206"/>
                  </a:lnTo>
                  <a:lnTo>
                    <a:pt x="500" y="1163"/>
                  </a:lnTo>
                  <a:lnTo>
                    <a:pt x="445" y="1078"/>
                  </a:lnTo>
                  <a:lnTo>
                    <a:pt x="396" y="1076"/>
                  </a:lnTo>
                  <a:lnTo>
                    <a:pt x="362" y="1025"/>
                  </a:lnTo>
                  <a:lnTo>
                    <a:pt x="378" y="988"/>
                  </a:lnTo>
                  <a:lnTo>
                    <a:pt x="349" y="954"/>
                  </a:lnTo>
                  <a:lnTo>
                    <a:pt x="303" y="1004"/>
                  </a:lnTo>
                  <a:lnTo>
                    <a:pt x="260" y="1011"/>
                  </a:lnTo>
                  <a:lnTo>
                    <a:pt x="227" y="950"/>
                  </a:lnTo>
                  <a:lnTo>
                    <a:pt x="215" y="834"/>
                  </a:lnTo>
                  <a:lnTo>
                    <a:pt x="211" y="712"/>
                  </a:lnTo>
                  <a:lnTo>
                    <a:pt x="205" y="624"/>
                  </a:lnTo>
                  <a:lnTo>
                    <a:pt x="199" y="582"/>
                  </a:lnTo>
                  <a:lnTo>
                    <a:pt x="160" y="509"/>
                  </a:lnTo>
                  <a:lnTo>
                    <a:pt x="193" y="496"/>
                  </a:lnTo>
                  <a:lnTo>
                    <a:pt x="199" y="468"/>
                  </a:lnTo>
                  <a:lnTo>
                    <a:pt x="136" y="401"/>
                  </a:lnTo>
                  <a:lnTo>
                    <a:pt x="105" y="305"/>
                  </a:lnTo>
                  <a:lnTo>
                    <a:pt x="0" y="240"/>
                  </a:lnTo>
                  <a:lnTo>
                    <a:pt x="8" y="177"/>
                  </a:lnTo>
                  <a:lnTo>
                    <a:pt x="49" y="147"/>
                  </a:lnTo>
                  <a:lnTo>
                    <a:pt x="140" y="157"/>
                  </a:lnTo>
                  <a:lnTo>
                    <a:pt x="189" y="134"/>
                  </a:lnTo>
                  <a:lnTo>
                    <a:pt x="280" y="179"/>
                  </a:lnTo>
                  <a:lnTo>
                    <a:pt x="329" y="153"/>
                  </a:lnTo>
                  <a:lnTo>
                    <a:pt x="429" y="265"/>
                  </a:lnTo>
                  <a:lnTo>
                    <a:pt x="496" y="267"/>
                  </a:lnTo>
                  <a:lnTo>
                    <a:pt x="496" y="200"/>
                  </a:lnTo>
                  <a:lnTo>
                    <a:pt x="563" y="157"/>
                  </a:lnTo>
                  <a:lnTo>
                    <a:pt x="610" y="200"/>
                  </a:lnTo>
                  <a:lnTo>
                    <a:pt x="644" y="167"/>
                  </a:lnTo>
                  <a:lnTo>
                    <a:pt x="687" y="187"/>
                  </a:lnTo>
                  <a:lnTo>
                    <a:pt x="709" y="120"/>
                  </a:lnTo>
                  <a:lnTo>
                    <a:pt x="673" y="86"/>
                  </a:lnTo>
                  <a:lnTo>
                    <a:pt x="677" y="35"/>
                  </a:lnTo>
                  <a:lnTo>
                    <a:pt x="774" y="0"/>
                  </a:lnTo>
                  <a:lnTo>
                    <a:pt x="807" y="17"/>
                  </a:lnTo>
                  <a:lnTo>
                    <a:pt x="833" y="88"/>
                  </a:lnTo>
                  <a:lnTo>
                    <a:pt x="914" y="161"/>
                  </a:lnTo>
                  <a:lnTo>
                    <a:pt x="961" y="138"/>
                  </a:lnTo>
                  <a:lnTo>
                    <a:pt x="988" y="216"/>
                  </a:lnTo>
                  <a:lnTo>
                    <a:pt x="1044" y="260"/>
                  </a:lnTo>
                  <a:lnTo>
                    <a:pt x="1091" y="267"/>
                  </a:lnTo>
                  <a:lnTo>
                    <a:pt x="1138" y="216"/>
                  </a:lnTo>
                  <a:lnTo>
                    <a:pt x="1183" y="195"/>
                  </a:lnTo>
                  <a:lnTo>
                    <a:pt x="1242" y="254"/>
                  </a:lnTo>
                  <a:lnTo>
                    <a:pt x="1335" y="228"/>
                  </a:lnTo>
                  <a:lnTo>
                    <a:pt x="1433" y="269"/>
                  </a:lnTo>
                  <a:lnTo>
                    <a:pt x="1496" y="317"/>
                  </a:lnTo>
                  <a:lnTo>
                    <a:pt x="1561" y="291"/>
                  </a:lnTo>
                  <a:lnTo>
                    <a:pt x="1632" y="336"/>
                  </a:lnTo>
                  <a:lnTo>
                    <a:pt x="1679" y="336"/>
                  </a:lnTo>
                  <a:lnTo>
                    <a:pt x="1681" y="368"/>
                  </a:lnTo>
                  <a:lnTo>
                    <a:pt x="1795" y="356"/>
                  </a:lnTo>
                  <a:lnTo>
                    <a:pt x="1823" y="433"/>
                  </a:lnTo>
                  <a:lnTo>
                    <a:pt x="1821" y="519"/>
                  </a:lnTo>
                  <a:lnTo>
                    <a:pt x="1770" y="527"/>
                  </a:lnTo>
                  <a:lnTo>
                    <a:pt x="1727" y="576"/>
                  </a:lnTo>
                  <a:lnTo>
                    <a:pt x="1620" y="584"/>
                  </a:lnTo>
                  <a:lnTo>
                    <a:pt x="1587" y="618"/>
                  </a:lnTo>
                  <a:lnTo>
                    <a:pt x="1610" y="693"/>
                  </a:lnTo>
                  <a:lnTo>
                    <a:pt x="1669" y="771"/>
                  </a:lnTo>
                  <a:lnTo>
                    <a:pt x="1721" y="815"/>
                  </a:lnTo>
                  <a:lnTo>
                    <a:pt x="1732" y="905"/>
                  </a:lnTo>
                  <a:lnTo>
                    <a:pt x="1731" y="956"/>
                  </a:lnTo>
                  <a:lnTo>
                    <a:pt x="1669" y="984"/>
                  </a:lnTo>
                  <a:lnTo>
                    <a:pt x="1616" y="913"/>
                  </a:lnTo>
                  <a:lnTo>
                    <a:pt x="1591" y="905"/>
                  </a:lnTo>
                  <a:lnTo>
                    <a:pt x="1575" y="838"/>
                  </a:lnTo>
                  <a:lnTo>
                    <a:pt x="1516" y="856"/>
                  </a:lnTo>
                  <a:lnTo>
                    <a:pt x="1463" y="818"/>
                  </a:lnTo>
                  <a:lnTo>
                    <a:pt x="1445" y="838"/>
                  </a:lnTo>
                  <a:lnTo>
                    <a:pt x="1457" y="880"/>
                  </a:lnTo>
                  <a:lnTo>
                    <a:pt x="1421" y="895"/>
                  </a:lnTo>
                  <a:lnTo>
                    <a:pt x="1362" y="909"/>
                  </a:lnTo>
                  <a:lnTo>
                    <a:pt x="1378" y="958"/>
                  </a:lnTo>
                  <a:lnTo>
                    <a:pt x="1313" y="950"/>
                  </a:lnTo>
                  <a:lnTo>
                    <a:pt x="1248" y="907"/>
                  </a:lnTo>
                  <a:lnTo>
                    <a:pt x="1197" y="944"/>
                  </a:lnTo>
                  <a:lnTo>
                    <a:pt x="1201" y="986"/>
                  </a:lnTo>
                  <a:lnTo>
                    <a:pt x="1252" y="1009"/>
                  </a:lnTo>
                  <a:lnTo>
                    <a:pt x="1280" y="1009"/>
                  </a:lnTo>
                  <a:lnTo>
                    <a:pt x="1301" y="1068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4" name="Freeform 113"/>
            <p:cNvSpPr/>
            <p:nvPr/>
          </p:nvSpPr>
          <p:spPr bwMode="gray">
            <a:xfrm>
              <a:off x="2685" y="3045"/>
              <a:ext cx="453" cy="398"/>
            </a:xfrm>
            <a:custGeom>
              <a:avLst/>
              <a:gdLst>
                <a:gd name="T0" fmla="*/ 221 w 907"/>
                <a:gd name="T1" fmla="*/ 85 h 796"/>
                <a:gd name="T2" fmla="*/ 221 w 907"/>
                <a:gd name="T3" fmla="*/ 106 h 796"/>
                <a:gd name="T4" fmla="*/ 226 w 907"/>
                <a:gd name="T5" fmla="*/ 130 h 796"/>
                <a:gd name="T6" fmla="*/ 217 w 907"/>
                <a:gd name="T7" fmla="*/ 139 h 796"/>
                <a:gd name="T8" fmla="*/ 209 w 907"/>
                <a:gd name="T9" fmla="*/ 152 h 796"/>
                <a:gd name="T10" fmla="*/ 195 w 907"/>
                <a:gd name="T11" fmla="*/ 160 h 796"/>
                <a:gd name="T12" fmla="*/ 179 w 907"/>
                <a:gd name="T13" fmla="*/ 159 h 796"/>
                <a:gd name="T14" fmla="*/ 165 w 907"/>
                <a:gd name="T15" fmla="*/ 174 h 796"/>
                <a:gd name="T16" fmla="*/ 150 w 907"/>
                <a:gd name="T17" fmla="*/ 168 h 796"/>
                <a:gd name="T18" fmla="*/ 134 w 907"/>
                <a:gd name="T19" fmla="*/ 164 h 796"/>
                <a:gd name="T20" fmla="*/ 120 w 907"/>
                <a:gd name="T21" fmla="*/ 174 h 796"/>
                <a:gd name="T22" fmla="*/ 105 w 907"/>
                <a:gd name="T23" fmla="*/ 184 h 796"/>
                <a:gd name="T24" fmla="*/ 98 w 907"/>
                <a:gd name="T25" fmla="*/ 196 h 796"/>
                <a:gd name="T26" fmla="*/ 70 w 907"/>
                <a:gd name="T27" fmla="*/ 185 h 796"/>
                <a:gd name="T28" fmla="*/ 48 w 907"/>
                <a:gd name="T29" fmla="*/ 199 h 796"/>
                <a:gd name="T30" fmla="*/ 44 w 907"/>
                <a:gd name="T31" fmla="*/ 187 h 796"/>
                <a:gd name="T32" fmla="*/ 34 w 907"/>
                <a:gd name="T33" fmla="*/ 168 h 796"/>
                <a:gd name="T34" fmla="*/ 41 w 907"/>
                <a:gd name="T35" fmla="*/ 126 h 796"/>
                <a:gd name="T36" fmla="*/ 27 w 907"/>
                <a:gd name="T37" fmla="*/ 116 h 796"/>
                <a:gd name="T38" fmla="*/ 6 w 907"/>
                <a:gd name="T39" fmla="*/ 118 h 796"/>
                <a:gd name="T40" fmla="*/ 0 w 907"/>
                <a:gd name="T41" fmla="*/ 98 h 796"/>
                <a:gd name="T42" fmla="*/ 21 w 907"/>
                <a:gd name="T43" fmla="*/ 88 h 796"/>
                <a:gd name="T44" fmla="*/ 30 w 907"/>
                <a:gd name="T45" fmla="*/ 86 h 796"/>
                <a:gd name="T46" fmla="*/ 59 w 907"/>
                <a:gd name="T47" fmla="*/ 83 h 796"/>
                <a:gd name="T48" fmla="*/ 78 w 907"/>
                <a:gd name="T49" fmla="*/ 69 h 796"/>
                <a:gd name="T50" fmla="*/ 98 w 907"/>
                <a:gd name="T51" fmla="*/ 48 h 796"/>
                <a:gd name="T52" fmla="*/ 78 w 907"/>
                <a:gd name="T53" fmla="*/ 42 h 796"/>
                <a:gd name="T54" fmla="*/ 90 w 907"/>
                <a:gd name="T55" fmla="*/ 22 h 796"/>
                <a:gd name="T56" fmla="*/ 122 w 907"/>
                <a:gd name="T57" fmla="*/ 35 h 796"/>
                <a:gd name="T58" fmla="*/ 132 w 907"/>
                <a:gd name="T59" fmla="*/ 19 h 796"/>
                <a:gd name="T60" fmla="*/ 139 w 907"/>
                <a:gd name="T61" fmla="*/ 5 h 796"/>
                <a:gd name="T62" fmla="*/ 157 w 907"/>
                <a:gd name="T63" fmla="*/ 9 h 796"/>
                <a:gd name="T64" fmla="*/ 175 w 907"/>
                <a:gd name="T65" fmla="*/ 22 h 796"/>
                <a:gd name="T66" fmla="*/ 195 w 907"/>
                <a:gd name="T67" fmla="*/ 41 h 796"/>
                <a:gd name="T68" fmla="*/ 216 w 907"/>
                <a:gd name="T69" fmla="*/ 52 h 796"/>
                <a:gd name="T70" fmla="*/ 208 w 907"/>
                <a:gd name="T71" fmla="*/ 78 h 7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07"/>
                <a:gd name="T109" fmla="*/ 0 h 796"/>
                <a:gd name="T110" fmla="*/ 907 w 907"/>
                <a:gd name="T111" fmla="*/ 796 h 79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07" h="796">
                  <a:moveTo>
                    <a:pt x="817" y="333"/>
                  </a:moveTo>
                  <a:lnTo>
                    <a:pt x="884" y="339"/>
                  </a:lnTo>
                  <a:lnTo>
                    <a:pt x="905" y="372"/>
                  </a:lnTo>
                  <a:lnTo>
                    <a:pt x="884" y="424"/>
                  </a:lnTo>
                  <a:lnTo>
                    <a:pt x="880" y="475"/>
                  </a:lnTo>
                  <a:lnTo>
                    <a:pt x="907" y="520"/>
                  </a:lnTo>
                  <a:lnTo>
                    <a:pt x="882" y="569"/>
                  </a:lnTo>
                  <a:lnTo>
                    <a:pt x="870" y="555"/>
                  </a:lnTo>
                  <a:lnTo>
                    <a:pt x="837" y="567"/>
                  </a:lnTo>
                  <a:lnTo>
                    <a:pt x="837" y="607"/>
                  </a:lnTo>
                  <a:lnTo>
                    <a:pt x="801" y="607"/>
                  </a:lnTo>
                  <a:lnTo>
                    <a:pt x="783" y="640"/>
                  </a:lnTo>
                  <a:lnTo>
                    <a:pt x="746" y="620"/>
                  </a:lnTo>
                  <a:lnTo>
                    <a:pt x="717" y="636"/>
                  </a:lnTo>
                  <a:lnTo>
                    <a:pt x="709" y="670"/>
                  </a:lnTo>
                  <a:lnTo>
                    <a:pt x="663" y="695"/>
                  </a:lnTo>
                  <a:lnTo>
                    <a:pt x="640" y="674"/>
                  </a:lnTo>
                  <a:lnTo>
                    <a:pt x="600" y="670"/>
                  </a:lnTo>
                  <a:lnTo>
                    <a:pt x="579" y="630"/>
                  </a:lnTo>
                  <a:lnTo>
                    <a:pt x="539" y="654"/>
                  </a:lnTo>
                  <a:lnTo>
                    <a:pt x="530" y="683"/>
                  </a:lnTo>
                  <a:lnTo>
                    <a:pt x="480" y="695"/>
                  </a:lnTo>
                  <a:lnTo>
                    <a:pt x="449" y="725"/>
                  </a:lnTo>
                  <a:lnTo>
                    <a:pt x="421" y="735"/>
                  </a:lnTo>
                  <a:lnTo>
                    <a:pt x="417" y="756"/>
                  </a:lnTo>
                  <a:lnTo>
                    <a:pt x="392" y="782"/>
                  </a:lnTo>
                  <a:lnTo>
                    <a:pt x="337" y="774"/>
                  </a:lnTo>
                  <a:lnTo>
                    <a:pt x="283" y="740"/>
                  </a:lnTo>
                  <a:lnTo>
                    <a:pt x="246" y="742"/>
                  </a:lnTo>
                  <a:lnTo>
                    <a:pt x="193" y="794"/>
                  </a:lnTo>
                  <a:lnTo>
                    <a:pt x="142" y="796"/>
                  </a:lnTo>
                  <a:lnTo>
                    <a:pt x="179" y="746"/>
                  </a:lnTo>
                  <a:lnTo>
                    <a:pt x="177" y="691"/>
                  </a:lnTo>
                  <a:lnTo>
                    <a:pt x="136" y="672"/>
                  </a:lnTo>
                  <a:lnTo>
                    <a:pt x="114" y="628"/>
                  </a:lnTo>
                  <a:lnTo>
                    <a:pt x="165" y="504"/>
                  </a:lnTo>
                  <a:lnTo>
                    <a:pt x="130" y="459"/>
                  </a:lnTo>
                  <a:lnTo>
                    <a:pt x="108" y="465"/>
                  </a:lnTo>
                  <a:lnTo>
                    <a:pt x="67" y="485"/>
                  </a:lnTo>
                  <a:lnTo>
                    <a:pt x="26" y="473"/>
                  </a:lnTo>
                  <a:lnTo>
                    <a:pt x="22" y="418"/>
                  </a:lnTo>
                  <a:lnTo>
                    <a:pt x="0" y="390"/>
                  </a:lnTo>
                  <a:lnTo>
                    <a:pt x="55" y="329"/>
                  </a:lnTo>
                  <a:lnTo>
                    <a:pt x="85" y="351"/>
                  </a:lnTo>
                  <a:lnTo>
                    <a:pt x="108" y="325"/>
                  </a:lnTo>
                  <a:lnTo>
                    <a:pt x="122" y="341"/>
                  </a:lnTo>
                  <a:lnTo>
                    <a:pt x="191" y="341"/>
                  </a:lnTo>
                  <a:lnTo>
                    <a:pt x="238" y="331"/>
                  </a:lnTo>
                  <a:lnTo>
                    <a:pt x="254" y="266"/>
                  </a:lnTo>
                  <a:lnTo>
                    <a:pt x="315" y="276"/>
                  </a:lnTo>
                  <a:lnTo>
                    <a:pt x="413" y="248"/>
                  </a:lnTo>
                  <a:lnTo>
                    <a:pt x="392" y="189"/>
                  </a:lnTo>
                  <a:lnTo>
                    <a:pt x="364" y="189"/>
                  </a:lnTo>
                  <a:lnTo>
                    <a:pt x="313" y="166"/>
                  </a:lnTo>
                  <a:lnTo>
                    <a:pt x="309" y="124"/>
                  </a:lnTo>
                  <a:lnTo>
                    <a:pt x="360" y="87"/>
                  </a:lnTo>
                  <a:lnTo>
                    <a:pt x="421" y="128"/>
                  </a:lnTo>
                  <a:lnTo>
                    <a:pt x="490" y="138"/>
                  </a:lnTo>
                  <a:lnTo>
                    <a:pt x="476" y="89"/>
                  </a:lnTo>
                  <a:lnTo>
                    <a:pt x="531" y="75"/>
                  </a:lnTo>
                  <a:lnTo>
                    <a:pt x="569" y="60"/>
                  </a:lnTo>
                  <a:lnTo>
                    <a:pt x="557" y="18"/>
                  </a:lnTo>
                  <a:lnTo>
                    <a:pt x="577" y="0"/>
                  </a:lnTo>
                  <a:lnTo>
                    <a:pt x="628" y="36"/>
                  </a:lnTo>
                  <a:lnTo>
                    <a:pt x="687" y="18"/>
                  </a:lnTo>
                  <a:lnTo>
                    <a:pt x="703" y="85"/>
                  </a:lnTo>
                  <a:lnTo>
                    <a:pt x="728" y="93"/>
                  </a:lnTo>
                  <a:lnTo>
                    <a:pt x="781" y="164"/>
                  </a:lnTo>
                  <a:lnTo>
                    <a:pt x="843" y="136"/>
                  </a:lnTo>
                  <a:lnTo>
                    <a:pt x="864" y="209"/>
                  </a:lnTo>
                  <a:lnTo>
                    <a:pt x="884" y="280"/>
                  </a:lnTo>
                  <a:lnTo>
                    <a:pt x="833" y="309"/>
                  </a:lnTo>
                  <a:lnTo>
                    <a:pt x="817" y="333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5" name="Freeform 114"/>
            <p:cNvSpPr/>
            <p:nvPr/>
          </p:nvSpPr>
          <p:spPr bwMode="gray">
            <a:xfrm>
              <a:off x="2685" y="3045"/>
              <a:ext cx="453" cy="398"/>
            </a:xfrm>
            <a:custGeom>
              <a:avLst/>
              <a:gdLst>
                <a:gd name="T0" fmla="*/ 221 w 907"/>
                <a:gd name="T1" fmla="*/ 85 h 796"/>
                <a:gd name="T2" fmla="*/ 221 w 907"/>
                <a:gd name="T3" fmla="*/ 106 h 796"/>
                <a:gd name="T4" fmla="*/ 226 w 907"/>
                <a:gd name="T5" fmla="*/ 130 h 796"/>
                <a:gd name="T6" fmla="*/ 217 w 907"/>
                <a:gd name="T7" fmla="*/ 139 h 796"/>
                <a:gd name="T8" fmla="*/ 209 w 907"/>
                <a:gd name="T9" fmla="*/ 152 h 796"/>
                <a:gd name="T10" fmla="*/ 195 w 907"/>
                <a:gd name="T11" fmla="*/ 160 h 796"/>
                <a:gd name="T12" fmla="*/ 179 w 907"/>
                <a:gd name="T13" fmla="*/ 159 h 796"/>
                <a:gd name="T14" fmla="*/ 165 w 907"/>
                <a:gd name="T15" fmla="*/ 174 h 796"/>
                <a:gd name="T16" fmla="*/ 150 w 907"/>
                <a:gd name="T17" fmla="*/ 168 h 796"/>
                <a:gd name="T18" fmla="*/ 134 w 907"/>
                <a:gd name="T19" fmla="*/ 164 h 796"/>
                <a:gd name="T20" fmla="*/ 120 w 907"/>
                <a:gd name="T21" fmla="*/ 174 h 796"/>
                <a:gd name="T22" fmla="*/ 105 w 907"/>
                <a:gd name="T23" fmla="*/ 184 h 796"/>
                <a:gd name="T24" fmla="*/ 98 w 907"/>
                <a:gd name="T25" fmla="*/ 196 h 796"/>
                <a:gd name="T26" fmla="*/ 70 w 907"/>
                <a:gd name="T27" fmla="*/ 185 h 796"/>
                <a:gd name="T28" fmla="*/ 48 w 907"/>
                <a:gd name="T29" fmla="*/ 199 h 796"/>
                <a:gd name="T30" fmla="*/ 44 w 907"/>
                <a:gd name="T31" fmla="*/ 187 h 796"/>
                <a:gd name="T32" fmla="*/ 34 w 907"/>
                <a:gd name="T33" fmla="*/ 168 h 796"/>
                <a:gd name="T34" fmla="*/ 41 w 907"/>
                <a:gd name="T35" fmla="*/ 126 h 796"/>
                <a:gd name="T36" fmla="*/ 27 w 907"/>
                <a:gd name="T37" fmla="*/ 116 h 796"/>
                <a:gd name="T38" fmla="*/ 6 w 907"/>
                <a:gd name="T39" fmla="*/ 118 h 796"/>
                <a:gd name="T40" fmla="*/ 0 w 907"/>
                <a:gd name="T41" fmla="*/ 98 h 796"/>
                <a:gd name="T42" fmla="*/ 21 w 907"/>
                <a:gd name="T43" fmla="*/ 88 h 796"/>
                <a:gd name="T44" fmla="*/ 30 w 907"/>
                <a:gd name="T45" fmla="*/ 86 h 796"/>
                <a:gd name="T46" fmla="*/ 59 w 907"/>
                <a:gd name="T47" fmla="*/ 83 h 796"/>
                <a:gd name="T48" fmla="*/ 78 w 907"/>
                <a:gd name="T49" fmla="*/ 69 h 796"/>
                <a:gd name="T50" fmla="*/ 98 w 907"/>
                <a:gd name="T51" fmla="*/ 48 h 796"/>
                <a:gd name="T52" fmla="*/ 78 w 907"/>
                <a:gd name="T53" fmla="*/ 42 h 796"/>
                <a:gd name="T54" fmla="*/ 90 w 907"/>
                <a:gd name="T55" fmla="*/ 22 h 796"/>
                <a:gd name="T56" fmla="*/ 122 w 907"/>
                <a:gd name="T57" fmla="*/ 35 h 796"/>
                <a:gd name="T58" fmla="*/ 132 w 907"/>
                <a:gd name="T59" fmla="*/ 19 h 796"/>
                <a:gd name="T60" fmla="*/ 139 w 907"/>
                <a:gd name="T61" fmla="*/ 5 h 796"/>
                <a:gd name="T62" fmla="*/ 157 w 907"/>
                <a:gd name="T63" fmla="*/ 9 h 796"/>
                <a:gd name="T64" fmla="*/ 175 w 907"/>
                <a:gd name="T65" fmla="*/ 22 h 796"/>
                <a:gd name="T66" fmla="*/ 195 w 907"/>
                <a:gd name="T67" fmla="*/ 41 h 796"/>
                <a:gd name="T68" fmla="*/ 216 w 907"/>
                <a:gd name="T69" fmla="*/ 52 h 796"/>
                <a:gd name="T70" fmla="*/ 208 w 907"/>
                <a:gd name="T71" fmla="*/ 78 h 7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07"/>
                <a:gd name="T109" fmla="*/ 0 h 796"/>
                <a:gd name="T110" fmla="*/ 907 w 907"/>
                <a:gd name="T111" fmla="*/ 796 h 79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07" h="796">
                  <a:moveTo>
                    <a:pt x="817" y="333"/>
                  </a:moveTo>
                  <a:lnTo>
                    <a:pt x="884" y="339"/>
                  </a:lnTo>
                  <a:lnTo>
                    <a:pt x="905" y="372"/>
                  </a:lnTo>
                  <a:lnTo>
                    <a:pt x="884" y="424"/>
                  </a:lnTo>
                  <a:lnTo>
                    <a:pt x="880" y="475"/>
                  </a:lnTo>
                  <a:lnTo>
                    <a:pt x="907" y="520"/>
                  </a:lnTo>
                  <a:lnTo>
                    <a:pt x="882" y="569"/>
                  </a:lnTo>
                  <a:lnTo>
                    <a:pt x="870" y="555"/>
                  </a:lnTo>
                  <a:lnTo>
                    <a:pt x="837" y="567"/>
                  </a:lnTo>
                  <a:lnTo>
                    <a:pt x="837" y="607"/>
                  </a:lnTo>
                  <a:lnTo>
                    <a:pt x="801" y="607"/>
                  </a:lnTo>
                  <a:lnTo>
                    <a:pt x="783" y="640"/>
                  </a:lnTo>
                  <a:lnTo>
                    <a:pt x="746" y="620"/>
                  </a:lnTo>
                  <a:lnTo>
                    <a:pt x="717" y="636"/>
                  </a:lnTo>
                  <a:lnTo>
                    <a:pt x="709" y="670"/>
                  </a:lnTo>
                  <a:lnTo>
                    <a:pt x="663" y="695"/>
                  </a:lnTo>
                  <a:lnTo>
                    <a:pt x="640" y="674"/>
                  </a:lnTo>
                  <a:lnTo>
                    <a:pt x="600" y="670"/>
                  </a:lnTo>
                  <a:lnTo>
                    <a:pt x="579" y="630"/>
                  </a:lnTo>
                  <a:lnTo>
                    <a:pt x="539" y="654"/>
                  </a:lnTo>
                  <a:lnTo>
                    <a:pt x="530" y="683"/>
                  </a:lnTo>
                  <a:lnTo>
                    <a:pt x="480" y="695"/>
                  </a:lnTo>
                  <a:lnTo>
                    <a:pt x="449" y="725"/>
                  </a:lnTo>
                  <a:lnTo>
                    <a:pt x="421" y="735"/>
                  </a:lnTo>
                  <a:lnTo>
                    <a:pt x="417" y="756"/>
                  </a:lnTo>
                  <a:lnTo>
                    <a:pt x="392" y="782"/>
                  </a:lnTo>
                  <a:lnTo>
                    <a:pt x="337" y="774"/>
                  </a:lnTo>
                  <a:lnTo>
                    <a:pt x="283" y="740"/>
                  </a:lnTo>
                  <a:lnTo>
                    <a:pt x="246" y="742"/>
                  </a:lnTo>
                  <a:lnTo>
                    <a:pt x="193" y="794"/>
                  </a:lnTo>
                  <a:lnTo>
                    <a:pt x="142" y="796"/>
                  </a:lnTo>
                  <a:lnTo>
                    <a:pt x="179" y="746"/>
                  </a:lnTo>
                  <a:lnTo>
                    <a:pt x="177" y="691"/>
                  </a:lnTo>
                  <a:lnTo>
                    <a:pt x="136" y="672"/>
                  </a:lnTo>
                  <a:lnTo>
                    <a:pt x="114" y="628"/>
                  </a:lnTo>
                  <a:lnTo>
                    <a:pt x="165" y="504"/>
                  </a:lnTo>
                  <a:lnTo>
                    <a:pt x="130" y="459"/>
                  </a:lnTo>
                  <a:lnTo>
                    <a:pt x="108" y="465"/>
                  </a:lnTo>
                  <a:lnTo>
                    <a:pt x="67" y="485"/>
                  </a:lnTo>
                  <a:lnTo>
                    <a:pt x="26" y="473"/>
                  </a:lnTo>
                  <a:lnTo>
                    <a:pt x="22" y="418"/>
                  </a:lnTo>
                  <a:lnTo>
                    <a:pt x="0" y="390"/>
                  </a:lnTo>
                  <a:lnTo>
                    <a:pt x="55" y="329"/>
                  </a:lnTo>
                  <a:lnTo>
                    <a:pt x="85" y="351"/>
                  </a:lnTo>
                  <a:lnTo>
                    <a:pt x="108" y="325"/>
                  </a:lnTo>
                  <a:lnTo>
                    <a:pt x="122" y="341"/>
                  </a:lnTo>
                  <a:lnTo>
                    <a:pt x="191" y="341"/>
                  </a:lnTo>
                  <a:lnTo>
                    <a:pt x="238" y="331"/>
                  </a:lnTo>
                  <a:lnTo>
                    <a:pt x="254" y="266"/>
                  </a:lnTo>
                  <a:lnTo>
                    <a:pt x="315" y="276"/>
                  </a:lnTo>
                  <a:lnTo>
                    <a:pt x="413" y="248"/>
                  </a:lnTo>
                  <a:lnTo>
                    <a:pt x="392" y="189"/>
                  </a:lnTo>
                  <a:lnTo>
                    <a:pt x="364" y="189"/>
                  </a:lnTo>
                  <a:lnTo>
                    <a:pt x="313" y="166"/>
                  </a:lnTo>
                  <a:lnTo>
                    <a:pt x="309" y="124"/>
                  </a:lnTo>
                  <a:lnTo>
                    <a:pt x="360" y="87"/>
                  </a:lnTo>
                  <a:lnTo>
                    <a:pt x="421" y="128"/>
                  </a:lnTo>
                  <a:lnTo>
                    <a:pt x="490" y="138"/>
                  </a:lnTo>
                  <a:lnTo>
                    <a:pt x="476" y="89"/>
                  </a:lnTo>
                  <a:lnTo>
                    <a:pt x="531" y="75"/>
                  </a:lnTo>
                  <a:lnTo>
                    <a:pt x="569" y="60"/>
                  </a:lnTo>
                  <a:lnTo>
                    <a:pt x="557" y="18"/>
                  </a:lnTo>
                  <a:lnTo>
                    <a:pt x="577" y="0"/>
                  </a:lnTo>
                  <a:lnTo>
                    <a:pt x="628" y="36"/>
                  </a:lnTo>
                  <a:lnTo>
                    <a:pt x="687" y="18"/>
                  </a:lnTo>
                  <a:lnTo>
                    <a:pt x="703" y="85"/>
                  </a:lnTo>
                  <a:lnTo>
                    <a:pt x="728" y="93"/>
                  </a:lnTo>
                  <a:lnTo>
                    <a:pt x="781" y="164"/>
                  </a:lnTo>
                  <a:lnTo>
                    <a:pt x="843" y="136"/>
                  </a:lnTo>
                  <a:lnTo>
                    <a:pt x="864" y="209"/>
                  </a:lnTo>
                  <a:lnTo>
                    <a:pt x="884" y="280"/>
                  </a:lnTo>
                  <a:lnTo>
                    <a:pt x="833" y="309"/>
                  </a:lnTo>
                  <a:lnTo>
                    <a:pt x="817" y="333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6" name="Freeform 115"/>
            <p:cNvSpPr/>
            <p:nvPr/>
          </p:nvSpPr>
          <p:spPr bwMode="gray">
            <a:xfrm>
              <a:off x="3094" y="2950"/>
              <a:ext cx="402" cy="458"/>
            </a:xfrm>
            <a:custGeom>
              <a:avLst/>
              <a:gdLst>
                <a:gd name="T0" fmla="*/ 186 w 805"/>
                <a:gd name="T1" fmla="*/ 44 h 917"/>
                <a:gd name="T2" fmla="*/ 191 w 805"/>
                <a:gd name="T3" fmla="*/ 62 h 917"/>
                <a:gd name="T4" fmla="*/ 185 w 805"/>
                <a:gd name="T5" fmla="*/ 74 h 917"/>
                <a:gd name="T6" fmla="*/ 176 w 805"/>
                <a:gd name="T7" fmla="*/ 80 h 917"/>
                <a:gd name="T8" fmla="*/ 171 w 805"/>
                <a:gd name="T9" fmla="*/ 98 h 917"/>
                <a:gd name="T10" fmla="*/ 184 w 805"/>
                <a:gd name="T11" fmla="*/ 111 h 917"/>
                <a:gd name="T12" fmla="*/ 186 w 805"/>
                <a:gd name="T13" fmla="*/ 132 h 917"/>
                <a:gd name="T14" fmla="*/ 196 w 805"/>
                <a:gd name="T15" fmla="*/ 139 h 917"/>
                <a:gd name="T16" fmla="*/ 201 w 805"/>
                <a:gd name="T17" fmla="*/ 156 h 917"/>
                <a:gd name="T18" fmla="*/ 194 w 805"/>
                <a:gd name="T19" fmla="*/ 172 h 917"/>
                <a:gd name="T20" fmla="*/ 195 w 805"/>
                <a:gd name="T21" fmla="*/ 186 h 917"/>
                <a:gd name="T22" fmla="*/ 181 w 805"/>
                <a:gd name="T23" fmla="*/ 194 h 917"/>
                <a:gd name="T24" fmla="*/ 168 w 805"/>
                <a:gd name="T25" fmla="*/ 186 h 917"/>
                <a:gd name="T26" fmla="*/ 143 w 805"/>
                <a:gd name="T27" fmla="*/ 204 h 917"/>
                <a:gd name="T28" fmla="*/ 129 w 805"/>
                <a:gd name="T29" fmla="*/ 206 h 917"/>
                <a:gd name="T30" fmla="*/ 129 w 805"/>
                <a:gd name="T31" fmla="*/ 220 h 917"/>
                <a:gd name="T32" fmla="*/ 123 w 805"/>
                <a:gd name="T33" fmla="*/ 223 h 917"/>
                <a:gd name="T34" fmla="*/ 114 w 805"/>
                <a:gd name="T35" fmla="*/ 223 h 917"/>
                <a:gd name="T36" fmla="*/ 104 w 805"/>
                <a:gd name="T37" fmla="*/ 229 h 917"/>
                <a:gd name="T38" fmla="*/ 104 w 805"/>
                <a:gd name="T39" fmla="*/ 218 h 917"/>
                <a:gd name="T40" fmla="*/ 100 w 805"/>
                <a:gd name="T41" fmla="*/ 212 h 917"/>
                <a:gd name="T42" fmla="*/ 83 w 805"/>
                <a:gd name="T43" fmla="*/ 212 h 917"/>
                <a:gd name="T44" fmla="*/ 96 w 805"/>
                <a:gd name="T45" fmla="*/ 196 h 917"/>
                <a:gd name="T46" fmla="*/ 97 w 805"/>
                <a:gd name="T47" fmla="*/ 181 h 917"/>
                <a:gd name="T48" fmla="*/ 90 w 805"/>
                <a:gd name="T49" fmla="*/ 176 h 917"/>
                <a:gd name="T50" fmla="*/ 90 w 805"/>
                <a:gd name="T51" fmla="*/ 161 h 917"/>
                <a:gd name="T52" fmla="*/ 82 w 805"/>
                <a:gd name="T53" fmla="*/ 159 h 917"/>
                <a:gd name="T54" fmla="*/ 74 w 805"/>
                <a:gd name="T55" fmla="*/ 163 h 917"/>
                <a:gd name="T56" fmla="*/ 64 w 805"/>
                <a:gd name="T57" fmla="*/ 160 h 917"/>
                <a:gd name="T58" fmla="*/ 53 w 805"/>
                <a:gd name="T59" fmla="*/ 175 h 917"/>
                <a:gd name="T60" fmla="*/ 47 w 805"/>
                <a:gd name="T61" fmla="*/ 168 h 917"/>
                <a:gd name="T62" fmla="*/ 40 w 805"/>
                <a:gd name="T63" fmla="*/ 166 h 917"/>
                <a:gd name="T64" fmla="*/ 37 w 805"/>
                <a:gd name="T65" fmla="*/ 178 h 917"/>
                <a:gd name="T66" fmla="*/ 22 w 805"/>
                <a:gd name="T67" fmla="*/ 177 h 917"/>
                <a:gd name="T68" fmla="*/ 15 w 805"/>
                <a:gd name="T69" fmla="*/ 166 h 917"/>
                <a:gd name="T70" fmla="*/ 16 w 805"/>
                <a:gd name="T71" fmla="*/ 153 h 917"/>
                <a:gd name="T72" fmla="*/ 21 w 805"/>
                <a:gd name="T73" fmla="*/ 140 h 917"/>
                <a:gd name="T74" fmla="*/ 16 w 805"/>
                <a:gd name="T75" fmla="*/ 132 h 917"/>
                <a:gd name="T76" fmla="*/ 0 w 805"/>
                <a:gd name="T77" fmla="*/ 130 h 917"/>
                <a:gd name="T78" fmla="*/ 3 w 805"/>
                <a:gd name="T79" fmla="*/ 124 h 917"/>
                <a:gd name="T80" fmla="*/ 15 w 805"/>
                <a:gd name="T81" fmla="*/ 117 h 917"/>
                <a:gd name="T82" fmla="*/ 6 w 805"/>
                <a:gd name="T83" fmla="*/ 81 h 917"/>
                <a:gd name="T84" fmla="*/ 6 w 805"/>
                <a:gd name="T85" fmla="*/ 68 h 917"/>
                <a:gd name="T86" fmla="*/ 3 w 805"/>
                <a:gd name="T87" fmla="*/ 46 h 917"/>
                <a:gd name="T88" fmla="*/ 10 w 805"/>
                <a:gd name="T89" fmla="*/ 30 h 917"/>
                <a:gd name="T90" fmla="*/ 25 w 805"/>
                <a:gd name="T91" fmla="*/ 17 h 917"/>
                <a:gd name="T92" fmla="*/ 49 w 805"/>
                <a:gd name="T93" fmla="*/ 21 h 917"/>
                <a:gd name="T94" fmla="*/ 53 w 805"/>
                <a:gd name="T95" fmla="*/ 14 h 917"/>
                <a:gd name="T96" fmla="*/ 45 w 805"/>
                <a:gd name="T97" fmla="*/ 4 h 917"/>
                <a:gd name="T98" fmla="*/ 63 w 805"/>
                <a:gd name="T99" fmla="*/ 0 h 917"/>
                <a:gd name="T100" fmla="*/ 85 w 805"/>
                <a:gd name="T101" fmla="*/ 6 h 917"/>
                <a:gd name="T102" fmla="*/ 102 w 805"/>
                <a:gd name="T103" fmla="*/ 7 h 917"/>
                <a:gd name="T104" fmla="*/ 117 w 805"/>
                <a:gd name="T105" fmla="*/ 17 h 917"/>
                <a:gd name="T106" fmla="*/ 132 w 805"/>
                <a:gd name="T107" fmla="*/ 8 h 917"/>
                <a:gd name="T108" fmla="*/ 140 w 805"/>
                <a:gd name="T109" fmla="*/ 10 h 917"/>
                <a:gd name="T110" fmla="*/ 141 w 805"/>
                <a:gd name="T111" fmla="*/ 18 h 917"/>
                <a:gd name="T112" fmla="*/ 159 w 805"/>
                <a:gd name="T113" fmla="*/ 6 h 917"/>
                <a:gd name="T114" fmla="*/ 167 w 805"/>
                <a:gd name="T115" fmla="*/ 14 h 917"/>
                <a:gd name="T116" fmla="*/ 166 w 805"/>
                <a:gd name="T117" fmla="*/ 28 h 917"/>
                <a:gd name="T118" fmla="*/ 178 w 805"/>
                <a:gd name="T119" fmla="*/ 31 h 917"/>
                <a:gd name="T120" fmla="*/ 186 w 805"/>
                <a:gd name="T121" fmla="*/ 44 h 91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05"/>
                <a:gd name="T184" fmla="*/ 0 h 917"/>
                <a:gd name="T185" fmla="*/ 805 w 805"/>
                <a:gd name="T186" fmla="*/ 917 h 91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05" h="917">
                  <a:moveTo>
                    <a:pt x="746" y="177"/>
                  </a:moveTo>
                  <a:lnTo>
                    <a:pt x="766" y="251"/>
                  </a:lnTo>
                  <a:lnTo>
                    <a:pt x="740" y="299"/>
                  </a:lnTo>
                  <a:lnTo>
                    <a:pt x="707" y="322"/>
                  </a:lnTo>
                  <a:lnTo>
                    <a:pt x="685" y="393"/>
                  </a:lnTo>
                  <a:lnTo>
                    <a:pt x="736" y="446"/>
                  </a:lnTo>
                  <a:lnTo>
                    <a:pt x="746" y="531"/>
                  </a:lnTo>
                  <a:lnTo>
                    <a:pt x="787" y="557"/>
                  </a:lnTo>
                  <a:lnTo>
                    <a:pt x="805" y="627"/>
                  </a:lnTo>
                  <a:lnTo>
                    <a:pt x="777" y="688"/>
                  </a:lnTo>
                  <a:lnTo>
                    <a:pt x="781" y="747"/>
                  </a:lnTo>
                  <a:lnTo>
                    <a:pt x="724" y="777"/>
                  </a:lnTo>
                  <a:lnTo>
                    <a:pt x="673" y="747"/>
                  </a:lnTo>
                  <a:lnTo>
                    <a:pt x="573" y="816"/>
                  </a:lnTo>
                  <a:lnTo>
                    <a:pt x="518" y="824"/>
                  </a:lnTo>
                  <a:lnTo>
                    <a:pt x="518" y="881"/>
                  </a:lnTo>
                  <a:lnTo>
                    <a:pt x="492" y="895"/>
                  </a:lnTo>
                  <a:lnTo>
                    <a:pt x="457" y="895"/>
                  </a:lnTo>
                  <a:lnTo>
                    <a:pt x="419" y="917"/>
                  </a:lnTo>
                  <a:lnTo>
                    <a:pt x="419" y="873"/>
                  </a:lnTo>
                  <a:lnTo>
                    <a:pt x="403" y="848"/>
                  </a:lnTo>
                  <a:lnTo>
                    <a:pt x="333" y="850"/>
                  </a:lnTo>
                  <a:lnTo>
                    <a:pt x="384" y="787"/>
                  </a:lnTo>
                  <a:lnTo>
                    <a:pt x="388" y="726"/>
                  </a:lnTo>
                  <a:lnTo>
                    <a:pt x="362" y="706"/>
                  </a:lnTo>
                  <a:lnTo>
                    <a:pt x="362" y="647"/>
                  </a:lnTo>
                  <a:lnTo>
                    <a:pt x="329" y="637"/>
                  </a:lnTo>
                  <a:lnTo>
                    <a:pt x="297" y="655"/>
                  </a:lnTo>
                  <a:lnTo>
                    <a:pt x="256" y="643"/>
                  </a:lnTo>
                  <a:lnTo>
                    <a:pt x="214" y="700"/>
                  </a:lnTo>
                  <a:lnTo>
                    <a:pt x="191" y="673"/>
                  </a:lnTo>
                  <a:lnTo>
                    <a:pt x="163" y="667"/>
                  </a:lnTo>
                  <a:lnTo>
                    <a:pt x="148" y="714"/>
                  </a:lnTo>
                  <a:lnTo>
                    <a:pt x="88" y="708"/>
                  </a:lnTo>
                  <a:lnTo>
                    <a:pt x="61" y="667"/>
                  </a:lnTo>
                  <a:lnTo>
                    <a:pt x="65" y="614"/>
                  </a:lnTo>
                  <a:lnTo>
                    <a:pt x="86" y="562"/>
                  </a:lnTo>
                  <a:lnTo>
                    <a:pt x="65" y="529"/>
                  </a:lnTo>
                  <a:lnTo>
                    <a:pt x="0" y="523"/>
                  </a:lnTo>
                  <a:lnTo>
                    <a:pt x="14" y="499"/>
                  </a:lnTo>
                  <a:lnTo>
                    <a:pt x="63" y="468"/>
                  </a:lnTo>
                  <a:lnTo>
                    <a:pt x="24" y="326"/>
                  </a:lnTo>
                  <a:lnTo>
                    <a:pt x="25" y="275"/>
                  </a:lnTo>
                  <a:lnTo>
                    <a:pt x="14" y="185"/>
                  </a:lnTo>
                  <a:lnTo>
                    <a:pt x="41" y="120"/>
                  </a:lnTo>
                  <a:lnTo>
                    <a:pt x="100" y="68"/>
                  </a:lnTo>
                  <a:lnTo>
                    <a:pt x="199" y="84"/>
                  </a:lnTo>
                  <a:lnTo>
                    <a:pt x="212" y="59"/>
                  </a:lnTo>
                  <a:lnTo>
                    <a:pt x="183" y="17"/>
                  </a:lnTo>
                  <a:lnTo>
                    <a:pt x="252" y="0"/>
                  </a:lnTo>
                  <a:lnTo>
                    <a:pt x="340" y="27"/>
                  </a:lnTo>
                  <a:lnTo>
                    <a:pt x="411" y="31"/>
                  </a:lnTo>
                  <a:lnTo>
                    <a:pt x="468" y="70"/>
                  </a:lnTo>
                  <a:lnTo>
                    <a:pt x="529" y="35"/>
                  </a:lnTo>
                  <a:lnTo>
                    <a:pt x="561" y="41"/>
                  </a:lnTo>
                  <a:lnTo>
                    <a:pt x="567" y="74"/>
                  </a:lnTo>
                  <a:lnTo>
                    <a:pt x="638" y="25"/>
                  </a:lnTo>
                  <a:lnTo>
                    <a:pt x="671" y="59"/>
                  </a:lnTo>
                  <a:lnTo>
                    <a:pt x="665" y="112"/>
                  </a:lnTo>
                  <a:lnTo>
                    <a:pt x="712" y="126"/>
                  </a:lnTo>
                  <a:lnTo>
                    <a:pt x="746" y="177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7" name="Freeform 116"/>
            <p:cNvSpPr/>
            <p:nvPr/>
          </p:nvSpPr>
          <p:spPr bwMode="gray">
            <a:xfrm>
              <a:off x="3094" y="2950"/>
              <a:ext cx="402" cy="458"/>
            </a:xfrm>
            <a:custGeom>
              <a:avLst/>
              <a:gdLst>
                <a:gd name="T0" fmla="*/ 186 w 805"/>
                <a:gd name="T1" fmla="*/ 44 h 917"/>
                <a:gd name="T2" fmla="*/ 191 w 805"/>
                <a:gd name="T3" fmla="*/ 62 h 917"/>
                <a:gd name="T4" fmla="*/ 185 w 805"/>
                <a:gd name="T5" fmla="*/ 74 h 917"/>
                <a:gd name="T6" fmla="*/ 176 w 805"/>
                <a:gd name="T7" fmla="*/ 80 h 917"/>
                <a:gd name="T8" fmla="*/ 171 w 805"/>
                <a:gd name="T9" fmla="*/ 98 h 917"/>
                <a:gd name="T10" fmla="*/ 184 w 805"/>
                <a:gd name="T11" fmla="*/ 111 h 917"/>
                <a:gd name="T12" fmla="*/ 186 w 805"/>
                <a:gd name="T13" fmla="*/ 132 h 917"/>
                <a:gd name="T14" fmla="*/ 196 w 805"/>
                <a:gd name="T15" fmla="*/ 139 h 917"/>
                <a:gd name="T16" fmla="*/ 201 w 805"/>
                <a:gd name="T17" fmla="*/ 156 h 917"/>
                <a:gd name="T18" fmla="*/ 194 w 805"/>
                <a:gd name="T19" fmla="*/ 172 h 917"/>
                <a:gd name="T20" fmla="*/ 195 w 805"/>
                <a:gd name="T21" fmla="*/ 186 h 917"/>
                <a:gd name="T22" fmla="*/ 181 w 805"/>
                <a:gd name="T23" fmla="*/ 194 h 917"/>
                <a:gd name="T24" fmla="*/ 168 w 805"/>
                <a:gd name="T25" fmla="*/ 186 h 917"/>
                <a:gd name="T26" fmla="*/ 143 w 805"/>
                <a:gd name="T27" fmla="*/ 204 h 917"/>
                <a:gd name="T28" fmla="*/ 129 w 805"/>
                <a:gd name="T29" fmla="*/ 206 h 917"/>
                <a:gd name="T30" fmla="*/ 129 w 805"/>
                <a:gd name="T31" fmla="*/ 220 h 917"/>
                <a:gd name="T32" fmla="*/ 123 w 805"/>
                <a:gd name="T33" fmla="*/ 223 h 917"/>
                <a:gd name="T34" fmla="*/ 114 w 805"/>
                <a:gd name="T35" fmla="*/ 223 h 917"/>
                <a:gd name="T36" fmla="*/ 104 w 805"/>
                <a:gd name="T37" fmla="*/ 229 h 917"/>
                <a:gd name="T38" fmla="*/ 104 w 805"/>
                <a:gd name="T39" fmla="*/ 218 h 917"/>
                <a:gd name="T40" fmla="*/ 100 w 805"/>
                <a:gd name="T41" fmla="*/ 212 h 917"/>
                <a:gd name="T42" fmla="*/ 83 w 805"/>
                <a:gd name="T43" fmla="*/ 212 h 917"/>
                <a:gd name="T44" fmla="*/ 96 w 805"/>
                <a:gd name="T45" fmla="*/ 196 h 917"/>
                <a:gd name="T46" fmla="*/ 97 w 805"/>
                <a:gd name="T47" fmla="*/ 181 h 917"/>
                <a:gd name="T48" fmla="*/ 90 w 805"/>
                <a:gd name="T49" fmla="*/ 176 h 917"/>
                <a:gd name="T50" fmla="*/ 90 w 805"/>
                <a:gd name="T51" fmla="*/ 161 h 917"/>
                <a:gd name="T52" fmla="*/ 82 w 805"/>
                <a:gd name="T53" fmla="*/ 159 h 917"/>
                <a:gd name="T54" fmla="*/ 74 w 805"/>
                <a:gd name="T55" fmla="*/ 163 h 917"/>
                <a:gd name="T56" fmla="*/ 64 w 805"/>
                <a:gd name="T57" fmla="*/ 160 h 917"/>
                <a:gd name="T58" fmla="*/ 53 w 805"/>
                <a:gd name="T59" fmla="*/ 175 h 917"/>
                <a:gd name="T60" fmla="*/ 47 w 805"/>
                <a:gd name="T61" fmla="*/ 168 h 917"/>
                <a:gd name="T62" fmla="*/ 40 w 805"/>
                <a:gd name="T63" fmla="*/ 166 h 917"/>
                <a:gd name="T64" fmla="*/ 37 w 805"/>
                <a:gd name="T65" fmla="*/ 178 h 917"/>
                <a:gd name="T66" fmla="*/ 22 w 805"/>
                <a:gd name="T67" fmla="*/ 177 h 917"/>
                <a:gd name="T68" fmla="*/ 15 w 805"/>
                <a:gd name="T69" fmla="*/ 166 h 917"/>
                <a:gd name="T70" fmla="*/ 16 w 805"/>
                <a:gd name="T71" fmla="*/ 153 h 917"/>
                <a:gd name="T72" fmla="*/ 21 w 805"/>
                <a:gd name="T73" fmla="*/ 140 h 917"/>
                <a:gd name="T74" fmla="*/ 16 w 805"/>
                <a:gd name="T75" fmla="*/ 132 h 917"/>
                <a:gd name="T76" fmla="*/ 0 w 805"/>
                <a:gd name="T77" fmla="*/ 130 h 917"/>
                <a:gd name="T78" fmla="*/ 3 w 805"/>
                <a:gd name="T79" fmla="*/ 124 h 917"/>
                <a:gd name="T80" fmla="*/ 15 w 805"/>
                <a:gd name="T81" fmla="*/ 117 h 917"/>
                <a:gd name="T82" fmla="*/ 6 w 805"/>
                <a:gd name="T83" fmla="*/ 81 h 917"/>
                <a:gd name="T84" fmla="*/ 6 w 805"/>
                <a:gd name="T85" fmla="*/ 68 h 917"/>
                <a:gd name="T86" fmla="*/ 3 w 805"/>
                <a:gd name="T87" fmla="*/ 46 h 917"/>
                <a:gd name="T88" fmla="*/ 10 w 805"/>
                <a:gd name="T89" fmla="*/ 30 h 917"/>
                <a:gd name="T90" fmla="*/ 25 w 805"/>
                <a:gd name="T91" fmla="*/ 17 h 917"/>
                <a:gd name="T92" fmla="*/ 49 w 805"/>
                <a:gd name="T93" fmla="*/ 21 h 917"/>
                <a:gd name="T94" fmla="*/ 53 w 805"/>
                <a:gd name="T95" fmla="*/ 14 h 917"/>
                <a:gd name="T96" fmla="*/ 45 w 805"/>
                <a:gd name="T97" fmla="*/ 4 h 917"/>
                <a:gd name="T98" fmla="*/ 63 w 805"/>
                <a:gd name="T99" fmla="*/ 0 h 917"/>
                <a:gd name="T100" fmla="*/ 85 w 805"/>
                <a:gd name="T101" fmla="*/ 6 h 917"/>
                <a:gd name="T102" fmla="*/ 102 w 805"/>
                <a:gd name="T103" fmla="*/ 7 h 917"/>
                <a:gd name="T104" fmla="*/ 117 w 805"/>
                <a:gd name="T105" fmla="*/ 17 h 917"/>
                <a:gd name="T106" fmla="*/ 132 w 805"/>
                <a:gd name="T107" fmla="*/ 8 h 917"/>
                <a:gd name="T108" fmla="*/ 140 w 805"/>
                <a:gd name="T109" fmla="*/ 10 h 917"/>
                <a:gd name="T110" fmla="*/ 141 w 805"/>
                <a:gd name="T111" fmla="*/ 18 h 917"/>
                <a:gd name="T112" fmla="*/ 159 w 805"/>
                <a:gd name="T113" fmla="*/ 6 h 917"/>
                <a:gd name="T114" fmla="*/ 167 w 805"/>
                <a:gd name="T115" fmla="*/ 14 h 917"/>
                <a:gd name="T116" fmla="*/ 166 w 805"/>
                <a:gd name="T117" fmla="*/ 28 h 917"/>
                <a:gd name="T118" fmla="*/ 178 w 805"/>
                <a:gd name="T119" fmla="*/ 31 h 917"/>
                <a:gd name="T120" fmla="*/ 186 w 805"/>
                <a:gd name="T121" fmla="*/ 44 h 91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05"/>
                <a:gd name="T184" fmla="*/ 0 h 917"/>
                <a:gd name="T185" fmla="*/ 805 w 805"/>
                <a:gd name="T186" fmla="*/ 917 h 91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05" h="917">
                  <a:moveTo>
                    <a:pt x="746" y="177"/>
                  </a:moveTo>
                  <a:lnTo>
                    <a:pt x="766" y="251"/>
                  </a:lnTo>
                  <a:lnTo>
                    <a:pt x="740" y="299"/>
                  </a:lnTo>
                  <a:lnTo>
                    <a:pt x="707" y="322"/>
                  </a:lnTo>
                  <a:lnTo>
                    <a:pt x="685" y="393"/>
                  </a:lnTo>
                  <a:lnTo>
                    <a:pt x="736" y="446"/>
                  </a:lnTo>
                  <a:lnTo>
                    <a:pt x="746" y="531"/>
                  </a:lnTo>
                  <a:lnTo>
                    <a:pt x="787" y="557"/>
                  </a:lnTo>
                  <a:lnTo>
                    <a:pt x="805" y="627"/>
                  </a:lnTo>
                  <a:lnTo>
                    <a:pt x="777" y="688"/>
                  </a:lnTo>
                  <a:lnTo>
                    <a:pt x="781" y="747"/>
                  </a:lnTo>
                  <a:lnTo>
                    <a:pt x="724" y="777"/>
                  </a:lnTo>
                  <a:lnTo>
                    <a:pt x="673" y="747"/>
                  </a:lnTo>
                  <a:lnTo>
                    <a:pt x="573" y="816"/>
                  </a:lnTo>
                  <a:lnTo>
                    <a:pt x="518" y="824"/>
                  </a:lnTo>
                  <a:lnTo>
                    <a:pt x="518" y="881"/>
                  </a:lnTo>
                  <a:lnTo>
                    <a:pt x="492" y="895"/>
                  </a:lnTo>
                  <a:lnTo>
                    <a:pt x="457" y="895"/>
                  </a:lnTo>
                  <a:lnTo>
                    <a:pt x="419" y="917"/>
                  </a:lnTo>
                  <a:lnTo>
                    <a:pt x="419" y="873"/>
                  </a:lnTo>
                  <a:lnTo>
                    <a:pt x="403" y="848"/>
                  </a:lnTo>
                  <a:lnTo>
                    <a:pt x="333" y="850"/>
                  </a:lnTo>
                  <a:lnTo>
                    <a:pt x="384" y="787"/>
                  </a:lnTo>
                  <a:lnTo>
                    <a:pt x="388" y="726"/>
                  </a:lnTo>
                  <a:lnTo>
                    <a:pt x="362" y="706"/>
                  </a:lnTo>
                  <a:lnTo>
                    <a:pt x="362" y="647"/>
                  </a:lnTo>
                  <a:lnTo>
                    <a:pt x="329" y="637"/>
                  </a:lnTo>
                  <a:lnTo>
                    <a:pt x="297" y="655"/>
                  </a:lnTo>
                  <a:lnTo>
                    <a:pt x="256" y="643"/>
                  </a:lnTo>
                  <a:lnTo>
                    <a:pt x="214" y="700"/>
                  </a:lnTo>
                  <a:lnTo>
                    <a:pt x="191" y="673"/>
                  </a:lnTo>
                  <a:lnTo>
                    <a:pt x="163" y="667"/>
                  </a:lnTo>
                  <a:lnTo>
                    <a:pt x="148" y="714"/>
                  </a:lnTo>
                  <a:lnTo>
                    <a:pt x="88" y="708"/>
                  </a:lnTo>
                  <a:lnTo>
                    <a:pt x="61" y="667"/>
                  </a:lnTo>
                  <a:lnTo>
                    <a:pt x="65" y="614"/>
                  </a:lnTo>
                  <a:lnTo>
                    <a:pt x="86" y="562"/>
                  </a:lnTo>
                  <a:lnTo>
                    <a:pt x="65" y="529"/>
                  </a:lnTo>
                  <a:lnTo>
                    <a:pt x="0" y="523"/>
                  </a:lnTo>
                  <a:lnTo>
                    <a:pt x="14" y="499"/>
                  </a:lnTo>
                  <a:lnTo>
                    <a:pt x="63" y="468"/>
                  </a:lnTo>
                  <a:lnTo>
                    <a:pt x="24" y="326"/>
                  </a:lnTo>
                  <a:lnTo>
                    <a:pt x="25" y="275"/>
                  </a:lnTo>
                  <a:lnTo>
                    <a:pt x="14" y="185"/>
                  </a:lnTo>
                  <a:lnTo>
                    <a:pt x="41" y="120"/>
                  </a:lnTo>
                  <a:lnTo>
                    <a:pt x="100" y="68"/>
                  </a:lnTo>
                  <a:lnTo>
                    <a:pt x="199" y="84"/>
                  </a:lnTo>
                  <a:lnTo>
                    <a:pt x="212" y="59"/>
                  </a:lnTo>
                  <a:lnTo>
                    <a:pt x="183" y="17"/>
                  </a:lnTo>
                  <a:lnTo>
                    <a:pt x="252" y="0"/>
                  </a:lnTo>
                  <a:lnTo>
                    <a:pt x="340" y="27"/>
                  </a:lnTo>
                  <a:lnTo>
                    <a:pt x="411" y="31"/>
                  </a:lnTo>
                  <a:lnTo>
                    <a:pt x="468" y="70"/>
                  </a:lnTo>
                  <a:lnTo>
                    <a:pt x="529" y="35"/>
                  </a:lnTo>
                  <a:lnTo>
                    <a:pt x="561" y="41"/>
                  </a:lnTo>
                  <a:lnTo>
                    <a:pt x="567" y="74"/>
                  </a:lnTo>
                  <a:lnTo>
                    <a:pt x="638" y="25"/>
                  </a:lnTo>
                  <a:lnTo>
                    <a:pt x="671" y="59"/>
                  </a:lnTo>
                  <a:lnTo>
                    <a:pt x="665" y="112"/>
                  </a:lnTo>
                  <a:lnTo>
                    <a:pt x="712" y="126"/>
                  </a:lnTo>
                  <a:lnTo>
                    <a:pt x="746" y="177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8" name="Freeform 117"/>
            <p:cNvSpPr/>
            <p:nvPr/>
          </p:nvSpPr>
          <p:spPr bwMode="gray">
            <a:xfrm>
              <a:off x="3436" y="2904"/>
              <a:ext cx="356" cy="491"/>
            </a:xfrm>
            <a:custGeom>
              <a:avLst/>
              <a:gdLst>
                <a:gd name="T0" fmla="*/ 20 w 711"/>
                <a:gd name="T1" fmla="*/ 44 h 982"/>
                <a:gd name="T2" fmla="*/ 7 w 711"/>
                <a:gd name="T3" fmla="*/ 55 h 982"/>
                <a:gd name="T4" fmla="*/ 16 w 711"/>
                <a:gd name="T5" fmla="*/ 68 h 982"/>
                <a:gd name="T6" fmla="*/ 21 w 711"/>
                <a:gd name="T7" fmla="*/ 86 h 982"/>
                <a:gd name="T8" fmla="*/ 14 w 711"/>
                <a:gd name="T9" fmla="*/ 98 h 982"/>
                <a:gd name="T10" fmla="*/ 6 w 711"/>
                <a:gd name="T11" fmla="*/ 104 h 982"/>
                <a:gd name="T12" fmla="*/ 0 w 711"/>
                <a:gd name="T13" fmla="*/ 122 h 982"/>
                <a:gd name="T14" fmla="*/ 13 w 711"/>
                <a:gd name="T15" fmla="*/ 135 h 982"/>
                <a:gd name="T16" fmla="*/ 16 w 711"/>
                <a:gd name="T17" fmla="*/ 156 h 982"/>
                <a:gd name="T18" fmla="*/ 26 w 711"/>
                <a:gd name="T19" fmla="*/ 163 h 982"/>
                <a:gd name="T20" fmla="*/ 30 w 711"/>
                <a:gd name="T21" fmla="*/ 179 h 982"/>
                <a:gd name="T22" fmla="*/ 23 w 711"/>
                <a:gd name="T23" fmla="*/ 196 h 982"/>
                <a:gd name="T24" fmla="*/ 24 w 711"/>
                <a:gd name="T25" fmla="*/ 210 h 982"/>
                <a:gd name="T26" fmla="*/ 32 w 711"/>
                <a:gd name="T27" fmla="*/ 215 h 982"/>
                <a:gd name="T28" fmla="*/ 50 w 711"/>
                <a:gd name="T29" fmla="*/ 209 h 982"/>
                <a:gd name="T30" fmla="*/ 56 w 711"/>
                <a:gd name="T31" fmla="*/ 215 h 982"/>
                <a:gd name="T32" fmla="*/ 47 w 711"/>
                <a:gd name="T33" fmla="*/ 232 h 982"/>
                <a:gd name="T34" fmla="*/ 39 w 711"/>
                <a:gd name="T35" fmla="*/ 241 h 982"/>
                <a:gd name="T36" fmla="*/ 46 w 711"/>
                <a:gd name="T37" fmla="*/ 246 h 982"/>
                <a:gd name="T38" fmla="*/ 82 w 711"/>
                <a:gd name="T39" fmla="*/ 231 h 982"/>
                <a:gd name="T40" fmla="*/ 96 w 711"/>
                <a:gd name="T41" fmla="*/ 238 h 982"/>
                <a:gd name="T42" fmla="*/ 101 w 711"/>
                <a:gd name="T43" fmla="*/ 222 h 982"/>
                <a:gd name="T44" fmla="*/ 100 w 711"/>
                <a:gd name="T45" fmla="*/ 209 h 982"/>
                <a:gd name="T46" fmla="*/ 107 w 711"/>
                <a:gd name="T47" fmla="*/ 182 h 982"/>
                <a:gd name="T48" fmla="*/ 115 w 711"/>
                <a:gd name="T49" fmla="*/ 170 h 982"/>
                <a:gd name="T50" fmla="*/ 115 w 711"/>
                <a:gd name="T51" fmla="*/ 157 h 982"/>
                <a:gd name="T52" fmla="*/ 119 w 711"/>
                <a:gd name="T53" fmla="*/ 151 h 982"/>
                <a:gd name="T54" fmla="*/ 116 w 711"/>
                <a:gd name="T55" fmla="*/ 143 h 982"/>
                <a:gd name="T56" fmla="*/ 117 w 711"/>
                <a:gd name="T57" fmla="*/ 130 h 982"/>
                <a:gd name="T58" fmla="*/ 132 w 711"/>
                <a:gd name="T59" fmla="*/ 124 h 982"/>
                <a:gd name="T60" fmla="*/ 134 w 711"/>
                <a:gd name="T61" fmla="*/ 106 h 982"/>
                <a:gd name="T62" fmla="*/ 135 w 711"/>
                <a:gd name="T63" fmla="*/ 92 h 982"/>
                <a:gd name="T64" fmla="*/ 143 w 711"/>
                <a:gd name="T65" fmla="*/ 87 h 982"/>
                <a:gd name="T66" fmla="*/ 151 w 711"/>
                <a:gd name="T67" fmla="*/ 87 h 982"/>
                <a:gd name="T68" fmla="*/ 164 w 711"/>
                <a:gd name="T69" fmla="*/ 80 h 982"/>
                <a:gd name="T70" fmla="*/ 175 w 711"/>
                <a:gd name="T71" fmla="*/ 75 h 982"/>
                <a:gd name="T72" fmla="*/ 175 w 711"/>
                <a:gd name="T73" fmla="*/ 64 h 982"/>
                <a:gd name="T74" fmla="*/ 178 w 711"/>
                <a:gd name="T75" fmla="*/ 63 h 982"/>
                <a:gd name="T76" fmla="*/ 175 w 711"/>
                <a:gd name="T77" fmla="*/ 49 h 982"/>
                <a:gd name="T78" fmla="*/ 155 w 711"/>
                <a:gd name="T79" fmla="*/ 34 h 982"/>
                <a:gd name="T80" fmla="*/ 160 w 711"/>
                <a:gd name="T81" fmla="*/ 19 h 982"/>
                <a:gd name="T82" fmla="*/ 153 w 711"/>
                <a:gd name="T83" fmla="*/ 15 h 982"/>
                <a:gd name="T84" fmla="*/ 134 w 711"/>
                <a:gd name="T85" fmla="*/ 14 h 982"/>
                <a:gd name="T86" fmla="*/ 127 w 711"/>
                <a:gd name="T87" fmla="*/ 5 h 982"/>
                <a:gd name="T88" fmla="*/ 112 w 711"/>
                <a:gd name="T89" fmla="*/ 21 h 982"/>
                <a:gd name="T90" fmla="*/ 102 w 711"/>
                <a:gd name="T91" fmla="*/ 17 h 982"/>
                <a:gd name="T92" fmla="*/ 110 w 711"/>
                <a:gd name="T93" fmla="*/ 7 h 982"/>
                <a:gd name="T94" fmla="*/ 105 w 711"/>
                <a:gd name="T95" fmla="*/ 0 h 982"/>
                <a:gd name="T96" fmla="*/ 96 w 711"/>
                <a:gd name="T97" fmla="*/ 4 h 982"/>
                <a:gd name="T98" fmla="*/ 87 w 711"/>
                <a:gd name="T99" fmla="*/ 15 h 982"/>
                <a:gd name="T100" fmla="*/ 83 w 711"/>
                <a:gd name="T101" fmla="*/ 14 h 982"/>
                <a:gd name="T102" fmla="*/ 76 w 711"/>
                <a:gd name="T103" fmla="*/ 21 h 982"/>
                <a:gd name="T104" fmla="*/ 63 w 711"/>
                <a:gd name="T105" fmla="*/ 15 h 982"/>
                <a:gd name="T106" fmla="*/ 54 w 711"/>
                <a:gd name="T107" fmla="*/ 25 h 982"/>
                <a:gd name="T108" fmla="*/ 46 w 711"/>
                <a:gd name="T109" fmla="*/ 27 h 982"/>
                <a:gd name="T110" fmla="*/ 35 w 711"/>
                <a:gd name="T111" fmla="*/ 40 h 982"/>
                <a:gd name="T112" fmla="*/ 20 w 711"/>
                <a:gd name="T113" fmla="*/ 44 h 98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711"/>
                <a:gd name="T172" fmla="*/ 0 h 982"/>
                <a:gd name="T173" fmla="*/ 711 w 711"/>
                <a:gd name="T174" fmla="*/ 982 h 98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711" h="982">
                  <a:moveTo>
                    <a:pt x="77" y="173"/>
                  </a:moveTo>
                  <a:lnTo>
                    <a:pt x="27" y="219"/>
                  </a:lnTo>
                  <a:lnTo>
                    <a:pt x="61" y="270"/>
                  </a:lnTo>
                  <a:lnTo>
                    <a:pt x="81" y="344"/>
                  </a:lnTo>
                  <a:lnTo>
                    <a:pt x="55" y="392"/>
                  </a:lnTo>
                  <a:lnTo>
                    <a:pt x="22" y="415"/>
                  </a:lnTo>
                  <a:lnTo>
                    <a:pt x="0" y="486"/>
                  </a:lnTo>
                  <a:lnTo>
                    <a:pt x="51" y="539"/>
                  </a:lnTo>
                  <a:lnTo>
                    <a:pt x="61" y="624"/>
                  </a:lnTo>
                  <a:lnTo>
                    <a:pt x="102" y="650"/>
                  </a:lnTo>
                  <a:lnTo>
                    <a:pt x="120" y="716"/>
                  </a:lnTo>
                  <a:lnTo>
                    <a:pt x="92" y="783"/>
                  </a:lnTo>
                  <a:lnTo>
                    <a:pt x="96" y="840"/>
                  </a:lnTo>
                  <a:lnTo>
                    <a:pt x="128" y="860"/>
                  </a:lnTo>
                  <a:lnTo>
                    <a:pt x="197" y="833"/>
                  </a:lnTo>
                  <a:lnTo>
                    <a:pt x="224" y="858"/>
                  </a:lnTo>
                  <a:lnTo>
                    <a:pt x="185" y="927"/>
                  </a:lnTo>
                  <a:lnTo>
                    <a:pt x="155" y="961"/>
                  </a:lnTo>
                  <a:lnTo>
                    <a:pt x="183" y="982"/>
                  </a:lnTo>
                  <a:lnTo>
                    <a:pt x="327" y="923"/>
                  </a:lnTo>
                  <a:lnTo>
                    <a:pt x="382" y="949"/>
                  </a:lnTo>
                  <a:lnTo>
                    <a:pt x="403" y="888"/>
                  </a:lnTo>
                  <a:lnTo>
                    <a:pt x="398" y="833"/>
                  </a:lnTo>
                  <a:lnTo>
                    <a:pt x="425" y="726"/>
                  </a:lnTo>
                  <a:lnTo>
                    <a:pt x="459" y="677"/>
                  </a:lnTo>
                  <a:lnTo>
                    <a:pt x="457" y="628"/>
                  </a:lnTo>
                  <a:lnTo>
                    <a:pt x="476" y="604"/>
                  </a:lnTo>
                  <a:lnTo>
                    <a:pt x="462" y="569"/>
                  </a:lnTo>
                  <a:lnTo>
                    <a:pt x="468" y="518"/>
                  </a:lnTo>
                  <a:lnTo>
                    <a:pt x="525" y="496"/>
                  </a:lnTo>
                  <a:lnTo>
                    <a:pt x="535" y="423"/>
                  </a:lnTo>
                  <a:lnTo>
                    <a:pt x="539" y="368"/>
                  </a:lnTo>
                  <a:lnTo>
                    <a:pt x="569" y="346"/>
                  </a:lnTo>
                  <a:lnTo>
                    <a:pt x="602" y="346"/>
                  </a:lnTo>
                  <a:lnTo>
                    <a:pt x="653" y="317"/>
                  </a:lnTo>
                  <a:lnTo>
                    <a:pt x="697" y="297"/>
                  </a:lnTo>
                  <a:lnTo>
                    <a:pt x="697" y="256"/>
                  </a:lnTo>
                  <a:lnTo>
                    <a:pt x="711" y="254"/>
                  </a:lnTo>
                  <a:lnTo>
                    <a:pt x="697" y="193"/>
                  </a:lnTo>
                  <a:lnTo>
                    <a:pt x="620" y="134"/>
                  </a:lnTo>
                  <a:lnTo>
                    <a:pt x="638" y="73"/>
                  </a:lnTo>
                  <a:lnTo>
                    <a:pt x="612" y="57"/>
                  </a:lnTo>
                  <a:lnTo>
                    <a:pt x="535" y="55"/>
                  </a:lnTo>
                  <a:lnTo>
                    <a:pt x="506" y="20"/>
                  </a:lnTo>
                  <a:lnTo>
                    <a:pt x="447" y="81"/>
                  </a:lnTo>
                  <a:lnTo>
                    <a:pt x="407" y="67"/>
                  </a:lnTo>
                  <a:lnTo>
                    <a:pt x="439" y="28"/>
                  </a:lnTo>
                  <a:lnTo>
                    <a:pt x="417" y="0"/>
                  </a:lnTo>
                  <a:lnTo>
                    <a:pt x="384" y="14"/>
                  </a:lnTo>
                  <a:lnTo>
                    <a:pt x="348" y="59"/>
                  </a:lnTo>
                  <a:lnTo>
                    <a:pt x="331" y="55"/>
                  </a:lnTo>
                  <a:lnTo>
                    <a:pt x="301" y="81"/>
                  </a:lnTo>
                  <a:lnTo>
                    <a:pt x="250" y="61"/>
                  </a:lnTo>
                  <a:lnTo>
                    <a:pt x="214" y="98"/>
                  </a:lnTo>
                  <a:lnTo>
                    <a:pt x="183" y="108"/>
                  </a:lnTo>
                  <a:lnTo>
                    <a:pt x="140" y="159"/>
                  </a:lnTo>
                  <a:lnTo>
                    <a:pt x="77" y="173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79" name="Freeform 118"/>
            <p:cNvSpPr/>
            <p:nvPr/>
          </p:nvSpPr>
          <p:spPr bwMode="gray">
            <a:xfrm>
              <a:off x="3436" y="2904"/>
              <a:ext cx="356" cy="491"/>
            </a:xfrm>
            <a:custGeom>
              <a:avLst/>
              <a:gdLst>
                <a:gd name="T0" fmla="*/ 20 w 711"/>
                <a:gd name="T1" fmla="*/ 44 h 982"/>
                <a:gd name="T2" fmla="*/ 7 w 711"/>
                <a:gd name="T3" fmla="*/ 55 h 982"/>
                <a:gd name="T4" fmla="*/ 16 w 711"/>
                <a:gd name="T5" fmla="*/ 68 h 982"/>
                <a:gd name="T6" fmla="*/ 21 w 711"/>
                <a:gd name="T7" fmla="*/ 86 h 982"/>
                <a:gd name="T8" fmla="*/ 14 w 711"/>
                <a:gd name="T9" fmla="*/ 98 h 982"/>
                <a:gd name="T10" fmla="*/ 6 w 711"/>
                <a:gd name="T11" fmla="*/ 104 h 982"/>
                <a:gd name="T12" fmla="*/ 0 w 711"/>
                <a:gd name="T13" fmla="*/ 122 h 982"/>
                <a:gd name="T14" fmla="*/ 13 w 711"/>
                <a:gd name="T15" fmla="*/ 135 h 982"/>
                <a:gd name="T16" fmla="*/ 16 w 711"/>
                <a:gd name="T17" fmla="*/ 156 h 982"/>
                <a:gd name="T18" fmla="*/ 26 w 711"/>
                <a:gd name="T19" fmla="*/ 163 h 982"/>
                <a:gd name="T20" fmla="*/ 30 w 711"/>
                <a:gd name="T21" fmla="*/ 179 h 982"/>
                <a:gd name="T22" fmla="*/ 23 w 711"/>
                <a:gd name="T23" fmla="*/ 196 h 982"/>
                <a:gd name="T24" fmla="*/ 24 w 711"/>
                <a:gd name="T25" fmla="*/ 210 h 982"/>
                <a:gd name="T26" fmla="*/ 32 w 711"/>
                <a:gd name="T27" fmla="*/ 215 h 982"/>
                <a:gd name="T28" fmla="*/ 50 w 711"/>
                <a:gd name="T29" fmla="*/ 209 h 982"/>
                <a:gd name="T30" fmla="*/ 56 w 711"/>
                <a:gd name="T31" fmla="*/ 215 h 982"/>
                <a:gd name="T32" fmla="*/ 47 w 711"/>
                <a:gd name="T33" fmla="*/ 232 h 982"/>
                <a:gd name="T34" fmla="*/ 39 w 711"/>
                <a:gd name="T35" fmla="*/ 241 h 982"/>
                <a:gd name="T36" fmla="*/ 46 w 711"/>
                <a:gd name="T37" fmla="*/ 246 h 982"/>
                <a:gd name="T38" fmla="*/ 82 w 711"/>
                <a:gd name="T39" fmla="*/ 231 h 982"/>
                <a:gd name="T40" fmla="*/ 96 w 711"/>
                <a:gd name="T41" fmla="*/ 238 h 982"/>
                <a:gd name="T42" fmla="*/ 101 w 711"/>
                <a:gd name="T43" fmla="*/ 222 h 982"/>
                <a:gd name="T44" fmla="*/ 100 w 711"/>
                <a:gd name="T45" fmla="*/ 209 h 982"/>
                <a:gd name="T46" fmla="*/ 107 w 711"/>
                <a:gd name="T47" fmla="*/ 182 h 982"/>
                <a:gd name="T48" fmla="*/ 115 w 711"/>
                <a:gd name="T49" fmla="*/ 170 h 982"/>
                <a:gd name="T50" fmla="*/ 115 w 711"/>
                <a:gd name="T51" fmla="*/ 157 h 982"/>
                <a:gd name="T52" fmla="*/ 119 w 711"/>
                <a:gd name="T53" fmla="*/ 151 h 982"/>
                <a:gd name="T54" fmla="*/ 116 w 711"/>
                <a:gd name="T55" fmla="*/ 143 h 982"/>
                <a:gd name="T56" fmla="*/ 117 w 711"/>
                <a:gd name="T57" fmla="*/ 130 h 982"/>
                <a:gd name="T58" fmla="*/ 132 w 711"/>
                <a:gd name="T59" fmla="*/ 124 h 982"/>
                <a:gd name="T60" fmla="*/ 134 w 711"/>
                <a:gd name="T61" fmla="*/ 106 h 982"/>
                <a:gd name="T62" fmla="*/ 135 w 711"/>
                <a:gd name="T63" fmla="*/ 92 h 982"/>
                <a:gd name="T64" fmla="*/ 143 w 711"/>
                <a:gd name="T65" fmla="*/ 87 h 982"/>
                <a:gd name="T66" fmla="*/ 151 w 711"/>
                <a:gd name="T67" fmla="*/ 87 h 982"/>
                <a:gd name="T68" fmla="*/ 164 w 711"/>
                <a:gd name="T69" fmla="*/ 80 h 982"/>
                <a:gd name="T70" fmla="*/ 175 w 711"/>
                <a:gd name="T71" fmla="*/ 75 h 982"/>
                <a:gd name="T72" fmla="*/ 175 w 711"/>
                <a:gd name="T73" fmla="*/ 64 h 982"/>
                <a:gd name="T74" fmla="*/ 178 w 711"/>
                <a:gd name="T75" fmla="*/ 63 h 982"/>
                <a:gd name="T76" fmla="*/ 175 w 711"/>
                <a:gd name="T77" fmla="*/ 49 h 982"/>
                <a:gd name="T78" fmla="*/ 155 w 711"/>
                <a:gd name="T79" fmla="*/ 34 h 982"/>
                <a:gd name="T80" fmla="*/ 160 w 711"/>
                <a:gd name="T81" fmla="*/ 19 h 982"/>
                <a:gd name="T82" fmla="*/ 153 w 711"/>
                <a:gd name="T83" fmla="*/ 15 h 982"/>
                <a:gd name="T84" fmla="*/ 134 w 711"/>
                <a:gd name="T85" fmla="*/ 14 h 982"/>
                <a:gd name="T86" fmla="*/ 127 w 711"/>
                <a:gd name="T87" fmla="*/ 5 h 982"/>
                <a:gd name="T88" fmla="*/ 112 w 711"/>
                <a:gd name="T89" fmla="*/ 21 h 982"/>
                <a:gd name="T90" fmla="*/ 102 w 711"/>
                <a:gd name="T91" fmla="*/ 17 h 982"/>
                <a:gd name="T92" fmla="*/ 110 w 711"/>
                <a:gd name="T93" fmla="*/ 7 h 982"/>
                <a:gd name="T94" fmla="*/ 105 w 711"/>
                <a:gd name="T95" fmla="*/ 0 h 982"/>
                <a:gd name="T96" fmla="*/ 96 w 711"/>
                <a:gd name="T97" fmla="*/ 4 h 982"/>
                <a:gd name="T98" fmla="*/ 87 w 711"/>
                <a:gd name="T99" fmla="*/ 15 h 982"/>
                <a:gd name="T100" fmla="*/ 83 w 711"/>
                <a:gd name="T101" fmla="*/ 14 h 982"/>
                <a:gd name="T102" fmla="*/ 76 w 711"/>
                <a:gd name="T103" fmla="*/ 21 h 982"/>
                <a:gd name="T104" fmla="*/ 63 w 711"/>
                <a:gd name="T105" fmla="*/ 15 h 982"/>
                <a:gd name="T106" fmla="*/ 54 w 711"/>
                <a:gd name="T107" fmla="*/ 25 h 982"/>
                <a:gd name="T108" fmla="*/ 46 w 711"/>
                <a:gd name="T109" fmla="*/ 27 h 982"/>
                <a:gd name="T110" fmla="*/ 35 w 711"/>
                <a:gd name="T111" fmla="*/ 40 h 982"/>
                <a:gd name="T112" fmla="*/ 20 w 711"/>
                <a:gd name="T113" fmla="*/ 44 h 98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711"/>
                <a:gd name="T172" fmla="*/ 0 h 982"/>
                <a:gd name="T173" fmla="*/ 711 w 711"/>
                <a:gd name="T174" fmla="*/ 982 h 98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711" h="982">
                  <a:moveTo>
                    <a:pt x="77" y="173"/>
                  </a:moveTo>
                  <a:lnTo>
                    <a:pt x="27" y="219"/>
                  </a:lnTo>
                  <a:lnTo>
                    <a:pt x="61" y="270"/>
                  </a:lnTo>
                  <a:lnTo>
                    <a:pt x="81" y="344"/>
                  </a:lnTo>
                  <a:lnTo>
                    <a:pt x="55" y="392"/>
                  </a:lnTo>
                  <a:lnTo>
                    <a:pt x="22" y="415"/>
                  </a:lnTo>
                  <a:lnTo>
                    <a:pt x="0" y="486"/>
                  </a:lnTo>
                  <a:lnTo>
                    <a:pt x="51" y="539"/>
                  </a:lnTo>
                  <a:lnTo>
                    <a:pt x="61" y="624"/>
                  </a:lnTo>
                  <a:lnTo>
                    <a:pt x="102" y="650"/>
                  </a:lnTo>
                  <a:lnTo>
                    <a:pt x="120" y="716"/>
                  </a:lnTo>
                  <a:lnTo>
                    <a:pt x="92" y="783"/>
                  </a:lnTo>
                  <a:lnTo>
                    <a:pt x="96" y="840"/>
                  </a:lnTo>
                  <a:lnTo>
                    <a:pt x="128" y="860"/>
                  </a:lnTo>
                  <a:lnTo>
                    <a:pt x="197" y="833"/>
                  </a:lnTo>
                  <a:lnTo>
                    <a:pt x="224" y="858"/>
                  </a:lnTo>
                  <a:lnTo>
                    <a:pt x="185" y="927"/>
                  </a:lnTo>
                  <a:lnTo>
                    <a:pt x="155" y="961"/>
                  </a:lnTo>
                  <a:lnTo>
                    <a:pt x="183" y="982"/>
                  </a:lnTo>
                  <a:lnTo>
                    <a:pt x="327" y="923"/>
                  </a:lnTo>
                  <a:lnTo>
                    <a:pt x="382" y="949"/>
                  </a:lnTo>
                  <a:lnTo>
                    <a:pt x="403" y="888"/>
                  </a:lnTo>
                  <a:lnTo>
                    <a:pt x="398" y="833"/>
                  </a:lnTo>
                  <a:lnTo>
                    <a:pt x="425" y="726"/>
                  </a:lnTo>
                  <a:lnTo>
                    <a:pt x="459" y="677"/>
                  </a:lnTo>
                  <a:lnTo>
                    <a:pt x="457" y="628"/>
                  </a:lnTo>
                  <a:lnTo>
                    <a:pt x="476" y="604"/>
                  </a:lnTo>
                  <a:lnTo>
                    <a:pt x="462" y="569"/>
                  </a:lnTo>
                  <a:lnTo>
                    <a:pt x="468" y="518"/>
                  </a:lnTo>
                  <a:lnTo>
                    <a:pt x="525" y="496"/>
                  </a:lnTo>
                  <a:lnTo>
                    <a:pt x="535" y="423"/>
                  </a:lnTo>
                  <a:lnTo>
                    <a:pt x="539" y="368"/>
                  </a:lnTo>
                  <a:lnTo>
                    <a:pt x="569" y="346"/>
                  </a:lnTo>
                  <a:lnTo>
                    <a:pt x="602" y="346"/>
                  </a:lnTo>
                  <a:lnTo>
                    <a:pt x="653" y="317"/>
                  </a:lnTo>
                  <a:lnTo>
                    <a:pt x="697" y="297"/>
                  </a:lnTo>
                  <a:lnTo>
                    <a:pt x="697" y="256"/>
                  </a:lnTo>
                  <a:lnTo>
                    <a:pt x="711" y="254"/>
                  </a:lnTo>
                  <a:lnTo>
                    <a:pt x="697" y="193"/>
                  </a:lnTo>
                  <a:lnTo>
                    <a:pt x="620" y="134"/>
                  </a:lnTo>
                  <a:lnTo>
                    <a:pt x="638" y="73"/>
                  </a:lnTo>
                  <a:lnTo>
                    <a:pt x="612" y="57"/>
                  </a:lnTo>
                  <a:lnTo>
                    <a:pt x="535" y="55"/>
                  </a:lnTo>
                  <a:lnTo>
                    <a:pt x="506" y="20"/>
                  </a:lnTo>
                  <a:lnTo>
                    <a:pt x="447" y="81"/>
                  </a:lnTo>
                  <a:lnTo>
                    <a:pt x="407" y="67"/>
                  </a:lnTo>
                  <a:lnTo>
                    <a:pt x="439" y="28"/>
                  </a:lnTo>
                  <a:lnTo>
                    <a:pt x="417" y="0"/>
                  </a:lnTo>
                  <a:lnTo>
                    <a:pt x="384" y="14"/>
                  </a:lnTo>
                  <a:lnTo>
                    <a:pt x="348" y="59"/>
                  </a:lnTo>
                  <a:lnTo>
                    <a:pt x="331" y="55"/>
                  </a:lnTo>
                  <a:lnTo>
                    <a:pt x="301" y="81"/>
                  </a:lnTo>
                  <a:lnTo>
                    <a:pt x="250" y="61"/>
                  </a:lnTo>
                  <a:lnTo>
                    <a:pt x="214" y="98"/>
                  </a:lnTo>
                  <a:lnTo>
                    <a:pt x="183" y="108"/>
                  </a:lnTo>
                  <a:lnTo>
                    <a:pt x="140" y="159"/>
                  </a:lnTo>
                  <a:lnTo>
                    <a:pt x="77" y="173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80" name="Freeform 119"/>
            <p:cNvSpPr/>
            <p:nvPr/>
          </p:nvSpPr>
          <p:spPr bwMode="gray">
            <a:xfrm>
              <a:off x="3477" y="2497"/>
              <a:ext cx="361" cy="447"/>
            </a:xfrm>
            <a:custGeom>
              <a:avLst/>
              <a:gdLst>
                <a:gd name="T0" fmla="*/ 19 w 722"/>
                <a:gd name="T1" fmla="*/ 148 h 894"/>
                <a:gd name="T2" fmla="*/ 23 w 722"/>
                <a:gd name="T3" fmla="*/ 155 h 894"/>
                <a:gd name="T4" fmla="*/ 34 w 722"/>
                <a:gd name="T5" fmla="*/ 163 h 894"/>
                <a:gd name="T6" fmla="*/ 42 w 722"/>
                <a:gd name="T7" fmla="*/ 163 h 894"/>
                <a:gd name="T8" fmla="*/ 50 w 722"/>
                <a:gd name="T9" fmla="*/ 168 h 894"/>
                <a:gd name="T10" fmla="*/ 50 w 722"/>
                <a:gd name="T11" fmla="*/ 192 h 894"/>
                <a:gd name="T12" fmla="*/ 58 w 722"/>
                <a:gd name="T13" fmla="*/ 202 h 894"/>
                <a:gd name="T14" fmla="*/ 62 w 722"/>
                <a:gd name="T15" fmla="*/ 217 h 894"/>
                <a:gd name="T16" fmla="*/ 67 w 722"/>
                <a:gd name="T17" fmla="*/ 218 h 894"/>
                <a:gd name="T18" fmla="*/ 76 w 722"/>
                <a:gd name="T19" fmla="*/ 207 h 894"/>
                <a:gd name="T20" fmla="*/ 85 w 722"/>
                <a:gd name="T21" fmla="*/ 204 h 894"/>
                <a:gd name="T22" fmla="*/ 90 w 722"/>
                <a:gd name="T23" fmla="*/ 211 h 894"/>
                <a:gd name="T24" fmla="*/ 82 w 722"/>
                <a:gd name="T25" fmla="*/ 220 h 894"/>
                <a:gd name="T26" fmla="*/ 91 w 722"/>
                <a:gd name="T27" fmla="*/ 224 h 894"/>
                <a:gd name="T28" fmla="*/ 106 w 722"/>
                <a:gd name="T29" fmla="*/ 209 h 894"/>
                <a:gd name="T30" fmla="*/ 113 w 722"/>
                <a:gd name="T31" fmla="*/ 217 h 894"/>
                <a:gd name="T32" fmla="*/ 133 w 722"/>
                <a:gd name="T33" fmla="*/ 218 h 894"/>
                <a:gd name="T34" fmla="*/ 140 w 722"/>
                <a:gd name="T35" fmla="*/ 222 h 894"/>
                <a:gd name="T36" fmla="*/ 154 w 722"/>
                <a:gd name="T37" fmla="*/ 207 h 894"/>
                <a:gd name="T38" fmla="*/ 162 w 722"/>
                <a:gd name="T39" fmla="*/ 188 h 894"/>
                <a:gd name="T40" fmla="*/ 169 w 722"/>
                <a:gd name="T41" fmla="*/ 178 h 894"/>
                <a:gd name="T42" fmla="*/ 176 w 722"/>
                <a:gd name="T43" fmla="*/ 175 h 894"/>
                <a:gd name="T44" fmla="*/ 171 w 722"/>
                <a:gd name="T45" fmla="*/ 164 h 894"/>
                <a:gd name="T46" fmla="*/ 181 w 722"/>
                <a:gd name="T47" fmla="*/ 151 h 894"/>
                <a:gd name="T48" fmla="*/ 180 w 722"/>
                <a:gd name="T49" fmla="*/ 141 h 894"/>
                <a:gd name="T50" fmla="*/ 173 w 722"/>
                <a:gd name="T51" fmla="*/ 142 h 894"/>
                <a:gd name="T52" fmla="*/ 162 w 722"/>
                <a:gd name="T53" fmla="*/ 138 h 894"/>
                <a:gd name="T54" fmla="*/ 150 w 722"/>
                <a:gd name="T55" fmla="*/ 142 h 894"/>
                <a:gd name="T56" fmla="*/ 147 w 722"/>
                <a:gd name="T57" fmla="*/ 127 h 894"/>
                <a:gd name="T58" fmla="*/ 134 w 722"/>
                <a:gd name="T59" fmla="*/ 120 h 894"/>
                <a:gd name="T60" fmla="*/ 131 w 722"/>
                <a:gd name="T61" fmla="*/ 108 h 894"/>
                <a:gd name="T62" fmla="*/ 138 w 722"/>
                <a:gd name="T63" fmla="*/ 97 h 894"/>
                <a:gd name="T64" fmla="*/ 124 w 722"/>
                <a:gd name="T65" fmla="*/ 83 h 894"/>
                <a:gd name="T66" fmla="*/ 108 w 722"/>
                <a:gd name="T67" fmla="*/ 63 h 894"/>
                <a:gd name="T68" fmla="*/ 109 w 722"/>
                <a:gd name="T69" fmla="*/ 47 h 894"/>
                <a:gd name="T70" fmla="*/ 101 w 722"/>
                <a:gd name="T71" fmla="*/ 42 h 894"/>
                <a:gd name="T72" fmla="*/ 93 w 722"/>
                <a:gd name="T73" fmla="*/ 44 h 894"/>
                <a:gd name="T74" fmla="*/ 90 w 722"/>
                <a:gd name="T75" fmla="*/ 35 h 894"/>
                <a:gd name="T76" fmla="*/ 73 w 722"/>
                <a:gd name="T77" fmla="*/ 34 h 894"/>
                <a:gd name="T78" fmla="*/ 77 w 722"/>
                <a:gd name="T79" fmla="*/ 12 h 894"/>
                <a:gd name="T80" fmla="*/ 69 w 722"/>
                <a:gd name="T81" fmla="*/ 15 h 894"/>
                <a:gd name="T82" fmla="*/ 53 w 722"/>
                <a:gd name="T83" fmla="*/ 0 h 894"/>
                <a:gd name="T84" fmla="*/ 45 w 722"/>
                <a:gd name="T85" fmla="*/ 4 h 894"/>
                <a:gd name="T86" fmla="*/ 40 w 722"/>
                <a:gd name="T87" fmla="*/ 16 h 894"/>
                <a:gd name="T88" fmla="*/ 35 w 722"/>
                <a:gd name="T89" fmla="*/ 17 h 894"/>
                <a:gd name="T90" fmla="*/ 38 w 722"/>
                <a:gd name="T91" fmla="*/ 26 h 894"/>
                <a:gd name="T92" fmla="*/ 51 w 722"/>
                <a:gd name="T93" fmla="*/ 30 h 894"/>
                <a:gd name="T94" fmla="*/ 55 w 722"/>
                <a:gd name="T95" fmla="*/ 46 h 894"/>
                <a:gd name="T96" fmla="*/ 42 w 722"/>
                <a:gd name="T97" fmla="*/ 54 h 894"/>
                <a:gd name="T98" fmla="*/ 28 w 722"/>
                <a:gd name="T99" fmla="*/ 42 h 894"/>
                <a:gd name="T100" fmla="*/ 17 w 722"/>
                <a:gd name="T101" fmla="*/ 49 h 894"/>
                <a:gd name="T102" fmla="*/ 22 w 722"/>
                <a:gd name="T103" fmla="*/ 62 h 894"/>
                <a:gd name="T104" fmla="*/ 12 w 722"/>
                <a:gd name="T105" fmla="*/ 71 h 894"/>
                <a:gd name="T106" fmla="*/ 13 w 722"/>
                <a:gd name="T107" fmla="*/ 84 h 894"/>
                <a:gd name="T108" fmla="*/ 0 w 722"/>
                <a:gd name="T109" fmla="*/ 88 h 894"/>
                <a:gd name="T110" fmla="*/ 11 w 722"/>
                <a:gd name="T111" fmla="*/ 96 h 894"/>
                <a:gd name="T112" fmla="*/ 24 w 722"/>
                <a:gd name="T113" fmla="*/ 112 h 894"/>
                <a:gd name="T114" fmla="*/ 40 w 722"/>
                <a:gd name="T115" fmla="*/ 103 h 894"/>
                <a:gd name="T116" fmla="*/ 44 w 722"/>
                <a:gd name="T117" fmla="*/ 118 h 894"/>
                <a:gd name="T118" fmla="*/ 43 w 722"/>
                <a:gd name="T119" fmla="*/ 134 h 894"/>
                <a:gd name="T120" fmla="*/ 24 w 722"/>
                <a:gd name="T121" fmla="*/ 144 h 894"/>
                <a:gd name="T122" fmla="*/ 19 w 722"/>
                <a:gd name="T123" fmla="*/ 148 h 8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722"/>
                <a:gd name="T187" fmla="*/ 0 h 894"/>
                <a:gd name="T188" fmla="*/ 722 w 722"/>
                <a:gd name="T189" fmla="*/ 894 h 8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722" h="894">
                  <a:moveTo>
                    <a:pt x="74" y="591"/>
                  </a:moveTo>
                  <a:lnTo>
                    <a:pt x="94" y="620"/>
                  </a:lnTo>
                  <a:lnTo>
                    <a:pt x="133" y="652"/>
                  </a:lnTo>
                  <a:lnTo>
                    <a:pt x="165" y="650"/>
                  </a:lnTo>
                  <a:lnTo>
                    <a:pt x="202" y="669"/>
                  </a:lnTo>
                  <a:lnTo>
                    <a:pt x="202" y="766"/>
                  </a:lnTo>
                  <a:lnTo>
                    <a:pt x="234" y="807"/>
                  </a:lnTo>
                  <a:lnTo>
                    <a:pt x="250" y="868"/>
                  </a:lnTo>
                  <a:lnTo>
                    <a:pt x="267" y="872"/>
                  </a:lnTo>
                  <a:lnTo>
                    <a:pt x="303" y="827"/>
                  </a:lnTo>
                  <a:lnTo>
                    <a:pt x="338" y="815"/>
                  </a:lnTo>
                  <a:lnTo>
                    <a:pt x="358" y="841"/>
                  </a:lnTo>
                  <a:lnTo>
                    <a:pt x="326" y="878"/>
                  </a:lnTo>
                  <a:lnTo>
                    <a:pt x="366" y="894"/>
                  </a:lnTo>
                  <a:lnTo>
                    <a:pt x="425" y="833"/>
                  </a:lnTo>
                  <a:lnTo>
                    <a:pt x="454" y="868"/>
                  </a:lnTo>
                  <a:lnTo>
                    <a:pt x="531" y="870"/>
                  </a:lnTo>
                  <a:lnTo>
                    <a:pt x="557" y="886"/>
                  </a:lnTo>
                  <a:lnTo>
                    <a:pt x="616" y="825"/>
                  </a:lnTo>
                  <a:lnTo>
                    <a:pt x="645" y="752"/>
                  </a:lnTo>
                  <a:lnTo>
                    <a:pt x="673" y="709"/>
                  </a:lnTo>
                  <a:lnTo>
                    <a:pt x="704" y="697"/>
                  </a:lnTo>
                  <a:lnTo>
                    <a:pt x="683" y="654"/>
                  </a:lnTo>
                  <a:lnTo>
                    <a:pt x="722" y="604"/>
                  </a:lnTo>
                  <a:lnTo>
                    <a:pt x="720" y="563"/>
                  </a:lnTo>
                  <a:lnTo>
                    <a:pt x="689" y="567"/>
                  </a:lnTo>
                  <a:lnTo>
                    <a:pt x="647" y="551"/>
                  </a:lnTo>
                  <a:lnTo>
                    <a:pt x="598" y="567"/>
                  </a:lnTo>
                  <a:lnTo>
                    <a:pt x="588" y="508"/>
                  </a:lnTo>
                  <a:lnTo>
                    <a:pt x="533" y="482"/>
                  </a:lnTo>
                  <a:lnTo>
                    <a:pt x="521" y="429"/>
                  </a:lnTo>
                  <a:lnTo>
                    <a:pt x="549" y="386"/>
                  </a:lnTo>
                  <a:lnTo>
                    <a:pt x="496" y="331"/>
                  </a:lnTo>
                  <a:lnTo>
                    <a:pt x="431" y="252"/>
                  </a:lnTo>
                  <a:lnTo>
                    <a:pt x="435" y="185"/>
                  </a:lnTo>
                  <a:lnTo>
                    <a:pt x="403" y="166"/>
                  </a:lnTo>
                  <a:lnTo>
                    <a:pt x="374" y="173"/>
                  </a:lnTo>
                  <a:lnTo>
                    <a:pt x="358" y="138"/>
                  </a:lnTo>
                  <a:lnTo>
                    <a:pt x="291" y="136"/>
                  </a:lnTo>
                  <a:lnTo>
                    <a:pt x="305" y="47"/>
                  </a:lnTo>
                  <a:lnTo>
                    <a:pt x="273" y="61"/>
                  </a:lnTo>
                  <a:lnTo>
                    <a:pt x="214" y="0"/>
                  </a:lnTo>
                  <a:lnTo>
                    <a:pt x="177" y="16"/>
                  </a:lnTo>
                  <a:lnTo>
                    <a:pt x="157" y="63"/>
                  </a:lnTo>
                  <a:lnTo>
                    <a:pt x="137" y="67"/>
                  </a:lnTo>
                  <a:lnTo>
                    <a:pt x="149" y="101"/>
                  </a:lnTo>
                  <a:lnTo>
                    <a:pt x="204" y="122"/>
                  </a:lnTo>
                  <a:lnTo>
                    <a:pt x="222" y="183"/>
                  </a:lnTo>
                  <a:lnTo>
                    <a:pt x="167" y="215"/>
                  </a:lnTo>
                  <a:lnTo>
                    <a:pt x="114" y="166"/>
                  </a:lnTo>
                  <a:lnTo>
                    <a:pt x="67" y="195"/>
                  </a:lnTo>
                  <a:lnTo>
                    <a:pt x="86" y="250"/>
                  </a:lnTo>
                  <a:lnTo>
                    <a:pt x="49" y="282"/>
                  </a:lnTo>
                  <a:lnTo>
                    <a:pt x="53" y="335"/>
                  </a:lnTo>
                  <a:lnTo>
                    <a:pt x="0" y="349"/>
                  </a:lnTo>
                  <a:lnTo>
                    <a:pt x="43" y="384"/>
                  </a:lnTo>
                  <a:lnTo>
                    <a:pt x="98" y="447"/>
                  </a:lnTo>
                  <a:lnTo>
                    <a:pt x="157" y="410"/>
                  </a:lnTo>
                  <a:lnTo>
                    <a:pt x="175" y="473"/>
                  </a:lnTo>
                  <a:lnTo>
                    <a:pt x="171" y="536"/>
                  </a:lnTo>
                  <a:lnTo>
                    <a:pt x="96" y="575"/>
                  </a:lnTo>
                  <a:lnTo>
                    <a:pt x="74" y="591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81" name="Freeform 120"/>
            <p:cNvSpPr/>
            <p:nvPr/>
          </p:nvSpPr>
          <p:spPr bwMode="gray">
            <a:xfrm>
              <a:off x="3477" y="2497"/>
              <a:ext cx="361" cy="447"/>
            </a:xfrm>
            <a:custGeom>
              <a:avLst/>
              <a:gdLst>
                <a:gd name="T0" fmla="*/ 19 w 722"/>
                <a:gd name="T1" fmla="*/ 148 h 894"/>
                <a:gd name="T2" fmla="*/ 23 w 722"/>
                <a:gd name="T3" fmla="*/ 155 h 894"/>
                <a:gd name="T4" fmla="*/ 34 w 722"/>
                <a:gd name="T5" fmla="*/ 163 h 894"/>
                <a:gd name="T6" fmla="*/ 42 w 722"/>
                <a:gd name="T7" fmla="*/ 163 h 894"/>
                <a:gd name="T8" fmla="*/ 50 w 722"/>
                <a:gd name="T9" fmla="*/ 168 h 894"/>
                <a:gd name="T10" fmla="*/ 50 w 722"/>
                <a:gd name="T11" fmla="*/ 192 h 894"/>
                <a:gd name="T12" fmla="*/ 58 w 722"/>
                <a:gd name="T13" fmla="*/ 202 h 894"/>
                <a:gd name="T14" fmla="*/ 62 w 722"/>
                <a:gd name="T15" fmla="*/ 217 h 894"/>
                <a:gd name="T16" fmla="*/ 67 w 722"/>
                <a:gd name="T17" fmla="*/ 218 h 894"/>
                <a:gd name="T18" fmla="*/ 76 w 722"/>
                <a:gd name="T19" fmla="*/ 207 h 894"/>
                <a:gd name="T20" fmla="*/ 85 w 722"/>
                <a:gd name="T21" fmla="*/ 204 h 894"/>
                <a:gd name="T22" fmla="*/ 90 w 722"/>
                <a:gd name="T23" fmla="*/ 211 h 894"/>
                <a:gd name="T24" fmla="*/ 82 w 722"/>
                <a:gd name="T25" fmla="*/ 220 h 894"/>
                <a:gd name="T26" fmla="*/ 91 w 722"/>
                <a:gd name="T27" fmla="*/ 224 h 894"/>
                <a:gd name="T28" fmla="*/ 106 w 722"/>
                <a:gd name="T29" fmla="*/ 209 h 894"/>
                <a:gd name="T30" fmla="*/ 113 w 722"/>
                <a:gd name="T31" fmla="*/ 217 h 894"/>
                <a:gd name="T32" fmla="*/ 133 w 722"/>
                <a:gd name="T33" fmla="*/ 218 h 894"/>
                <a:gd name="T34" fmla="*/ 140 w 722"/>
                <a:gd name="T35" fmla="*/ 222 h 894"/>
                <a:gd name="T36" fmla="*/ 154 w 722"/>
                <a:gd name="T37" fmla="*/ 207 h 894"/>
                <a:gd name="T38" fmla="*/ 162 w 722"/>
                <a:gd name="T39" fmla="*/ 188 h 894"/>
                <a:gd name="T40" fmla="*/ 169 w 722"/>
                <a:gd name="T41" fmla="*/ 178 h 894"/>
                <a:gd name="T42" fmla="*/ 176 w 722"/>
                <a:gd name="T43" fmla="*/ 175 h 894"/>
                <a:gd name="T44" fmla="*/ 171 w 722"/>
                <a:gd name="T45" fmla="*/ 164 h 894"/>
                <a:gd name="T46" fmla="*/ 181 w 722"/>
                <a:gd name="T47" fmla="*/ 151 h 894"/>
                <a:gd name="T48" fmla="*/ 180 w 722"/>
                <a:gd name="T49" fmla="*/ 141 h 894"/>
                <a:gd name="T50" fmla="*/ 173 w 722"/>
                <a:gd name="T51" fmla="*/ 142 h 894"/>
                <a:gd name="T52" fmla="*/ 162 w 722"/>
                <a:gd name="T53" fmla="*/ 138 h 894"/>
                <a:gd name="T54" fmla="*/ 150 w 722"/>
                <a:gd name="T55" fmla="*/ 142 h 894"/>
                <a:gd name="T56" fmla="*/ 147 w 722"/>
                <a:gd name="T57" fmla="*/ 127 h 894"/>
                <a:gd name="T58" fmla="*/ 134 w 722"/>
                <a:gd name="T59" fmla="*/ 120 h 894"/>
                <a:gd name="T60" fmla="*/ 131 w 722"/>
                <a:gd name="T61" fmla="*/ 108 h 894"/>
                <a:gd name="T62" fmla="*/ 138 w 722"/>
                <a:gd name="T63" fmla="*/ 97 h 894"/>
                <a:gd name="T64" fmla="*/ 124 w 722"/>
                <a:gd name="T65" fmla="*/ 83 h 894"/>
                <a:gd name="T66" fmla="*/ 108 w 722"/>
                <a:gd name="T67" fmla="*/ 63 h 894"/>
                <a:gd name="T68" fmla="*/ 109 w 722"/>
                <a:gd name="T69" fmla="*/ 47 h 894"/>
                <a:gd name="T70" fmla="*/ 101 w 722"/>
                <a:gd name="T71" fmla="*/ 42 h 894"/>
                <a:gd name="T72" fmla="*/ 93 w 722"/>
                <a:gd name="T73" fmla="*/ 44 h 894"/>
                <a:gd name="T74" fmla="*/ 90 w 722"/>
                <a:gd name="T75" fmla="*/ 35 h 894"/>
                <a:gd name="T76" fmla="*/ 73 w 722"/>
                <a:gd name="T77" fmla="*/ 34 h 894"/>
                <a:gd name="T78" fmla="*/ 77 w 722"/>
                <a:gd name="T79" fmla="*/ 12 h 894"/>
                <a:gd name="T80" fmla="*/ 69 w 722"/>
                <a:gd name="T81" fmla="*/ 15 h 894"/>
                <a:gd name="T82" fmla="*/ 53 w 722"/>
                <a:gd name="T83" fmla="*/ 0 h 894"/>
                <a:gd name="T84" fmla="*/ 45 w 722"/>
                <a:gd name="T85" fmla="*/ 4 h 894"/>
                <a:gd name="T86" fmla="*/ 40 w 722"/>
                <a:gd name="T87" fmla="*/ 16 h 894"/>
                <a:gd name="T88" fmla="*/ 35 w 722"/>
                <a:gd name="T89" fmla="*/ 17 h 894"/>
                <a:gd name="T90" fmla="*/ 38 w 722"/>
                <a:gd name="T91" fmla="*/ 26 h 894"/>
                <a:gd name="T92" fmla="*/ 51 w 722"/>
                <a:gd name="T93" fmla="*/ 30 h 894"/>
                <a:gd name="T94" fmla="*/ 55 w 722"/>
                <a:gd name="T95" fmla="*/ 46 h 894"/>
                <a:gd name="T96" fmla="*/ 42 w 722"/>
                <a:gd name="T97" fmla="*/ 54 h 894"/>
                <a:gd name="T98" fmla="*/ 28 w 722"/>
                <a:gd name="T99" fmla="*/ 42 h 894"/>
                <a:gd name="T100" fmla="*/ 17 w 722"/>
                <a:gd name="T101" fmla="*/ 49 h 894"/>
                <a:gd name="T102" fmla="*/ 22 w 722"/>
                <a:gd name="T103" fmla="*/ 62 h 894"/>
                <a:gd name="T104" fmla="*/ 12 w 722"/>
                <a:gd name="T105" fmla="*/ 71 h 894"/>
                <a:gd name="T106" fmla="*/ 13 w 722"/>
                <a:gd name="T107" fmla="*/ 84 h 894"/>
                <a:gd name="T108" fmla="*/ 0 w 722"/>
                <a:gd name="T109" fmla="*/ 88 h 894"/>
                <a:gd name="T110" fmla="*/ 11 w 722"/>
                <a:gd name="T111" fmla="*/ 96 h 894"/>
                <a:gd name="T112" fmla="*/ 24 w 722"/>
                <a:gd name="T113" fmla="*/ 112 h 894"/>
                <a:gd name="T114" fmla="*/ 40 w 722"/>
                <a:gd name="T115" fmla="*/ 103 h 894"/>
                <a:gd name="T116" fmla="*/ 44 w 722"/>
                <a:gd name="T117" fmla="*/ 118 h 894"/>
                <a:gd name="T118" fmla="*/ 43 w 722"/>
                <a:gd name="T119" fmla="*/ 134 h 894"/>
                <a:gd name="T120" fmla="*/ 24 w 722"/>
                <a:gd name="T121" fmla="*/ 144 h 894"/>
                <a:gd name="T122" fmla="*/ 19 w 722"/>
                <a:gd name="T123" fmla="*/ 148 h 89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722"/>
                <a:gd name="T187" fmla="*/ 0 h 894"/>
                <a:gd name="T188" fmla="*/ 722 w 722"/>
                <a:gd name="T189" fmla="*/ 894 h 89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722" h="894">
                  <a:moveTo>
                    <a:pt x="74" y="591"/>
                  </a:moveTo>
                  <a:lnTo>
                    <a:pt x="94" y="620"/>
                  </a:lnTo>
                  <a:lnTo>
                    <a:pt x="133" y="652"/>
                  </a:lnTo>
                  <a:lnTo>
                    <a:pt x="165" y="650"/>
                  </a:lnTo>
                  <a:lnTo>
                    <a:pt x="202" y="669"/>
                  </a:lnTo>
                  <a:lnTo>
                    <a:pt x="202" y="766"/>
                  </a:lnTo>
                  <a:lnTo>
                    <a:pt x="234" y="807"/>
                  </a:lnTo>
                  <a:lnTo>
                    <a:pt x="250" y="868"/>
                  </a:lnTo>
                  <a:lnTo>
                    <a:pt x="267" y="872"/>
                  </a:lnTo>
                  <a:lnTo>
                    <a:pt x="303" y="827"/>
                  </a:lnTo>
                  <a:lnTo>
                    <a:pt x="338" y="815"/>
                  </a:lnTo>
                  <a:lnTo>
                    <a:pt x="358" y="841"/>
                  </a:lnTo>
                  <a:lnTo>
                    <a:pt x="326" y="878"/>
                  </a:lnTo>
                  <a:lnTo>
                    <a:pt x="366" y="894"/>
                  </a:lnTo>
                  <a:lnTo>
                    <a:pt x="425" y="833"/>
                  </a:lnTo>
                  <a:lnTo>
                    <a:pt x="454" y="868"/>
                  </a:lnTo>
                  <a:lnTo>
                    <a:pt x="531" y="870"/>
                  </a:lnTo>
                  <a:lnTo>
                    <a:pt x="557" y="886"/>
                  </a:lnTo>
                  <a:lnTo>
                    <a:pt x="616" y="825"/>
                  </a:lnTo>
                  <a:lnTo>
                    <a:pt x="645" y="752"/>
                  </a:lnTo>
                  <a:lnTo>
                    <a:pt x="673" y="709"/>
                  </a:lnTo>
                  <a:lnTo>
                    <a:pt x="704" y="697"/>
                  </a:lnTo>
                  <a:lnTo>
                    <a:pt x="683" y="654"/>
                  </a:lnTo>
                  <a:lnTo>
                    <a:pt x="722" y="604"/>
                  </a:lnTo>
                  <a:lnTo>
                    <a:pt x="720" y="563"/>
                  </a:lnTo>
                  <a:lnTo>
                    <a:pt x="689" y="567"/>
                  </a:lnTo>
                  <a:lnTo>
                    <a:pt x="647" y="551"/>
                  </a:lnTo>
                  <a:lnTo>
                    <a:pt x="598" y="567"/>
                  </a:lnTo>
                  <a:lnTo>
                    <a:pt x="588" y="508"/>
                  </a:lnTo>
                  <a:lnTo>
                    <a:pt x="533" y="482"/>
                  </a:lnTo>
                  <a:lnTo>
                    <a:pt x="521" y="429"/>
                  </a:lnTo>
                  <a:lnTo>
                    <a:pt x="549" y="386"/>
                  </a:lnTo>
                  <a:lnTo>
                    <a:pt x="496" y="331"/>
                  </a:lnTo>
                  <a:lnTo>
                    <a:pt x="431" y="252"/>
                  </a:lnTo>
                  <a:lnTo>
                    <a:pt x="435" y="185"/>
                  </a:lnTo>
                  <a:lnTo>
                    <a:pt x="403" y="166"/>
                  </a:lnTo>
                  <a:lnTo>
                    <a:pt x="374" y="173"/>
                  </a:lnTo>
                  <a:lnTo>
                    <a:pt x="358" y="138"/>
                  </a:lnTo>
                  <a:lnTo>
                    <a:pt x="291" y="136"/>
                  </a:lnTo>
                  <a:lnTo>
                    <a:pt x="305" y="47"/>
                  </a:lnTo>
                  <a:lnTo>
                    <a:pt x="273" y="61"/>
                  </a:lnTo>
                  <a:lnTo>
                    <a:pt x="214" y="0"/>
                  </a:lnTo>
                  <a:lnTo>
                    <a:pt x="177" y="16"/>
                  </a:lnTo>
                  <a:lnTo>
                    <a:pt x="157" y="63"/>
                  </a:lnTo>
                  <a:lnTo>
                    <a:pt x="137" y="67"/>
                  </a:lnTo>
                  <a:lnTo>
                    <a:pt x="149" y="101"/>
                  </a:lnTo>
                  <a:lnTo>
                    <a:pt x="204" y="122"/>
                  </a:lnTo>
                  <a:lnTo>
                    <a:pt x="222" y="183"/>
                  </a:lnTo>
                  <a:lnTo>
                    <a:pt x="167" y="215"/>
                  </a:lnTo>
                  <a:lnTo>
                    <a:pt x="114" y="166"/>
                  </a:lnTo>
                  <a:lnTo>
                    <a:pt x="67" y="195"/>
                  </a:lnTo>
                  <a:lnTo>
                    <a:pt x="86" y="250"/>
                  </a:lnTo>
                  <a:lnTo>
                    <a:pt x="49" y="282"/>
                  </a:lnTo>
                  <a:lnTo>
                    <a:pt x="53" y="335"/>
                  </a:lnTo>
                  <a:lnTo>
                    <a:pt x="0" y="349"/>
                  </a:lnTo>
                  <a:lnTo>
                    <a:pt x="43" y="384"/>
                  </a:lnTo>
                  <a:lnTo>
                    <a:pt x="98" y="447"/>
                  </a:lnTo>
                  <a:lnTo>
                    <a:pt x="157" y="410"/>
                  </a:lnTo>
                  <a:lnTo>
                    <a:pt x="175" y="473"/>
                  </a:lnTo>
                  <a:lnTo>
                    <a:pt x="171" y="536"/>
                  </a:lnTo>
                  <a:lnTo>
                    <a:pt x="96" y="575"/>
                  </a:lnTo>
                  <a:lnTo>
                    <a:pt x="74" y="591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82" name="Freeform 121"/>
            <p:cNvSpPr/>
            <p:nvPr/>
          </p:nvSpPr>
          <p:spPr bwMode="gray">
            <a:xfrm>
              <a:off x="3034" y="2686"/>
              <a:ext cx="568" cy="356"/>
            </a:xfrm>
            <a:custGeom>
              <a:avLst/>
              <a:gdLst>
                <a:gd name="T0" fmla="*/ 40 w 1136"/>
                <a:gd name="T1" fmla="*/ 51 h 713"/>
                <a:gd name="T2" fmla="*/ 52 w 1136"/>
                <a:gd name="T3" fmla="*/ 64 h 713"/>
                <a:gd name="T4" fmla="*/ 58 w 1136"/>
                <a:gd name="T5" fmla="*/ 104 h 713"/>
                <a:gd name="T6" fmla="*/ 35 w 1136"/>
                <a:gd name="T7" fmla="*/ 118 h 713"/>
                <a:gd name="T8" fmla="*/ 0 w 1136"/>
                <a:gd name="T9" fmla="*/ 129 h 713"/>
                <a:gd name="T10" fmla="*/ 20 w 1136"/>
                <a:gd name="T11" fmla="*/ 167 h 713"/>
                <a:gd name="T12" fmla="*/ 40 w 1136"/>
                <a:gd name="T13" fmla="*/ 162 h 713"/>
                <a:gd name="T14" fmla="*/ 80 w 1136"/>
                <a:gd name="T15" fmla="*/ 153 h 713"/>
                <a:gd name="T16" fmla="*/ 76 w 1136"/>
                <a:gd name="T17" fmla="*/ 136 h 713"/>
                <a:gd name="T18" fmla="*/ 115 w 1136"/>
                <a:gd name="T19" fmla="*/ 138 h 713"/>
                <a:gd name="T20" fmla="*/ 147 w 1136"/>
                <a:gd name="T21" fmla="*/ 149 h 713"/>
                <a:gd name="T22" fmla="*/ 170 w 1136"/>
                <a:gd name="T23" fmla="*/ 142 h 713"/>
                <a:gd name="T24" fmla="*/ 189 w 1136"/>
                <a:gd name="T25" fmla="*/ 138 h 713"/>
                <a:gd name="T26" fmla="*/ 196 w 1136"/>
                <a:gd name="T27" fmla="*/ 160 h 713"/>
                <a:gd name="T28" fmla="*/ 221 w 1136"/>
                <a:gd name="T29" fmla="*/ 152 h 713"/>
                <a:gd name="T30" fmla="*/ 247 w 1136"/>
                <a:gd name="T31" fmla="*/ 135 h 713"/>
                <a:gd name="T32" fmla="*/ 264 w 1136"/>
                <a:gd name="T33" fmla="*/ 124 h 713"/>
                <a:gd name="T34" fmla="*/ 284 w 1136"/>
                <a:gd name="T35" fmla="*/ 122 h 713"/>
                <a:gd name="T36" fmla="*/ 272 w 1136"/>
                <a:gd name="T37" fmla="*/ 97 h 713"/>
                <a:gd name="T38" fmla="*/ 263 w 1136"/>
                <a:gd name="T39" fmla="*/ 68 h 713"/>
                <a:gd name="T40" fmla="*/ 245 w 1136"/>
                <a:gd name="T41" fmla="*/ 60 h 713"/>
                <a:gd name="T42" fmla="*/ 225 w 1136"/>
                <a:gd name="T43" fmla="*/ 59 h 713"/>
                <a:gd name="T44" fmla="*/ 196 w 1136"/>
                <a:gd name="T45" fmla="*/ 50 h 713"/>
                <a:gd name="T46" fmla="*/ 186 w 1136"/>
                <a:gd name="T47" fmla="*/ 24 h 713"/>
                <a:gd name="T48" fmla="*/ 157 w 1136"/>
                <a:gd name="T49" fmla="*/ 26 h 713"/>
                <a:gd name="T50" fmla="*/ 107 w 1136"/>
                <a:gd name="T51" fmla="*/ 21 h 713"/>
                <a:gd name="T52" fmla="*/ 71 w 1136"/>
                <a:gd name="T53" fmla="*/ 6 h 713"/>
                <a:gd name="T54" fmla="*/ 50 w 1136"/>
                <a:gd name="T55" fmla="*/ 4 h 713"/>
                <a:gd name="T56" fmla="*/ 43 w 1136"/>
                <a:gd name="T57" fmla="*/ 2 h 713"/>
                <a:gd name="T58" fmla="*/ 35 w 1136"/>
                <a:gd name="T59" fmla="*/ 1 h 713"/>
                <a:gd name="T60" fmla="*/ 34 w 1136"/>
                <a:gd name="T61" fmla="*/ 2 h 713"/>
                <a:gd name="T62" fmla="*/ 31 w 1136"/>
                <a:gd name="T63" fmla="*/ 7 h 713"/>
                <a:gd name="T64" fmla="*/ 29 w 1136"/>
                <a:gd name="T65" fmla="*/ 9 h 713"/>
                <a:gd name="T66" fmla="*/ 54 w 1136"/>
                <a:gd name="T67" fmla="*/ 24 h 713"/>
                <a:gd name="T68" fmla="*/ 33 w 1136"/>
                <a:gd name="T69" fmla="*/ 42 h 71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36"/>
                <a:gd name="T106" fmla="*/ 0 h 713"/>
                <a:gd name="T107" fmla="*/ 1136 w 1136"/>
                <a:gd name="T108" fmla="*/ 713 h 71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36" h="713">
                  <a:moveTo>
                    <a:pt x="130" y="169"/>
                  </a:moveTo>
                  <a:lnTo>
                    <a:pt x="159" y="205"/>
                  </a:lnTo>
                  <a:lnTo>
                    <a:pt x="157" y="258"/>
                  </a:lnTo>
                  <a:lnTo>
                    <a:pt x="208" y="256"/>
                  </a:lnTo>
                  <a:lnTo>
                    <a:pt x="236" y="331"/>
                  </a:lnTo>
                  <a:lnTo>
                    <a:pt x="234" y="417"/>
                  </a:lnTo>
                  <a:lnTo>
                    <a:pt x="183" y="425"/>
                  </a:lnTo>
                  <a:lnTo>
                    <a:pt x="140" y="474"/>
                  </a:lnTo>
                  <a:lnTo>
                    <a:pt x="33" y="482"/>
                  </a:lnTo>
                  <a:lnTo>
                    <a:pt x="0" y="516"/>
                  </a:lnTo>
                  <a:lnTo>
                    <a:pt x="23" y="591"/>
                  </a:lnTo>
                  <a:lnTo>
                    <a:pt x="82" y="671"/>
                  </a:lnTo>
                  <a:lnTo>
                    <a:pt x="134" y="713"/>
                  </a:lnTo>
                  <a:lnTo>
                    <a:pt x="161" y="648"/>
                  </a:lnTo>
                  <a:lnTo>
                    <a:pt x="220" y="596"/>
                  </a:lnTo>
                  <a:lnTo>
                    <a:pt x="319" y="612"/>
                  </a:lnTo>
                  <a:lnTo>
                    <a:pt x="332" y="585"/>
                  </a:lnTo>
                  <a:lnTo>
                    <a:pt x="303" y="545"/>
                  </a:lnTo>
                  <a:lnTo>
                    <a:pt x="372" y="528"/>
                  </a:lnTo>
                  <a:lnTo>
                    <a:pt x="460" y="555"/>
                  </a:lnTo>
                  <a:lnTo>
                    <a:pt x="531" y="559"/>
                  </a:lnTo>
                  <a:lnTo>
                    <a:pt x="588" y="598"/>
                  </a:lnTo>
                  <a:lnTo>
                    <a:pt x="649" y="563"/>
                  </a:lnTo>
                  <a:lnTo>
                    <a:pt x="681" y="569"/>
                  </a:lnTo>
                  <a:lnTo>
                    <a:pt x="687" y="600"/>
                  </a:lnTo>
                  <a:lnTo>
                    <a:pt x="758" y="553"/>
                  </a:lnTo>
                  <a:lnTo>
                    <a:pt x="791" y="587"/>
                  </a:lnTo>
                  <a:lnTo>
                    <a:pt x="785" y="640"/>
                  </a:lnTo>
                  <a:lnTo>
                    <a:pt x="832" y="654"/>
                  </a:lnTo>
                  <a:lnTo>
                    <a:pt x="884" y="608"/>
                  </a:lnTo>
                  <a:lnTo>
                    <a:pt x="947" y="594"/>
                  </a:lnTo>
                  <a:lnTo>
                    <a:pt x="988" y="543"/>
                  </a:lnTo>
                  <a:lnTo>
                    <a:pt x="1019" y="533"/>
                  </a:lnTo>
                  <a:lnTo>
                    <a:pt x="1055" y="496"/>
                  </a:lnTo>
                  <a:lnTo>
                    <a:pt x="1108" y="516"/>
                  </a:lnTo>
                  <a:lnTo>
                    <a:pt x="1136" y="490"/>
                  </a:lnTo>
                  <a:lnTo>
                    <a:pt x="1122" y="431"/>
                  </a:lnTo>
                  <a:lnTo>
                    <a:pt x="1088" y="388"/>
                  </a:lnTo>
                  <a:lnTo>
                    <a:pt x="1088" y="291"/>
                  </a:lnTo>
                  <a:lnTo>
                    <a:pt x="1051" y="272"/>
                  </a:lnTo>
                  <a:lnTo>
                    <a:pt x="1019" y="274"/>
                  </a:lnTo>
                  <a:lnTo>
                    <a:pt x="980" y="242"/>
                  </a:lnTo>
                  <a:lnTo>
                    <a:pt x="960" y="213"/>
                  </a:lnTo>
                  <a:lnTo>
                    <a:pt x="901" y="236"/>
                  </a:lnTo>
                  <a:lnTo>
                    <a:pt x="836" y="187"/>
                  </a:lnTo>
                  <a:lnTo>
                    <a:pt x="783" y="203"/>
                  </a:lnTo>
                  <a:lnTo>
                    <a:pt x="748" y="160"/>
                  </a:lnTo>
                  <a:lnTo>
                    <a:pt x="744" y="98"/>
                  </a:lnTo>
                  <a:lnTo>
                    <a:pt x="677" y="126"/>
                  </a:lnTo>
                  <a:lnTo>
                    <a:pt x="628" y="106"/>
                  </a:lnTo>
                  <a:lnTo>
                    <a:pt x="514" y="124"/>
                  </a:lnTo>
                  <a:lnTo>
                    <a:pt x="427" y="87"/>
                  </a:lnTo>
                  <a:lnTo>
                    <a:pt x="329" y="0"/>
                  </a:lnTo>
                  <a:lnTo>
                    <a:pt x="283" y="24"/>
                  </a:lnTo>
                  <a:lnTo>
                    <a:pt x="205" y="18"/>
                  </a:lnTo>
                  <a:lnTo>
                    <a:pt x="201" y="16"/>
                  </a:lnTo>
                  <a:lnTo>
                    <a:pt x="187" y="14"/>
                  </a:lnTo>
                  <a:lnTo>
                    <a:pt x="171" y="10"/>
                  </a:lnTo>
                  <a:lnTo>
                    <a:pt x="153" y="6"/>
                  </a:lnTo>
                  <a:lnTo>
                    <a:pt x="140" y="4"/>
                  </a:lnTo>
                  <a:lnTo>
                    <a:pt x="136" y="4"/>
                  </a:lnTo>
                  <a:lnTo>
                    <a:pt x="134" y="8"/>
                  </a:lnTo>
                  <a:lnTo>
                    <a:pt x="130" y="18"/>
                  </a:lnTo>
                  <a:lnTo>
                    <a:pt x="124" y="28"/>
                  </a:lnTo>
                  <a:lnTo>
                    <a:pt x="120" y="36"/>
                  </a:lnTo>
                  <a:lnTo>
                    <a:pt x="118" y="39"/>
                  </a:lnTo>
                  <a:lnTo>
                    <a:pt x="181" y="79"/>
                  </a:lnTo>
                  <a:lnTo>
                    <a:pt x="216" y="98"/>
                  </a:lnTo>
                  <a:lnTo>
                    <a:pt x="151" y="140"/>
                  </a:lnTo>
                  <a:lnTo>
                    <a:pt x="130" y="169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83" name="Freeform 122"/>
            <p:cNvSpPr/>
            <p:nvPr/>
          </p:nvSpPr>
          <p:spPr bwMode="gray">
            <a:xfrm>
              <a:off x="3034" y="2686"/>
              <a:ext cx="568" cy="356"/>
            </a:xfrm>
            <a:custGeom>
              <a:avLst/>
              <a:gdLst>
                <a:gd name="T0" fmla="*/ 40 w 1136"/>
                <a:gd name="T1" fmla="*/ 51 h 713"/>
                <a:gd name="T2" fmla="*/ 52 w 1136"/>
                <a:gd name="T3" fmla="*/ 64 h 713"/>
                <a:gd name="T4" fmla="*/ 58 w 1136"/>
                <a:gd name="T5" fmla="*/ 104 h 713"/>
                <a:gd name="T6" fmla="*/ 35 w 1136"/>
                <a:gd name="T7" fmla="*/ 118 h 713"/>
                <a:gd name="T8" fmla="*/ 0 w 1136"/>
                <a:gd name="T9" fmla="*/ 129 h 713"/>
                <a:gd name="T10" fmla="*/ 20 w 1136"/>
                <a:gd name="T11" fmla="*/ 167 h 713"/>
                <a:gd name="T12" fmla="*/ 40 w 1136"/>
                <a:gd name="T13" fmla="*/ 162 h 713"/>
                <a:gd name="T14" fmla="*/ 80 w 1136"/>
                <a:gd name="T15" fmla="*/ 153 h 713"/>
                <a:gd name="T16" fmla="*/ 76 w 1136"/>
                <a:gd name="T17" fmla="*/ 136 h 713"/>
                <a:gd name="T18" fmla="*/ 115 w 1136"/>
                <a:gd name="T19" fmla="*/ 138 h 713"/>
                <a:gd name="T20" fmla="*/ 147 w 1136"/>
                <a:gd name="T21" fmla="*/ 149 h 713"/>
                <a:gd name="T22" fmla="*/ 170 w 1136"/>
                <a:gd name="T23" fmla="*/ 142 h 713"/>
                <a:gd name="T24" fmla="*/ 189 w 1136"/>
                <a:gd name="T25" fmla="*/ 138 h 713"/>
                <a:gd name="T26" fmla="*/ 196 w 1136"/>
                <a:gd name="T27" fmla="*/ 160 h 713"/>
                <a:gd name="T28" fmla="*/ 221 w 1136"/>
                <a:gd name="T29" fmla="*/ 152 h 713"/>
                <a:gd name="T30" fmla="*/ 247 w 1136"/>
                <a:gd name="T31" fmla="*/ 135 h 713"/>
                <a:gd name="T32" fmla="*/ 264 w 1136"/>
                <a:gd name="T33" fmla="*/ 124 h 713"/>
                <a:gd name="T34" fmla="*/ 284 w 1136"/>
                <a:gd name="T35" fmla="*/ 122 h 713"/>
                <a:gd name="T36" fmla="*/ 272 w 1136"/>
                <a:gd name="T37" fmla="*/ 97 h 713"/>
                <a:gd name="T38" fmla="*/ 263 w 1136"/>
                <a:gd name="T39" fmla="*/ 68 h 713"/>
                <a:gd name="T40" fmla="*/ 245 w 1136"/>
                <a:gd name="T41" fmla="*/ 60 h 713"/>
                <a:gd name="T42" fmla="*/ 225 w 1136"/>
                <a:gd name="T43" fmla="*/ 59 h 713"/>
                <a:gd name="T44" fmla="*/ 196 w 1136"/>
                <a:gd name="T45" fmla="*/ 50 h 713"/>
                <a:gd name="T46" fmla="*/ 186 w 1136"/>
                <a:gd name="T47" fmla="*/ 24 h 713"/>
                <a:gd name="T48" fmla="*/ 157 w 1136"/>
                <a:gd name="T49" fmla="*/ 26 h 713"/>
                <a:gd name="T50" fmla="*/ 107 w 1136"/>
                <a:gd name="T51" fmla="*/ 21 h 713"/>
                <a:gd name="T52" fmla="*/ 71 w 1136"/>
                <a:gd name="T53" fmla="*/ 6 h 713"/>
                <a:gd name="T54" fmla="*/ 50 w 1136"/>
                <a:gd name="T55" fmla="*/ 4 h 713"/>
                <a:gd name="T56" fmla="*/ 43 w 1136"/>
                <a:gd name="T57" fmla="*/ 2 h 713"/>
                <a:gd name="T58" fmla="*/ 35 w 1136"/>
                <a:gd name="T59" fmla="*/ 1 h 713"/>
                <a:gd name="T60" fmla="*/ 34 w 1136"/>
                <a:gd name="T61" fmla="*/ 2 h 713"/>
                <a:gd name="T62" fmla="*/ 31 w 1136"/>
                <a:gd name="T63" fmla="*/ 7 h 713"/>
                <a:gd name="T64" fmla="*/ 29 w 1136"/>
                <a:gd name="T65" fmla="*/ 9 h 713"/>
                <a:gd name="T66" fmla="*/ 54 w 1136"/>
                <a:gd name="T67" fmla="*/ 24 h 713"/>
                <a:gd name="T68" fmla="*/ 33 w 1136"/>
                <a:gd name="T69" fmla="*/ 42 h 71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36"/>
                <a:gd name="T106" fmla="*/ 0 h 713"/>
                <a:gd name="T107" fmla="*/ 1136 w 1136"/>
                <a:gd name="T108" fmla="*/ 713 h 71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36" h="713">
                  <a:moveTo>
                    <a:pt x="130" y="169"/>
                  </a:moveTo>
                  <a:lnTo>
                    <a:pt x="159" y="205"/>
                  </a:lnTo>
                  <a:lnTo>
                    <a:pt x="157" y="258"/>
                  </a:lnTo>
                  <a:lnTo>
                    <a:pt x="208" y="256"/>
                  </a:lnTo>
                  <a:lnTo>
                    <a:pt x="236" y="331"/>
                  </a:lnTo>
                  <a:lnTo>
                    <a:pt x="234" y="417"/>
                  </a:lnTo>
                  <a:lnTo>
                    <a:pt x="183" y="425"/>
                  </a:lnTo>
                  <a:lnTo>
                    <a:pt x="140" y="474"/>
                  </a:lnTo>
                  <a:lnTo>
                    <a:pt x="33" y="482"/>
                  </a:lnTo>
                  <a:lnTo>
                    <a:pt x="0" y="516"/>
                  </a:lnTo>
                  <a:lnTo>
                    <a:pt x="23" y="591"/>
                  </a:lnTo>
                  <a:lnTo>
                    <a:pt x="82" y="671"/>
                  </a:lnTo>
                  <a:lnTo>
                    <a:pt x="134" y="713"/>
                  </a:lnTo>
                  <a:lnTo>
                    <a:pt x="161" y="648"/>
                  </a:lnTo>
                  <a:lnTo>
                    <a:pt x="220" y="596"/>
                  </a:lnTo>
                  <a:lnTo>
                    <a:pt x="319" y="612"/>
                  </a:lnTo>
                  <a:lnTo>
                    <a:pt x="332" y="585"/>
                  </a:lnTo>
                  <a:lnTo>
                    <a:pt x="303" y="545"/>
                  </a:lnTo>
                  <a:lnTo>
                    <a:pt x="372" y="528"/>
                  </a:lnTo>
                  <a:lnTo>
                    <a:pt x="460" y="555"/>
                  </a:lnTo>
                  <a:lnTo>
                    <a:pt x="531" y="559"/>
                  </a:lnTo>
                  <a:lnTo>
                    <a:pt x="588" y="598"/>
                  </a:lnTo>
                  <a:lnTo>
                    <a:pt x="649" y="563"/>
                  </a:lnTo>
                  <a:lnTo>
                    <a:pt x="681" y="569"/>
                  </a:lnTo>
                  <a:lnTo>
                    <a:pt x="687" y="600"/>
                  </a:lnTo>
                  <a:lnTo>
                    <a:pt x="758" y="553"/>
                  </a:lnTo>
                  <a:lnTo>
                    <a:pt x="791" y="587"/>
                  </a:lnTo>
                  <a:lnTo>
                    <a:pt x="785" y="640"/>
                  </a:lnTo>
                  <a:lnTo>
                    <a:pt x="832" y="654"/>
                  </a:lnTo>
                  <a:lnTo>
                    <a:pt x="884" y="608"/>
                  </a:lnTo>
                  <a:lnTo>
                    <a:pt x="947" y="594"/>
                  </a:lnTo>
                  <a:lnTo>
                    <a:pt x="988" y="543"/>
                  </a:lnTo>
                  <a:lnTo>
                    <a:pt x="1019" y="533"/>
                  </a:lnTo>
                  <a:lnTo>
                    <a:pt x="1055" y="496"/>
                  </a:lnTo>
                  <a:lnTo>
                    <a:pt x="1108" y="516"/>
                  </a:lnTo>
                  <a:lnTo>
                    <a:pt x="1136" y="490"/>
                  </a:lnTo>
                  <a:lnTo>
                    <a:pt x="1122" y="431"/>
                  </a:lnTo>
                  <a:lnTo>
                    <a:pt x="1088" y="388"/>
                  </a:lnTo>
                  <a:lnTo>
                    <a:pt x="1088" y="291"/>
                  </a:lnTo>
                  <a:lnTo>
                    <a:pt x="1051" y="272"/>
                  </a:lnTo>
                  <a:lnTo>
                    <a:pt x="1019" y="274"/>
                  </a:lnTo>
                  <a:lnTo>
                    <a:pt x="980" y="242"/>
                  </a:lnTo>
                  <a:lnTo>
                    <a:pt x="960" y="213"/>
                  </a:lnTo>
                  <a:lnTo>
                    <a:pt x="901" y="236"/>
                  </a:lnTo>
                  <a:lnTo>
                    <a:pt x="836" y="187"/>
                  </a:lnTo>
                  <a:lnTo>
                    <a:pt x="783" y="203"/>
                  </a:lnTo>
                  <a:lnTo>
                    <a:pt x="748" y="160"/>
                  </a:lnTo>
                  <a:lnTo>
                    <a:pt x="744" y="98"/>
                  </a:lnTo>
                  <a:lnTo>
                    <a:pt x="677" y="126"/>
                  </a:lnTo>
                  <a:lnTo>
                    <a:pt x="628" y="106"/>
                  </a:lnTo>
                  <a:lnTo>
                    <a:pt x="514" y="124"/>
                  </a:lnTo>
                  <a:lnTo>
                    <a:pt x="427" y="87"/>
                  </a:lnTo>
                  <a:lnTo>
                    <a:pt x="329" y="0"/>
                  </a:lnTo>
                  <a:lnTo>
                    <a:pt x="283" y="24"/>
                  </a:lnTo>
                  <a:lnTo>
                    <a:pt x="205" y="18"/>
                  </a:lnTo>
                  <a:lnTo>
                    <a:pt x="201" y="16"/>
                  </a:lnTo>
                  <a:lnTo>
                    <a:pt x="187" y="14"/>
                  </a:lnTo>
                  <a:lnTo>
                    <a:pt x="171" y="10"/>
                  </a:lnTo>
                  <a:lnTo>
                    <a:pt x="153" y="6"/>
                  </a:lnTo>
                  <a:lnTo>
                    <a:pt x="140" y="4"/>
                  </a:lnTo>
                  <a:lnTo>
                    <a:pt x="136" y="4"/>
                  </a:lnTo>
                  <a:lnTo>
                    <a:pt x="134" y="8"/>
                  </a:lnTo>
                  <a:lnTo>
                    <a:pt x="130" y="18"/>
                  </a:lnTo>
                  <a:lnTo>
                    <a:pt x="124" y="28"/>
                  </a:lnTo>
                  <a:lnTo>
                    <a:pt x="120" y="36"/>
                  </a:lnTo>
                  <a:lnTo>
                    <a:pt x="118" y="39"/>
                  </a:lnTo>
                  <a:lnTo>
                    <a:pt x="181" y="79"/>
                  </a:lnTo>
                  <a:lnTo>
                    <a:pt x="216" y="98"/>
                  </a:lnTo>
                  <a:lnTo>
                    <a:pt x="151" y="140"/>
                  </a:lnTo>
                  <a:lnTo>
                    <a:pt x="130" y="169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97" name="Freeform 123"/>
            <p:cNvSpPr/>
            <p:nvPr/>
          </p:nvSpPr>
          <p:spPr bwMode="gray">
            <a:xfrm>
              <a:off x="3140" y="2406"/>
              <a:ext cx="448" cy="398"/>
            </a:xfrm>
            <a:custGeom>
              <a:avLst/>
              <a:gdLst>
                <a:gd name="T0" fmla="*/ 0 w 896"/>
                <a:gd name="T1" fmla="*/ 84 h 797"/>
                <a:gd name="T2" fmla="*/ 7 w 896"/>
                <a:gd name="T3" fmla="*/ 100 h 797"/>
                <a:gd name="T4" fmla="*/ 17 w 896"/>
                <a:gd name="T5" fmla="*/ 115 h 797"/>
                <a:gd name="T6" fmla="*/ 30 w 896"/>
                <a:gd name="T7" fmla="*/ 127 h 797"/>
                <a:gd name="T8" fmla="*/ 29 w 896"/>
                <a:gd name="T9" fmla="*/ 140 h 797"/>
                <a:gd name="T10" fmla="*/ 53 w 896"/>
                <a:gd name="T11" fmla="*/ 162 h 797"/>
                <a:gd name="T12" fmla="*/ 76 w 896"/>
                <a:gd name="T13" fmla="*/ 171 h 797"/>
                <a:gd name="T14" fmla="*/ 104 w 896"/>
                <a:gd name="T15" fmla="*/ 166 h 797"/>
                <a:gd name="T16" fmla="*/ 116 w 896"/>
                <a:gd name="T17" fmla="*/ 171 h 797"/>
                <a:gd name="T18" fmla="*/ 133 w 896"/>
                <a:gd name="T19" fmla="*/ 164 h 797"/>
                <a:gd name="T20" fmla="*/ 134 w 896"/>
                <a:gd name="T21" fmla="*/ 180 h 797"/>
                <a:gd name="T22" fmla="*/ 143 w 896"/>
                <a:gd name="T23" fmla="*/ 191 h 797"/>
                <a:gd name="T24" fmla="*/ 156 w 896"/>
                <a:gd name="T25" fmla="*/ 187 h 797"/>
                <a:gd name="T26" fmla="*/ 173 w 896"/>
                <a:gd name="T27" fmla="*/ 199 h 797"/>
                <a:gd name="T28" fmla="*/ 188 w 896"/>
                <a:gd name="T29" fmla="*/ 194 h 797"/>
                <a:gd name="T30" fmla="*/ 193 w 896"/>
                <a:gd name="T31" fmla="*/ 189 h 797"/>
                <a:gd name="T32" fmla="*/ 212 w 896"/>
                <a:gd name="T33" fmla="*/ 179 h 797"/>
                <a:gd name="T34" fmla="*/ 213 w 896"/>
                <a:gd name="T35" fmla="*/ 163 h 797"/>
                <a:gd name="T36" fmla="*/ 208 w 896"/>
                <a:gd name="T37" fmla="*/ 148 h 797"/>
                <a:gd name="T38" fmla="*/ 194 w 896"/>
                <a:gd name="T39" fmla="*/ 157 h 797"/>
                <a:gd name="T40" fmla="*/ 180 w 896"/>
                <a:gd name="T41" fmla="*/ 141 h 797"/>
                <a:gd name="T42" fmla="*/ 170 w 896"/>
                <a:gd name="T43" fmla="*/ 133 h 797"/>
                <a:gd name="T44" fmla="*/ 182 w 896"/>
                <a:gd name="T45" fmla="*/ 129 h 797"/>
                <a:gd name="T46" fmla="*/ 181 w 896"/>
                <a:gd name="T47" fmla="*/ 116 h 797"/>
                <a:gd name="T48" fmla="*/ 190 w 896"/>
                <a:gd name="T49" fmla="*/ 108 h 797"/>
                <a:gd name="T50" fmla="*/ 186 w 896"/>
                <a:gd name="T51" fmla="*/ 94 h 797"/>
                <a:gd name="T52" fmla="*/ 197 w 896"/>
                <a:gd name="T53" fmla="*/ 87 h 797"/>
                <a:gd name="T54" fmla="*/ 211 w 896"/>
                <a:gd name="T55" fmla="*/ 99 h 797"/>
                <a:gd name="T56" fmla="*/ 224 w 896"/>
                <a:gd name="T57" fmla="*/ 91 h 797"/>
                <a:gd name="T58" fmla="*/ 219 w 896"/>
                <a:gd name="T59" fmla="*/ 75 h 797"/>
                <a:gd name="T60" fmla="*/ 206 w 896"/>
                <a:gd name="T61" fmla="*/ 71 h 797"/>
                <a:gd name="T62" fmla="*/ 203 w 896"/>
                <a:gd name="T63" fmla="*/ 62 h 797"/>
                <a:gd name="T64" fmla="*/ 182 w 896"/>
                <a:gd name="T65" fmla="*/ 66 h 797"/>
                <a:gd name="T66" fmla="*/ 169 w 896"/>
                <a:gd name="T67" fmla="*/ 53 h 797"/>
                <a:gd name="T68" fmla="*/ 157 w 896"/>
                <a:gd name="T69" fmla="*/ 53 h 797"/>
                <a:gd name="T70" fmla="*/ 156 w 896"/>
                <a:gd name="T71" fmla="*/ 41 h 797"/>
                <a:gd name="T72" fmla="*/ 173 w 896"/>
                <a:gd name="T73" fmla="*/ 20 h 797"/>
                <a:gd name="T74" fmla="*/ 171 w 896"/>
                <a:gd name="T75" fmla="*/ 3 h 797"/>
                <a:gd name="T76" fmla="*/ 153 w 896"/>
                <a:gd name="T77" fmla="*/ 6 h 797"/>
                <a:gd name="T78" fmla="*/ 112 w 896"/>
                <a:gd name="T79" fmla="*/ 0 h 797"/>
                <a:gd name="T80" fmla="*/ 110 w 896"/>
                <a:gd name="T81" fmla="*/ 32 h 797"/>
                <a:gd name="T82" fmla="*/ 89 w 896"/>
                <a:gd name="T83" fmla="*/ 49 h 797"/>
                <a:gd name="T84" fmla="*/ 72 w 896"/>
                <a:gd name="T85" fmla="*/ 52 h 797"/>
                <a:gd name="T86" fmla="*/ 42 w 896"/>
                <a:gd name="T87" fmla="*/ 71 h 797"/>
                <a:gd name="T88" fmla="*/ 25 w 896"/>
                <a:gd name="T89" fmla="*/ 79 h 797"/>
                <a:gd name="T90" fmla="*/ 0 w 896"/>
                <a:gd name="T91" fmla="*/ 84 h 79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896"/>
                <a:gd name="T139" fmla="*/ 0 h 797"/>
                <a:gd name="T140" fmla="*/ 896 w 896"/>
                <a:gd name="T141" fmla="*/ 797 h 79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896" h="797">
                  <a:moveTo>
                    <a:pt x="0" y="339"/>
                  </a:moveTo>
                  <a:lnTo>
                    <a:pt x="28" y="402"/>
                  </a:lnTo>
                  <a:lnTo>
                    <a:pt x="65" y="463"/>
                  </a:lnTo>
                  <a:lnTo>
                    <a:pt x="120" y="510"/>
                  </a:lnTo>
                  <a:lnTo>
                    <a:pt x="117" y="561"/>
                  </a:lnTo>
                  <a:lnTo>
                    <a:pt x="211" y="648"/>
                  </a:lnTo>
                  <a:lnTo>
                    <a:pt x="302" y="685"/>
                  </a:lnTo>
                  <a:lnTo>
                    <a:pt x="416" y="667"/>
                  </a:lnTo>
                  <a:lnTo>
                    <a:pt x="465" y="687"/>
                  </a:lnTo>
                  <a:lnTo>
                    <a:pt x="532" y="659"/>
                  </a:lnTo>
                  <a:lnTo>
                    <a:pt x="536" y="721"/>
                  </a:lnTo>
                  <a:lnTo>
                    <a:pt x="571" y="764"/>
                  </a:lnTo>
                  <a:lnTo>
                    <a:pt x="624" y="748"/>
                  </a:lnTo>
                  <a:lnTo>
                    <a:pt x="689" y="797"/>
                  </a:lnTo>
                  <a:lnTo>
                    <a:pt x="750" y="776"/>
                  </a:lnTo>
                  <a:lnTo>
                    <a:pt x="772" y="756"/>
                  </a:lnTo>
                  <a:lnTo>
                    <a:pt x="845" y="719"/>
                  </a:lnTo>
                  <a:lnTo>
                    <a:pt x="851" y="654"/>
                  </a:lnTo>
                  <a:lnTo>
                    <a:pt x="831" y="595"/>
                  </a:lnTo>
                  <a:lnTo>
                    <a:pt x="774" y="630"/>
                  </a:lnTo>
                  <a:lnTo>
                    <a:pt x="717" y="567"/>
                  </a:lnTo>
                  <a:lnTo>
                    <a:pt x="678" y="534"/>
                  </a:lnTo>
                  <a:lnTo>
                    <a:pt x="727" y="518"/>
                  </a:lnTo>
                  <a:lnTo>
                    <a:pt x="723" y="465"/>
                  </a:lnTo>
                  <a:lnTo>
                    <a:pt x="760" y="433"/>
                  </a:lnTo>
                  <a:lnTo>
                    <a:pt x="743" y="378"/>
                  </a:lnTo>
                  <a:lnTo>
                    <a:pt x="788" y="349"/>
                  </a:lnTo>
                  <a:lnTo>
                    <a:pt x="841" y="398"/>
                  </a:lnTo>
                  <a:lnTo>
                    <a:pt x="896" y="366"/>
                  </a:lnTo>
                  <a:lnTo>
                    <a:pt x="876" y="303"/>
                  </a:lnTo>
                  <a:lnTo>
                    <a:pt x="823" y="284"/>
                  </a:lnTo>
                  <a:lnTo>
                    <a:pt x="811" y="250"/>
                  </a:lnTo>
                  <a:lnTo>
                    <a:pt x="727" y="266"/>
                  </a:lnTo>
                  <a:lnTo>
                    <a:pt x="676" y="213"/>
                  </a:lnTo>
                  <a:lnTo>
                    <a:pt x="626" y="215"/>
                  </a:lnTo>
                  <a:lnTo>
                    <a:pt x="622" y="165"/>
                  </a:lnTo>
                  <a:lnTo>
                    <a:pt x="691" y="83"/>
                  </a:lnTo>
                  <a:lnTo>
                    <a:pt x="683" y="12"/>
                  </a:lnTo>
                  <a:lnTo>
                    <a:pt x="609" y="26"/>
                  </a:lnTo>
                  <a:lnTo>
                    <a:pt x="445" y="0"/>
                  </a:lnTo>
                  <a:lnTo>
                    <a:pt x="437" y="130"/>
                  </a:lnTo>
                  <a:lnTo>
                    <a:pt x="353" y="197"/>
                  </a:lnTo>
                  <a:lnTo>
                    <a:pt x="288" y="209"/>
                  </a:lnTo>
                  <a:lnTo>
                    <a:pt x="168" y="286"/>
                  </a:lnTo>
                  <a:lnTo>
                    <a:pt x="97" y="317"/>
                  </a:lnTo>
                  <a:lnTo>
                    <a:pt x="0" y="339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99" name="Freeform 124"/>
            <p:cNvSpPr/>
            <p:nvPr/>
          </p:nvSpPr>
          <p:spPr bwMode="gray">
            <a:xfrm>
              <a:off x="3140" y="2406"/>
              <a:ext cx="448" cy="398"/>
            </a:xfrm>
            <a:custGeom>
              <a:avLst/>
              <a:gdLst>
                <a:gd name="T0" fmla="*/ 0 w 896"/>
                <a:gd name="T1" fmla="*/ 84 h 797"/>
                <a:gd name="T2" fmla="*/ 7 w 896"/>
                <a:gd name="T3" fmla="*/ 100 h 797"/>
                <a:gd name="T4" fmla="*/ 17 w 896"/>
                <a:gd name="T5" fmla="*/ 115 h 797"/>
                <a:gd name="T6" fmla="*/ 30 w 896"/>
                <a:gd name="T7" fmla="*/ 127 h 797"/>
                <a:gd name="T8" fmla="*/ 29 w 896"/>
                <a:gd name="T9" fmla="*/ 140 h 797"/>
                <a:gd name="T10" fmla="*/ 53 w 896"/>
                <a:gd name="T11" fmla="*/ 162 h 797"/>
                <a:gd name="T12" fmla="*/ 76 w 896"/>
                <a:gd name="T13" fmla="*/ 171 h 797"/>
                <a:gd name="T14" fmla="*/ 104 w 896"/>
                <a:gd name="T15" fmla="*/ 166 h 797"/>
                <a:gd name="T16" fmla="*/ 116 w 896"/>
                <a:gd name="T17" fmla="*/ 171 h 797"/>
                <a:gd name="T18" fmla="*/ 133 w 896"/>
                <a:gd name="T19" fmla="*/ 164 h 797"/>
                <a:gd name="T20" fmla="*/ 134 w 896"/>
                <a:gd name="T21" fmla="*/ 180 h 797"/>
                <a:gd name="T22" fmla="*/ 143 w 896"/>
                <a:gd name="T23" fmla="*/ 191 h 797"/>
                <a:gd name="T24" fmla="*/ 156 w 896"/>
                <a:gd name="T25" fmla="*/ 187 h 797"/>
                <a:gd name="T26" fmla="*/ 173 w 896"/>
                <a:gd name="T27" fmla="*/ 199 h 797"/>
                <a:gd name="T28" fmla="*/ 188 w 896"/>
                <a:gd name="T29" fmla="*/ 194 h 797"/>
                <a:gd name="T30" fmla="*/ 193 w 896"/>
                <a:gd name="T31" fmla="*/ 189 h 797"/>
                <a:gd name="T32" fmla="*/ 212 w 896"/>
                <a:gd name="T33" fmla="*/ 179 h 797"/>
                <a:gd name="T34" fmla="*/ 213 w 896"/>
                <a:gd name="T35" fmla="*/ 163 h 797"/>
                <a:gd name="T36" fmla="*/ 208 w 896"/>
                <a:gd name="T37" fmla="*/ 148 h 797"/>
                <a:gd name="T38" fmla="*/ 194 w 896"/>
                <a:gd name="T39" fmla="*/ 157 h 797"/>
                <a:gd name="T40" fmla="*/ 180 w 896"/>
                <a:gd name="T41" fmla="*/ 141 h 797"/>
                <a:gd name="T42" fmla="*/ 170 w 896"/>
                <a:gd name="T43" fmla="*/ 133 h 797"/>
                <a:gd name="T44" fmla="*/ 182 w 896"/>
                <a:gd name="T45" fmla="*/ 129 h 797"/>
                <a:gd name="T46" fmla="*/ 181 w 896"/>
                <a:gd name="T47" fmla="*/ 116 h 797"/>
                <a:gd name="T48" fmla="*/ 190 w 896"/>
                <a:gd name="T49" fmla="*/ 108 h 797"/>
                <a:gd name="T50" fmla="*/ 186 w 896"/>
                <a:gd name="T51" fmla="*/ 94 h 797"/>
                <a:gd name="T52" fmla="*/ 197 w 896"/>
                <a:gd name="T53" fmla="*/ 87 h 797"/>
                <a:gd name="T54" fmla="*/ 211 w 896"/>
                <a:gd name="T55" fmla="*/ 99 h 797"/>
                <a:gd name="T56" fmla="*/ 224 w 896"/>
                <a:gd name="T57" fmla="*/ 91 h 797"/>
                <a:gd name="T58" fmla="*/ 219 w 896"/>
                <a:gd name="T59" fmla="*/ 75 h 797"/>
                <a:gd name="T60" fmla="*/ 206 w 896"/>
                <a:gd name="T61" fmla="*/ 71 h 797"/>
                <a:gd name="T62" fmla="*/ 203 w 896"/>
                <a:gd name="T63" fmla="*/ 62 h 797"/>
                <a:gd name="T64" fmla="*/ 182 w 896"/>
                <a:gd name="T65" fmla="*/ 66 h 797"/>
                <a:gd name="T66" fmla="*/ 169 w 896"/>
                <a:gd name="T67" fmla="*/ 53 h 797"/>
                <a:gd name="T68" fmla="*/ 157 w 896"/>
                <a:gd name="T69" fmla="*/ 53 h 797"/>
                <a:gd name="T70" fmla="*/ 156 w 896"/>
                <a:gd name="T71" fmla="*/ 41 h 797"/>
                <a:gd name="T72" fmla="*/ 173 w 896"/>
                <a:gd name="T73" fmla="*/ 20 h 797"/>
                <a:gd name="T74" fmla="*/ 171 w 896"/>
                <a:gd name="T75" fmla="*/ 3 h 797"/>
                <a:gd name="T76" fmla="*/ 153 w 896"/>
                <a:gd name="T77" fmla="*/ 6 h 797"/>
                <a:gd name="T78" fmla="*/ 112 w 896"/>
                <a:gd name="T79" fmla="*/ 0 h 797"/>
                <a:gd name="T80" fmla="*/ 110 w 896"/>
                <a:gd name="T81" fmla="*/ 32 h 797"/>
                <a:gd name="T82" fmla="*/ 89 w 896"/>
                <a:gd name="T83" fmla="*/ 49 h 797"/>
                <a:gd name="T84" fmla="*/ 72 w 896"/>
                <a:gd name="T85" fmla="*/ 52 h 797"/>
                <a:gd name="T86" fmla="*/ 42 w 896"/>
                <a:gd name="T87" fmla="*/ 71 h 797"/>
                <a:gd name="T88" fmla="*/ 25 w 896"/>
                <a:gd name="T89" fmla="*/ 79 h 797"/>
                <a:gd name="T90" fmla="*/ 0 w 896"/>
                <a:gd name="T91" fmla="*/ 84 h 79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896"/>
                <a:gd name="T139" fmla="*/ 0 h 797"/>
                <a:gd name="T140" fmla="*/ 896 w 896"/>
                <a:gd name="T141" fmla="*/ 797 h 79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896" h="797">
                  <a:moveTo>
                    <a:pt x="0" y="339"/>
                  </a:moveTo>
                  <a:lnTo>
                    <a:pt x="28" y="402"/>
                  </a:lnTo>
                  <a:lnTo>
                    <a:pt x="65" y="463"/>
                  </a:lnTo>
                  <a:lnTo>
                    <a:pt x="120" y="510"/>
                  </a:lnTo>
                  <a:lnTo>
                    <a:pt x="117" y="561"/>
                  </a:lnTo>
                  <a:lnTo>
                    <a:pt x="211" y="648"/>
                  </a:lnTo>
                  <a:lnTo>
                    <a:pt x="302" y="685"/>
                  </a:lnTo>
                  <a:lnTo>
                    <a:pt x="416" y="667"/>
                  </a:lnTo>
                  <a:lnTo>
                    <a:pt x="465" y="687"/>
                  </a:lnTo>
                  <a:lnTo>
                    <a:pt x="532" y="659"/>
                  </a:lnTo>
                  <a:lnTo>
                    <a:pt x="536" y="721"/>
                  </a:lnTo>
                  <a:lnTo>
                    <a:pt x="571" y="764"/>
                  </a:lnTo>
                  <a:lnTo>
                    <a:pt x="624" y="748"/>
                  </a:lnTo>
                  <a:lnTo>
                    <a:pt x="689" y="797"/>
                  </a:lnTo>
                  <a:lnTo>
                    <a:pt x="750" y="776"/>
                  </a:lnTo>
                  <a:lnTo>
                    <a:pt x="772" y="756"/>
                  </a:lnTo>
                  <a:lnTo>
                    <a:pt x="845" y="719"/>
                  </a:lnTo>
                  <a:lnTo>
                    <a:pt x="851" y="654"/>
                  </a:lnTo>
                  <a:lnTo>
                    <a:pt x="831" y="595"/>
                  </a:lnTo>
                  <a:lnTo>
                    <a:pt x="774" y="630"/>
                  </a:lnTo>
                  <a:lnTo>
                    <a:pt x="717" y="567"/>
                  </a:lnTo>
                  <a:lnTo>
                    <a:pt x="678" y="534"/>
                  </a:lnTo>
                  <a:lnTo>
                    <a:pt x="727" y="518"/>
                  </a:lnTo>
                  <a:lnTo>
                    <a:pt x="723" y="465"/>
                  </a:lnTo>
                  <a:lnTo>
                    <a:pt x="760" y="433"/>
                  </a:lnTo>
                  <a:lnTo>
                    <a:pt x="743" y="378"/>
                  </a:lnTo>
                  <a:lnTo>
                    <a:pt x="788" y="349"/>
                  </a:lnTo>
                  <a:lnTo>
                    <a:pt x="841" y="398"/>
                  </a:lnTo>
                  <a:lnTo>
                    <a:pt x="896" y="366"/>
                  </a:lnTo>
                  <a:lnTo>
                    <a:pt x="876" y="303"/>
                  </a:lnTo>
                  <a:lnTo>
                    <a:pt x="823" y="284"/>
                  </a:lnTo>
                  <a:lnTo>
                    <a:pt x="811" y="250"/>
                  </a:lnTo>
                  <a:lnTo>
                    <a:pt x="727" y="266"/>
                  </a:lnTo>
                  <a:lnTo>
                    <a:pt x="676" y="213"/>
                  </a:lnTo>
                  <a:lnTo>
                    <a:pt x="626" y="215"/>
                  </a:lnTo>
                  <a:lnTo>
                    <a:pt x="622" y="165"/>
                  </a:lnTo>
                  <a:lnTo>
                    <a:pt x="691" y="83"/>
                  </a:lnTo>
                  <a:lnTo>
                    <a:pt x="683" y="12"/>
                  </a:lnTo>
                  <a:lnTo>
                    <a:pt x="609" y="26"/>
                  </a:lnTo>
                  <a:lnTo>
                    <a:pt x="445" y="0"/>
                  </a:lnTo>
                  <a:lnTo>
                    <a:pt x="437" y="130"/>
                  </a:lnTo>
                  <a:lnTo>
                    <a:pt x="353" y="197"/>
                  </a:lnTo>
                  <a:lnTo>
                    <a:pt x="288" y="209"/>
                  </a:lnTo>
                  <a:lnTo>
                    <a:pt x="168" y="286"/>
                  </a:lnTo>
                  <a:lnTo>
                    <a:pt x="97" y="317"/>
                  </a:lnTo>
                  <a:lnTo>
                    <a:pt x="0" y="339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102" name="Freeform 125"/>
            <p:cNvSpPr/>
            <p:nvPr/>
          </p:nvSpPr>
          <p:spPr bwMode="gray">
            <a:xfrm>
              <a:off x="3128" y="2050"/>
              <a:ext cx="251" cy="526"/>
            </a:xfrm>
            <a:custGeom>
              <a:avLst/>
              <a:gdLst>
                <a:gd name="T0" fmla="*/ 7 w 502"/>
                <a:gd name="T1" fmla="*/ 236 h 1051"/>
                <a:gd name="T2" fmla="*/ 6 w 502"/>
                <a:gd name="T3" fmla="*/ 263 h 1051"/>
                <a:gd name="T4" fmla="*/ 30 w 502"/>
                <a:gd name="T5" fmla="*/ 257 h 1051"/>
                <a:gd name="T6" fmla="*/ 48 w 502"/>
                <a:gd name="T7" fmla="*/ 250 h 1051"/>
                <a:gd name="T8" fmla="*/ 78 w 502"/>
                <a:gd name="T9" fmla="*/ 230 h 1051"/>
                <a:gd name="T10" fmla="*/ 94 w 502"/>
                <a:gd name="T11" fmla="*/ 228 h 1051"/>
                <a:gd name="T12" fmla="*/ 115 w 502"/>
                <a:gd name="T13" fmla="*/ 210 h 1051"/>
                <a:gd name="T14" fmla="*/ 117 w 502"/>
                <a:gd name="T15" fmla="*/ 178 h 1051"/>
                <a:gd name="T16" fmla="*/ 108 w 502"/>
                <a:gd name="T17" fmla="*/ 169 h 1051"/>
                <a:gd name="T18" fmla="*/ 109 w 502"/>
                <a:gd name="T19" fmla="*/ 159 h 1051"/>
                <a:gd name="T20" fmla="*/ 115 w 502"/>
                <a:gd name="T21" fmla="*/ 150 h 1051"/>
                <a:gd name="T22" fmla="*/ 114 w 502"/>
                <a:gd name="T23" fmla="*/ 142 h 1051"/>
                <a:gd name="T24" fmla="*/ 121 w 502"/>
                <a:gd name="T25" fmla="*/ 126 h 1051"/>
                <a:gd name="T26" fmla="*/ 118 w 502"/>
                <a:gd name="T27" fmla="*/ 109 h 1051"/>
                <a:gd name="T28" fmla="*/ 99 w 502"/>
                <a:gd name="T29" fmla="*/ 99 h 1051"/>
                <a:gd name="T30" fmla="*/ 100 w 502"/>
                <a:gd name="T31" fmla="*/ 81 h 1051"/>
                <a:gd name="T32" fmla="*/ 108 w 502"/>
                <a:gd name="T33" fmla="*/ 74 h 1051"/>
                <a:gd name="T34" fmla="*/ 109 w 502"/>
                <a:gd name="T35" fmla="*/ 64 h 1051"/>
                <a:gd name="T36" fmla="*/ 119 w 502"/>
                <a:gd name="T37" fmla="*/ 60 h 1051"/>
                <a:gd name="T38" fmla="*/ 126 w 502"/>
                <a:gd name="T39" fmla="*/ 43 h 1051"/>
                <a:gd name="T40" fmla="*/ 119 w 502"/>
                <a:gd name="T41" fmla="*/ 31 h 1051"/>
                <a:gd name="T42" fmla="*/ 110 w 502"/>
                <a:gd name="T43" fmla="*/ 26 h 1051"/>
                <a:gd name="T44" fmla="*/ 111 w 502"/>
                <a:gd name="T45" fmla="*/ 16 h 1051"/>
                <a:gd name="T46" fmla="*/ 121 w 502"/>
                <a:gd name="T47" fmla="*/ 11 h 1051"/>
                <a:gd name="T48" fmla="*/ 114 w 502"/>
                <a:gd name="T49" fmla="*/ 0 h 1051"/>
                <a:gd name="T50" fmla="*/ 87 w 502"/>
                <a:gd name="T51" fmla="*/ 11 h 1051"/>
                <a:gd name="T52" fmla="*/ 72 w 502"/>
                <a:gd name="T53" fmla="*/ 11 h 1051"/>
                <a:gd name="T54" fmla="*/ 50 w 502"/>
                <a:gd name="T55" fmla="*/ 19 h 1051"/>
                <a:gd name="T56" fmla="*/ 38 w 502"/>
                <a:gd name="T57" fmla="*/ 49 h 1051"/>
                <a:gd name="T58" fmla="*/ 19 w 502"/>
                <a:gd name="T59" fmla="*/ 56 h 1051"/>
                <a:gd name="T60" fmla="*/ 19 w 502"/>
                <a:gd name="T61" fmla="*/ 73 h 1051"/>
                <a:gd name="T62" fmla="*/ 12 w 502"/>
                <a:gd name="T63" fmla="*/ 104 h 1051"/>
                <a:gd name="T64" fmla="*/ 0 w 502"/>
                <a:gd name="T65" fmla="*/ 117 h 1051"/>
                <a:gd name="T66" fmla="*/ 13 w 502"/>
                <a:gd name="T67" fmla="*/ 139 h 1051"/>
                <a:gd name="T68" fmla="*/ 4 w 502"/>
                <a:gd name="T69" fmla="*/ 164 h 1051"/>
                <a:gd name="T70" fmla="*/ 9 w 502"/>
                <a:gd name="T71" fmla="*/ 198 h 1051"/>
                <a:gd name="T72" fmla="*/ 15 w 502"/>
                <a:gd name="T73" fmla="*/ 220 h 1051"/>
                <a:gd name="T74" fmla="*/ 7 w 502"/>
                <a:gd name="T75" fmla="*/ 236 h 105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02"/>
                <a:gd name="T115" fmla="*/ 0 h 1051"/>
                <a:gd name="T116" fmla="*/ 502 w 502"/>
                <a:gd name="T117" fmla="*/ 1051 h 105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02" h="1051">
                  <a:moveTo>
                    <a:pt x="25" y="942"/>
                  </a:moveTo>
                  <a:lnTo>
                    <a:pt x="23" y="1051"/>
                  </a:lnTo>
                  <a:lnTo>
                    <a:pt x="120" y="1027"/>
                  </a:lnTo>
                  <a:lnTo>
                    <a:pt x="191" y="998"/>
                  </a:lnTo>
                  <a:lnTo>
                    <a:pt x="311" y="919"/>
                  </a:lnTo>
                  <a:lnTo>
                    <a:pt x="376" y="909"/>
                  </a:lnTo>
                  <a:lnTo>
                    <a:pt x="460" y="840"/>
                  </a:lnTo>
                  <a:lnTo>
                    <a:pt x="468" y="712"/>
                  </a:lnTo>
                  <a:lnTo>
                    <a:pt x="429" y="675"/>
                  </a:lnTo>
                  <a:lnTo>
                    <a:pt x="433" y="635"/>
                  </a:lnTo>
                  <a:lnTo>
                    <a:pt x="460" y="600"/>
                  </a:lnTo>
                  <a:lnTo>
                    <a:pt x="454" y="565"/>
                  </a:lnTo>
                  <a:lnTo>
                    <a:pt x="484" y="504"/>
                  </a:lnTo>
                  <a:lnTo>
                    <a:pt x="470" y="433"/>
                  </a:lnTo>
                  <a:lnTo>
                    <a:pt x="395" y="395"/>
                  </a:lnTo>
                  <a:lnTo>
                    <a:pt x="397" y="324"/>
                  </a:lnTo>
                  <a:lnTo>
                    <a:pt x="429" y="293"/>
                  </a:lnTo>
                  <a:lnTo>
                    <a:pt x="435" y="254"/>
                  </a:lnTo>
                  <a:lnTo>
                    <a:pt x="476" y="240"/>
                  </a:lnTo>
                  <a:lnTo>
                    <a:pt x="502" y="169"/>
                  </a:lnTo>
                  <a:lnTo>
                    <a:pt x="476" y="122"/>
                  </a:lnTo>
                  <a:lnTo>
                    <a:pt x="437" y="104"/>
                  </a:lnTo>
                  <a:lnTo>
                    <a:pt x="441" y="61"/>
                  </a:lnTo>
                  <a:lnTo>
                    <a:pt x="484" y="41"/>
                  </a:lnTo>
                  <a:lnTo>
                    <a:pt x="454" y="0"/>
                  </a:lnTo>
                  <a:lnTo>
                    <a:pt x="348" y="43"/>
                  </a:lnTo>
                  <a:lnTo>
                    <a:pt x="285" y="43"/>
                  </a:lnTo>
                  <a:lnTo>
                    <a:pt x="199" y="74"/>
                  </a:lnTo>
                  <a:lnTo>
                    <a:pt x="151" y="193"/>
                  </a:lnTo>
                  <a:lnTo>
                    <a:pt x="73" y="222"/>
                  </a:lnTo>
                  <a:lnTo>
                    <a:pt x="73" y="291"/>
                  </a:lnTo>
                  <a:lnTo>
                    <a:pt x="45" y="415"/>
                  </a:lnTo>
                  <a:lnTo>
                    <a:pt x="0" y="468"/>
                  </a:lnTo>
                  <a:lnTo>
                    <a:pt x="51" y="555"/>
                  </a:lnTo>
                  <a:lnTo>
                    <a:pt x="14" y="655"/>
                  </a:lnTo>
                  <a:lnTo>
                    <a:pt x="33" y="789"/>
                  </a:lnTo>
                  <a:lnTo>
                    <a:pt x="57" y="877"/>
                  </a:lnTo>
                  <a:lnTo>
                    <a:pt x="25" y="942"/>
                  </a:lnTo>
                  <a:close/>
                </a:path>
              </a:pathLst>
            </a:custGeom>
            <a:grpFill/>
            <a:ln w="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103" name="Freeform 126"/>
            <p:cNvSpPr/>
            <p:nvPr/>
          </p:nvSpPr>
          <p:spPr bwMode="gray">
            <a:xfrm>
              <a:off x="3128" y="2050"/>
              <a:ext cx="251" cy="526"/>
            </a:xfrm>
            <a:custGeom>
              <a:avLst/>
              <a:gdLst>
                <a:gd name="T0" fmla="*/ 7 w 502"/>
                <a:gd name="T1" fmla="*/ 236 h 1051"/>
                <a:gd name="T2" fmla="*/ 6 w 502"/>
                <a:gd name="T3" fmla="*/ 263 h 1051"/>
                <a:gd name="T4" fmla="*/ 30 w 502"/>
                <a:gd name="T5" fmla="*/ 257 h 1051"/>
                <a:gd name="T6" fmla="*/ 48 w 502"/>
                <a:gd name="T7" fmla="*/ 250 h 1051"/>
                <a:gd name="T8" fmla="*/ 78 w 502"/>
                <a:gd name="T9" fmla="*/ 230 h 1051"/>
                <a:gd name="T10" fmla="*/ 94 w 502"/>
                <a:gd name="T11" fmla="*/ 228 h 1051"/>
                <a:gd name="T12" fmla="*/ 115 w 502"/>
                <a:gd name="T13" fmla="*/ 210 h 1051"/>
                <a:gd name="T14" fmla="*/ 117 w 502"/>
                <a:gd name="T15" fmla="*/ 178 h 1051"/>
                <a:gd name="T16" fmla="*/ 108 w 502"/>
                <a:gd name="T17" fmla="*/ 169 h 1051"/>
                <a:gd name="T18" fmla="*/ 109 w 502"/>
                <a:gd name="T19" fmla="*/ 159 h 1051"/>
                <a:gd name="T20" fmla="*/ 115 w 502"/>
                <a:gd name="T21" fmla="*/ 150 h 1051"/>
                <a:gd name="T22" fmla="*/ 114 w 502"/>
                <a:gd name="T23" fmla="*/ 142 h 1051"/>
                <a:gd name="T24" fmla="*/ 121 w 502"/>
                <a:gd name="T25" fmla="*/ 126 h 1051"/>
                <a:gd name="T26" fmla="*/ 118 w 502"/>
                <a:gd name="T27" fmla="*/ 109 h 1051"/>
                <a:gd name="T28" fmla="*/ 99 w 502"/>
                <a:gd name="T29" fmla="*/ 99 h 1051"/>
                <a:gd name="T30" fmla="*/ 100 w 502"/>
                <a:gd name="T31" fmla="*/ 81 h 1051"/>
                <a:gd name="T32" fmla="*/ 108 w 502"/>
                <a:gd name="T33" fmla="*/ 74 h 1051"/>
                <a:gd name="T34" fmla="*/ 109 w 502"/>
                <a:gd name="T35" fmla="*/ 64 h 1051"/>
                <a:gd name="T36" fmla="*/ 119 w 502"/>
                <a:gd name="T37" fmla="*/ 60 h 1051"/>
                <a:gd name="T38" fmla="*/ 126 w 502"/>
                <a:gd name="T39" fmla="*/ 43 h 1051"/>
                <a:gd name="T40" fmla="*/ 119 w 502"/>
                <a:gd name="T41" fmla="*/ 31 h 1051"/>
                <a:gd name="T42" fmla="*/ 110 w 502"/>
                <a:gd name="T43" fmla="*/ 26 h 1051"/>
                <a:gd name="T44" fmla="*/ 111 w 502"/>
                <a:gd name="T45" fmla="*/ 16 h 1051"/>
                <a:gd name="T46" fmla="*/ 121 w 502"/>
                <a:gd name="T47" fmla="*/ 11 h 1051"/>
                <a:gd name="T48" fmla="*/ 114 w 502"/>
                <a:gd name="T49" fmla="*/ 0 h 1051"/>
                <a:gd name="T50" fmla="*/ 87 w 502"/>
                <a:gd name="T51" fmla="*/ 11 h 1051"/>
                <a:gd name="T52" fmla="*/ 72 w 502"/>
                <a:gd name="T53" fmla="*/ 11 h 1051"/>
                <a:gd name="T54" fmla="*/ 50 w 502"/>
                <a:gd name="T55" fmla="*/ 19 h 1051"/>
                <a:gd name="T56" fmla="*/ 38 w 502"/>
                <a:gd name="T57" fmla="*/ 49 h 1051"/>
                <a:gd name="T58" fmla="*/ 19 w 502"/>
                <a:gd name="T59" fmla="*/ 56 h 1051"/>
                <a:gd name="T60" fmla="*/ 19 w 502"/>
                <a:gd name="T61" fmla="*/ 73 h 1051"/>
                <a:gd name="T62" fmla="*/ 12 w 502"/>
                <a:gd name="T63" fmla="*/ 104 h 1051"/>
                <a:gd name="T64" fmla="*/ 0 w 502"/>
                <a:gd name="T65" fmla="*/ 117 h 1051"/>
                <a:gd name="T66" fmla="*/ 13 w 502"/>
                <a:gd name="T67" fmla="*/ 139 h 1051"/>
                <a:gd name="T68" fmla="*/ 4 w 502"/>
                <a:gd name="T69" fmla="*/ 164 h 1051"/>
                <a:gd name="T70" fmla="*/ 9 w 502"/>
                <a:gd name="T71" fmla="*/ 198 h 1051"/>
                <a:gd name="T72" fmla="*/ 15 w 502"/>
                <a:gd name="T73" fmla="*/ 220 h 1051"/>
                <a:gd name="T74" fmla="*/ 7 w 502"/>
                <a:gd name="T75" fmla="*/ 236 h 105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502"/>
                <a:gd name="T115" fmla="*/ 0 h 1051"/>
                <a:gd name="T116" fmla="*/ 502 w 502"/>
                <a:gd name="T117" fmla="*/ 1051 h 105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502" h="1051">
                  <a:moveTo>
                    <a:pt x="25" y="942"/>
                  </a:moveTo>
                  <a:lnTo>
                    <a:pt x="23" y="1051"/>
                  </a:lnTo>
                  <a:lnTo>
                    <a:pt x="120" y="1027"/>
                  </a:lnTo>
                  <a:lnTo>
                    <a:pt x="191" y="998"/>
                  </a:lnTo>
                  <a:lnTo>
                    <a:pt x="311" y="919"/>
                  </a:lnTo>
                  <a:lnTo>
                    <a:pt x="376" y="909"/>
                  </a:lnTo>
                  <a:lnTo>
                    <a:pt x="460" y="840"/>
                  </a:lnTo>
                  <a:lnTo>
                    <a:pt x="468" y="712"/>
                  </a:lnTo>
                  <a:lnTo>
                    <a:pt x="429" y="675"/>
                  </a:lnTo>
                  <a:lnTo>
                    <a:pt x="433" y="635"/>
                  </a:lnTo>
                  <a:lnTo>
                    <a:pt x="460" y="600"/>
                  </a:lnTo>
                  <a:lnTo>
                    <a:pt x="454" y="565"/>
                  </a:lnTo>
                  <a:lnTo>
                    <a:pt x="484" y="504"/>
                  </a:lnTo>
                  <a:lnTo>
                    <a:pt x="470" y="433"/>
                  </a:lnTo>
                  <a:lnTo>
                    <a:pt x="395" y="395"/>
                  </a:lnTo>
                  <a:lnTo>
                    <a:pt x="397" y="324"/>
                  </a:lnTo>
                  <a:lnTo>
                    <a:pt x="429" y="293"/>
                  </a:lnTo>
                  <a:lnTo>
                    <a:pt x="435" y="254"/>
                  </a:lnTo>
                  <a:lnTo>
                    <a:pt x="476" y="240"/>
                  </a:lnTo>
                  <a:lnTo>
                    <a:pt x="502" y="169"/>
                  </a:lnTo>
                  <a:lnTo>
                    <a:pt x="476" y="122"/>
                  </a:lnTo>
                  <a:lnTo>
                    <a:pt x="437" y="104"/>
                  </a:lnTo>
                  <a:lnTo>
                    <a:pt x="441" y="61"/>
                  </a:lnTo>
                  <a:lnTo>
                    <a:pt x="484" y="41"/>
                  </a:lnTo>
                  <a:lnTo>
                    <a:pt x="454" y="0"/>
                  </a:lnTo>
                  <a:lnTo>
                    <a:pt x="348" y="43"/>
                  </a:lnTo>
                  <a:lnTo>
                    <a:pt x="285" y="43"/>
                  </a:lnTo>
                  <a:lnTo>
                    <a:pt x="199" y="74"/>
                  </a:lnTo>
                  <a:lnTo>
                    <a:pt x="151" y="193"/>
                  </a:lnTo>
                  <a:lnTo>
                    <a:pt x="73" y="222"/>
                  </a:lnTo>
                  <a:lnTo>
                    <a:pt x="73" y="291"/>
                  </a:lnTo>
                  <a:lnTo>
                    <a:pt x="45" y="415"/>
                  </a:lnTo>
                  <a:lnTo>
                    <a:pt x="0" y="468"/>
                  </a:lnTo>
                  <a:lnTo>
                    <a:pt x="51" y="555"/>
                  </a:lnTo>
                  <a:lnTo>
                    <a:pt x="14" y="655"/>
                  </a:lnTo>
                  <a:lnTo>
                    <a:pt x="33" y="789"/>
                  </a:lnTo>
                  <a:lnTo>
                    <a:pt x="57" y="877"/>
                  </a:lnTo>
                  <a:lnTo>
                    <a:pt x="25" y="942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105" name="Freeform 127"/>
            <p:cNvSpPr/>
            <p:nvPr/>
          </p:nvSpPr>
          <p:spPr bwMode="gray">
            <a:xfrm>
              <a:off x="2736" y="2154"/>
              <a:ext cx="464" cy="664"/>
            </a:xfrm>
            <a:custGeom>
              <a:avLst/>
              <a:gdLst>
                <a:gd name="T0" fmla="*/ 2 w 929"/>
                <a:gd name="T1" fmla="*/ 106 h 1329"/>
                <a:gd name="T2" fmla="*/ 21 w 929"/>
                <a:gd name="T3" fmla="*/ 126 h 1329"/>
                <a:gd name="T4" fmla="*/ 31 w 929"/>
                <a:gd name="T5" fmla="*/ 148 h 1329"/>
                <a:gd name="T6" fmla="*/ 26 w 929"/>
                <a:gd name="T7" fmla="*/ 170 h 1329"/>
                <a:gd name="T8" fmla="*/ 43 w 929"/>
                <a:gd name="T9" fmla="*/ 183 h 1329"/>
                <a:gd name="T10" fmla="*/ 68 w 929"/>
                <a:gd name="T11" fmla="*/ 187 h 1329"/>
                <a:gd name="T12" fmla="*/ 79 w 929"/>
                <a:gd name="T13" fmla="*/ 172 h 1329"/>
                <a:gd name="T14" fmla="*/ 78 w 929"/>
                <a:gd name="T15" fmla="*/ 153 h 1329"/>
                <a:gd name="T16" fmla="*/ 72 w 929"/>
                <a:gd name="T17" fmla="*/ 108 h 1329"/>
                <a:gd name="T18" fmla="*/ 92 w 929"/>
                <a:gd name="T19" fmla="*/ 113 h 1329"/>
                <a:gd name="T20" fmla="*/ 109 w 929"/>
                <a:gd name="T21" fmla="*/ 126 h 1329"/>
                <a:gd name="T22" fmla="*/ 143 w 929"/>
                <a:gd name="T23" fmla="*/ 150 h 1329"/>
                <a:gd name="T24" fmla="*/ 140 w 929"/>
                <a:gd name="T25" fmla="*/ 174 h 1329"/>
                <a:gd name="T26" fmla="*/ 112 w 929"/>
                <a:gd name="T27" fmla="*/ 189 h 1329"/>
                <a:gd name="T28" fmla="*/ 99 w 929"/>
                <a:gd name="T29" fmla="*/ 204 h 1329"/>
                <a:gd name="T30" fmla="*/ 71 w 929"/>
                <a:gd name="T31" fmla="*/ 199 h 1329"/>
                <a:gd name="T32" fmla="*/ 65 w 929"/>
                <a:gd name="T33" fmla="*/ 222 h 1329"/>
                <a:gd name="T34" fmla="*/ 70 w 929"/>
                <a:gd name="T35" fmla="*/ 249 h 1329"/>
                <a:gd name="T36" fmla="*/ 48 w 929"/>
                <a:gd name="T37" fmla="*/ 267 h 1329"/>
                <a:gd name="T38" fmla="*/ 53 w 929"/>
                <a:gd name="T39" fmla="*/ 285 h 1329"/>
                <a:gd name="T40" fmla="*/ 63 w 929"/>
                <a:gd name="T41" fmla="*/ 304 h 1329"/>
                <a:gd name="T42" fmla="*/ 110 w 929"/>
                <a:gd name="T43" fmla="*/ 308 h 1329"/>
                <a:gd name="T44" fmla="*/ 142 w 929"/>
                <a:gd name="T45" fmla="*/ 313 h 1329"/>
                <a:gd name="T46" fmla="*/ 172 w 929"/>
                <a:gd name="T47" fmla="*/ 324 h 1329"/>
                <a:gd name="T48" fmla="*/ 188 w 929"/>
                <a:gd name="T49" fmla="*/ 330 h 1329"/>
                <a:gd name="T50" fmla="*/ 181 w 929"/>
                <a:gd name="T51" fmla="*/ 308 h 1329"/>
                <a:gd name="T52" fmla="*/ 202 w 929"/>
                <a:gd name="T53" fmla="*/ 290 h 1329"/>
                <a:gd name="T54" fmla="*/ 178 w 929"/>
                <a:gd name="T55" fmla="*/ 276 h 1329"/>
                <a:gd name="T56" fmla="*/ 200 w 929"/>
                <a:gd name="T57" fmla="*/ 270 h 1329"/>
                <a:gd name="T58" fmla="*/ 231 w 929"/>
                <a:gd name="T59" fmla="*/ 266 h 1329"/>
                <a:gd name="T60" fmla="*/ 218 w 929"/>
                <a:gd name="T61" fmla="*/ 241 h 1329"/>
                <a:gd name="T62" fmla="*/ 202 w 929"/>
                <a:gd name="T63" fmla="*/ 211 h 1329"/>
                <a:gd name="T64" fmla="*/ 210 w 929"/>
                <a:gd name="T65" fmla="*/ 167 h 1329"/>
                <a:gd name="T66" fmla="*/ 200 w 929"/>
                <a:gd name="T67" fmla="*/ 112 h 1329"/>
                <a:gd name="T68" fmla="*/ 196 w 929"/>
                <a:gd name="T69" fmla="*/ 65 h 1329"/>
                <a:gd name="T70" fmla="*/ 214 w 929"/>
                <a:gd name="T71" fmla="*/ 21 h 1329"/>
                <a:gd name="T72" fmla="*/ 206 w 929"/>
                <a:gd name="T73" fmla="*/ 0 h 1329"/>
                <a:gd name="T74" fmla="*/ 182 w 929"/>
                <a:gd name="T75" fmla="*/ 10 h 1329"/>
                <a:gd name="T76" fmla="*/ 164 w 929"/>
                <a:gd name="T77" fmla="*/ 44 h 1329"/>
                <a:gd name="T78" fmla="*/ 129 w 929"/>
                <a:gd name="T79" fmla="*/ 87 h 1329"/>
                <a:gd name="T80" fmla="*/ 99 w 929"/>
                <a:gd name="T81" fmla="*/ 84 h 1329"/>
                <a:gd name="T82" fmla="*/ 74 w 929"/>
                <a:gd name="T83" fmla="*/ 70 h 1329"/>
                <a:gd name="T84" fmla="*/ 72 w 929"/>
                <a:gd name="T85" fmla="*/ 42 h 1329"/>
                <a:gd name="T86" fmla="*/ 68 w 929"/>
                <a:gd name="T87" fmla="*/ 18 h 1329"/>
                <a:gd name="T88" fmla="*/ 43 w 929"/>
                <a:gd name="T89" fmla="*/ 42 h 1329"/>
                <a:gd name="T90" fmla="*/ 26 w 929"/>
                <a:gd name="T91" fmla="*/ 90 h 13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929"/>
                <a:gd name="T139" fmla="*/ 0 h 1329"/>
                <a:gd name="T140" fmla="*/ 929 w 929"/>
                <a:gd name="T141" fmla="*/ 1329 h 132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929" h="1329">
                  <a:moveTo>
                    <a:pt x="0" y="406"/>
                  </a:moveTo>
                  <a:lnTo>
                    <a:pt x="8" y="425"/>
                  </a:lnTo>
                  <a:lnTo>
                    <a:pt x="36" y="461"/>
                  </a:lnTo>
                  <a:lnTo>
                    <a:pt x="87" y="504"/>
                  </a:lnTo>
                  <a:lnTo>
                    <a:pt x="85" y="538"/>
                  </a:lnTo>
                  <a:lnTo>
                    <a:pt x="124" y="595"/>
                  </a:lnTo>
                  <a:lnTo>
                    <a:pt x="107" y="636"/>
                  </a:lnTo>
                  <a:lnTo>
                    <a:pt x="107" y="681"/>
                  </a:lnTo>
                  <a:lnTo>
                    <a:pt x="150" y="697"/>
                  </a:lnTo>
                  <a:lnTo>
                    <a:pt x="174" y="732"/>
                  </a:lnTo>
                  <a:lnTo>
                    <a:pt x="239" y="762"/>
                  </a:lnTo>
                  <a:lnTo>
                    <a:pt x="272" y="748"/>
                  </a:lnTo>
                  <a:lnTo>
                    <a:pt x="278" y="705"/>
                  </a:lnTo>
                  <a:lnTo>
                    <a:pt x="317" y="689"/>
                  </a:lnTo>
                  <a:lnTo>
                    <a:pt x="335" y="648"/>
                  </a:lnTo>
                  <a:lnTo>
                    <a:pt x="315" y="612"/>
                  </a:lnTo>
                  <a:lnTo>
                    <a:pt x="264" y="593"/>
                  </a:lnTo>
                  <a:lnTo>
                    <a:pt x="288" y="435"/>
                  </a:lnTo>
                  <a:lnTo>
                    <a:pt x="319" y="451"/>
                  </a:lnTo>
                  <a:lnTo>
                    <a:pt x="370" y="453"/>
                  </a:lnTo>
                  <a:lnTo>
                    <a:pt x="372" y="484"/>
                  </a:lnTo>
                  <a:lnTo>
                    <a:pt x="439" y="504"/>
                  </a:lnTo>
                  <a:lnTo>
                    <a:pt x="563" y="559"/>
                  </a:lnTo>
                  <a:lnTo>
                    <a:pt x="575" y="603"/>
                  </a:lnTo>
                  <a:lnTo>
                    <a:pt x="550" y="646"/>
                  </a:lnTo>
                  <a:lnTo>
                    <a:pt x="561" y="697"/>
                  </a:lnTo>
                  <a:lnTo>
                    <a:pt x="557" y="750"/>
                  </a:lnTo>
                  <a:lnTo>
                    <a:pt x="449" y="758"/>
                  </a:lnTo>
                  <a:lnTo>
                    <a:pt x="449" y="807"/>
                  </a:lnTo>
                  <a:lnTo>
                    <a:pt x="396" y="819"/>
                  </a:lnTo>
                  <a:lnTo>
                    <a:pt x="349" y="793"/>
                  </a:lnTo>
                  <a:lnTo>
                    <a:pt x="286" y="797"/>
                  </a:lnTo>
                  <a:lnTo>
                    <a:pt x="288" y="851"/>
                  </a:lnTo>
                  <a:lnTo>
                    <a:pt x="260" y="890"/>
                  </a:lnTo>
                  <a:lnTo>
                    <a:pt x="305" y="921"/>
                  </a:lnTo>
                  <a:lnTo>
                    <a:pt x="282" y="998"/>
                  </a:lnTo>
                  <a:lnTo>
                    <a:pt x="292" y="1057"/>
                  </a:lnTo>
                  <a:lnTo>
                    <a:pt x="195" y="1071"/>
                  </a:lnTo>
                  <a:lnTo>
                    <a:pt x="211" y="1093"/>
                  </a:lnTo>
                  <a:lnTo>
                    <a:pt x="215" y="1142"/>
                  </a:lnTo>
                  <a:lnTo>
                    <a:pt x="191" y="1156"/>
                  </a:lnTo>
                  <a:lnTo>
                    <a:pt x="252" y="1217"/>
                  </a:lnTo>
                  <a:lnTo>
                    <a:pt x="345" y="1191"/>
                  </a:lnTo>
                  <a:lnTo>
                    <a:pt x="443" y="1232"/>
                  </a:lnTo>
                  <a:lnTo>
                    <a:pt x="506" y="1280"/>
                  </a:lnTo>
                  <a:lnTo>
                    <a:pt x="571" y="1254"/>
                  </a:lnTo>
                  <a:lnTo>
                    <a:pt x="642" y="1299"/>
                  </a:lnTo>
                  <a:lnTo>
                    <a:pt x="689" y="1299"/>
                  </a:lnTo>
                  <a:lnTo>
                    <a:pt x="691" y="1329"/>
                  </a:lnTo>
                  <a:lnTo>
                    <a:pt x="754" y="1323"/>
                  </a:lnTo>
                  <a:lnTo>
                    <a:pt x="756" y="1270"/>
                  </a:lnTo>
                  <a:lnTo>
                    <a:pt x="727" y="1234"/>
                  </a:lnTo>
                  <a:lnTo>
                    <a:pt x="748" y="1205"/>
                  </a:lnTo>
                  <a:lnTo>
                    <a:pt x="811" y="1163"/>
                  </a:lnTo>
                  <a:lnTo>
                    <a:pt x="776" y="1142"/>
                  </a:lnTo>
                  <a:lnTo>
                    <a:pt x="715" y="1104"/>
                  </a:lnTo>
                  <a:lnTo>
                    <a:pt x="733" y="1069"/>
                  </a:lnTo>
                  <a:lnTo>
                    <a:pt x="802" y="1083"/>
                  </a:lnTo>
                  <a:lnTo>
                    <a:pt x="880" y="1089"/>
                  </a:lnTo>
                  <a:lnTo>
                    <a:pt x="926" y="1065"/>
                  </a:lnTo>
                  <a:lnTo>
                    <a:pt x="929" y="1014"/>
                  </a:lnTo>
                  <a:lnTo>
                    <a:pt x="874" y="967"/>
                  </a:lnTo>
                  <a:lnTo>
                    <a:pt x="837" y="906"/>
                  </a:lnTo>
                  <a:lnTo>
                    <a:pt x="809" y="845"/>
                  </a:lnTo>
                  <a:lnTo>
                    <a:pt x="811" y="736"/>
                  </a:lnTo>
                  <a:lnTo>
                    <a:pt x="843" y="671"/>
                  </a:lnTo>
                  <a:lnTo>
                    <a:pt x="819" y="583"/>
                  </a:lnTo>
                  <a:lnTo>
                    <a:pt x="800" y="449"/>
                  </a:lnTo>
                  <a:lnTo>
                    <a:pt x="837" y="351"/>
                  </a:lnTo>
                  <a:lnTo>
                    <a:pt x="786" y="262"/>
                  </a:lnTo>
                  <a:lnTo>
                    <a:pt x="829" y="209"/>
                  </a:lnTo>
                  <a:lnTo>
                    <a:pt x="859" y="85"/>
                  </a:lnTo>
                  <a:lnTo>
                    <a:pt x="859" y="18"/>
                  </a:lnTo>
                  <a:lnTo>
                    <a:pt x="825" y="0"/>
                  </a:lnTo>
                  <a:lnTo>
                    <a:pt x="788" y="59"/>
                  </a:lnTo>
                  <a:lnTo>
                    <a:pt x="731" y="40"/>
                  </a:lnTo>
                  <a:lnTo>
                    <a:pt x="678" y="99"/>
                  </a:lnTo>
                  <a:lnTo>
                    <a:pt x="658" y="179"/>
                  </a:lnTo>
                  <a:lnTo>
                    <a:pt x="561" y="309"/>
                  </a:lnTo>
                  <a:lnTo>
                    <a:pt x="516" y="349"/>
                  </a:lnTo>
                  <a:lnTo>
                    <a:pt x="487" y="321"/>
                  </a:lnTo>
                  <a:lnTo>
                    <a:pt x="396" y="337"/>
                  </a:lnTo>
                  <a:lnTo>
                    <a:pt x="355" y="284"/>
                  </a:lnTo>
                  <a:lnTo>
                    <a:pt x="296" y="282"/>
                  </a:lnTo>
                  <a:lnTo>
                    <a:pt x="254" y="242"/>
                  </a:lnTo>
                  <a:lnTo>
                    <a:pt x="290" y="168"/>
                  </a:lnTo>
                  <a:lnTo>
                    <a:pt x="305" y="122"/>
                  </a:lnTo>
                  <a:lnTo>
                    <a:pt x="272" y="73"/>
                  </a:lnTo>
                  <a:lnTo>
                    <a:pt x="207" y="91"/>
                  </a:lnTo>
                  <a:lnTo>
                    <a:pt x="172" y="170"/>
                  </a:lnTo>
                  <a:lnTo>
                    <a:pt x="158" y="307"/>
                  </a:lnTo>
                  <a:lnTo>
                    <a:pt x="107" y="362"/>
                  </a:lnTo>
                  <a:lnTo>
                    <a:pt x="0" y="406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  <p:sp>
          <p:nvSpPr>
            <p:cNvPr id="106" name="Freeform 128"/>
            <p:cNvSpPr/>
            <p:nvPr/>
          </p:nvSpPr>
          <p:spPr bwMode="gray">
            <a:xfrm>
              <a:off x="3987" y="3238"/>
              <a:ext cx="121" cy="305"/>
            </a:xfrm>
            <a:custGeom>
              <a:avLst/>
              <a:gdLst>
                <a:gd name="T0" fmla="*/ 43 w 242"/>
                <a:gd name="T1" fmla="*/ 1 h 610"/>
                <a:gd name="T2" fmla="*/ 39 w 242"/>
                <a:gd name="T3" fmla="*/ 6 h 610"/>
                <a:gd name="T4" fmla="*/ 33 w 242"/>
                <a:gd name="T5" fmla="*/ 11 h 610"/>
                <a:gd name="T6" fmla="*/ 28 w 242"/>
                <a:gd name="T7" fmla="*/ 16 h 610"/>
                <a:gd name="T8" fmla="*/ 22 w 242"/>
                <a:gd name="T9" fmla="*/ 24 h 610"/>
                <a:gd name="T10" fmla="*/ 19 w 242"/>
                <a:gd name="T11" fmla="*/ 30 h 610"/>
                <a:gd name="T12" fmla="*/ 16 w 242"/>
                <a:gd name="T13" fmla="*/ 37 h 610"/>
                <a:gd name="T14" fmla="*/ 11 w 242"/>
                <a:gd name="T15" fmla="*/ 47 h 610"/>
                <a:gd name="T16" fmla="*/ 5 w 242"/>
                <a:gd name="T17" fmla="*/ 58 h 610"/>
                <a:gd name="T18" fmla="*/ 1 w 242"/>
                <a:gd name="T19" fmla="*/ 67 h 610"/>
                <a:gd name="T20" fmla="*/ 1 w 242"/>
                <a:gd name="T21" fmla="*/ 77 h 610"/>
                <a:gd name="T22" fmla="*/ 4 w 242"/>
                <a:gd name="T23" fmla="*/ 88 h 610"/>
                <a:gd name="T24" fmla="*/ 5 w 242"/>
                <a:gd name="T25" fmla="*/ 99 h 610"/>
                <a:gd name="T26" fmla="*/ 3 w 242"/>
                <a:gd name="T27" fmla="*/ 108 h 610"/>
                <a:gd name="T28" fmla="*/ 6 w 242"/>
                <a:gd name="T29" fmla="*/ 114 h 610"/>
                <a:gd name="T30" fmla="*/ 15 w 242"/>
                <a:gd name="T31" fmla="*/ 119 h 610"/>
                <a:gd name="T32" fmla="*/ 22 w 242"/>
                <a:gd name="T33" fmla="*/ 129 h 610"/>
                <a:gd name="T34" fmla="*/ 28 w 242"/>
                <a:gd name="T35" fmla="*/ 135 h 610"/>
                <a:gd name="T36" fmla="*/ 33 w 242"/>
                <a:gd name="T37" fmla="*/ 139 h 610"/>
                <a:gd name="T38" fmla="*/ 35 w 242"/>
                <a:gd name="T39" fmla="*/ 146 h 610"/>
                <a:gd name="T40" fmla="*/ 37 w 242"/>
                <a:gd name="T41" fmla="*/ 152 h 610"/>
                <a:gd name="T42" fmla="*/ 41 w 242"/>
                <a:gd name="T43" fmla="*/ 152 h 610"/>
                <a:gd name="T44" fmla="*/ 42 w 242"/>
                <a:gd name="T45" fmla="*/ 146 h 610"/>
                <a:gd name="T46" fmla="*/ 42 w 242"/>
                <a:gd name="T47" fmla="*/ 135 h 610"/>
                <a:gd name="T48" fmla="*/ 45 w 242"/>
                <a:gd name="T49" fmla="*/ 123 h 610"/>
                <a:gd name="T50" fmla="*/ 51 w 242"/>
                <a:gd name="T51" fmla="*/ 114 h 610"/>
                <a:gd name="T52" fmla="*/ 55 w 242"/>
                <a:gd name="T53" fmla="*/ 103 h 610"/>
                <a:gd name="T54" fmla="*/ 57 w 242"/>
                <a:gd name="T55" fmla="*/ 86 h 610"/>
                <a:gd name="T56" fmla="*/ 58 w 242"/>
                <a:gd name="T57" fmla="*/ 66 h 610"/>
                <a:gd name="T58" fmla="*/ 58 w 242"/>
                <a:gd name="T59" fmla="*/ 51 h 610"/>
                <a:gd name="T60" fmla="*/ 60 w 242"/>
                <a:gd name="T61" fmla="*/ 39 h 610"/>
                <a:gd name="T62" fmla="*/ 60 w 242"/>
                <a:gd name="T63" fmla="*/ 28 h 610"/>
                <a:gd name="T64" fmla="*/ 56 w 242"/>
                <a:gd name="T65" fmla="*/ 19 h 610"/>
                <a:gd name="T66" fmla="*/ 52 w 242"/>
                <a:gd name="T67" fmla="*/ 10 h 610"/>
                <a:gd name="T68" fmla="*/ 47 w 242"/>
                <a:gd name="T69" fmla="*/ 2 h 610"/>
                <a:gd name="T70" fmla="*/ 44 w 242"/>
                <a:gd name="T71" fmla="*/ 0 h 61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42"/>
                <a:gd name="T109" fmla="*/ 0 h 610"/>
                <a:gd name="T110" fmla="*/ 242 w 242"/>
                <a:gd name="T111" fmla="*/ 610 h 61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42" h="610">
                  <a:moveTo>
                    <a:pt x="173" y="0"/>
                  </a:moveTo>
                  <a:lnTo>
                    <a:pt x="172" y="4"/>
                  </a:lnTo>
                  <a:lnTo>
                    <a:pt x="164" y="12"/>
                  </a:lnTo>
                  <a:lnTo>
                    <a:pt x="154" y="24"/>
                  </a:lnTo>
                  <a:lnTo>
                    <a:pt x="144" y="36"/>
                  </a:lnTo>
                  <a:lnTo>
                    <a:pt x="132" y="44"/>
                  </a:lnTo>
                  <a:lnTo>
                    <a:pt x="122" y="49"/>
                  </a:lnTo>
                  <a:lnTo>
                    <a:pt x="111" y="63"/>
                  </a:lnTo>
                  <a:lnTo>
                    <a:pt x="97" y="79"/>
                  </a:lnTo>
                  <a:lnTo>
                    <a:pt x="87" y="97"/>
                  </a:lnTo>
                  <a:lnTo>
                    <a:pt x="77" y="112"/>
                  </a:lnTo>
                  <a:lnTo>
                    <a:pt x="73" y="122"/>
                  </a:lnTo>
                  <a:lnTo>
                    <a:pt x="71" y="132"/>
                  </a:lnTo>
                  <a:lnTo>
                    <a:pt x="63" y="148"/>
                  </a:lnTo>
                  <a:lnTo>
                    <a:pt x="53" y="168"/>
                  </a:lnTo>
                  <a:lnTo>
                    <a:pt x="44" y="189"/>
                  </a:lnTo>
                  <a:lnTo>
                    <a:pt x="32" y="213"/>
                  </a:lnTo>
                  <a:lnTo>
                    <a:pt x="20" y="234"/>
                  </a:lnTo>
                  <a:lnTo>
                    <a:pt x="10" y="254"/>
                  </a:lnTo>
                  <a:lnTo>
                    <a:pt x="4" y="268"/>
                  </a:lnTo>
                  <a:lnTo>
                    <a:pt x="0" y="288"/>
                  </a:lnTo>
                  <a:lnTo>
                    <a:pt x="2" y="309"/>
                  </a:lnTo>
                  <a:lnTo>
                    <a:pt x="8" y="331"/>
                  </a:lnTo>
                  <a:lnTo>
                    <a:pt x="14" y="354"/>
                  </a:lnTo>
                  <a:lnTo>
                    <a:pt x="18" y="376"/>
                  </a:lnTo>
                  <a:lnTo>
                    <a:pt x="18" y="396"/>
                  </a:lnTo>
                  <a:lnTo>
                    <a:pt x="14" y="414"/>
                  </a:lnTo>
                  <a:lnTo>
                    <a:pt x="12" y="431"/>
                  </a:lnTo>
                  <a:lnTo>
                    <a:pt x="14" y="445"/>
                  </a:lnTo>
                  <a:lnTo>
                    <a:pt x="24" y="455"/>
                  </a:lnTo>
                  <a:lnTo>
                    <a:pt x="42" y="467"/>
                  </a:lnTo>
                  <a:lnTo>
                    <a:pt x="57" y="477"/>
                  </a:lnTo>
                  <a:lnTo>
                    <a:pt x="71" y="492"/>
                  </a:lnTo>
                  <a:lnTo>
                    <a:pt x="85" y="514"/>
                  </a:lnTo>
                  <a:lnTo>
                    <a:pt x="99" y="530"/>
                  </a:lnTo>
                  <a:lnTo>
                    <a:pt x="111" y="540"/>
                  </a:lnTo>
                  <a:lnTo>
                    <a:pt x="122" y="547"/>
                  </a:lnTo>
                  <a:lnTo>
                    <a:pt x="130" y="555"/>
                  </a:lnTo>
                  <a:lnTo>
                    <a:pt x="136" y="569"/>
                  </a:lnTo>
                  <a:lnTo>
                    <a:pt x="140" y="583"/>
                  </a:lnTo>
                  <a:lnTo>
                    <a:pt x="144" y="597"/>
                  </a:lnTo>
                  <a:lnTo>
                    <a:pt x="148" y="606"/>
                  </a:lnTo>
                  <a:lnTo>
                    <a:pt x="154" y="610"/>
                  </a:lnTo>
                  <a:lnTo>
                    <a:pt x="162" y="606"/>
                  </a:lnTo>
                  <a:lnTo>
                    <a:pt x="168" y="597"/>
                  </a:lnTo>
                  <a:lnTo>
                    <a:pt x="168" y="581"/>
                  </a:lnTo>
                  <a:lnTo>
                    <a:pt x="168" y="559"/>
                  </a:lnTo>
                  <a:lnTo>
                    <a:pt x="168" y="538"/>
                  </a:lnTo>
                  <a:lnTo>
                    <a:pt x="172" y="516"/>
                  </a:lnTo>
                  <a:lnTo>
                    <a:pt x="179" y="494"/>
                  </a:lnTo>
                  <a:lnTo>
                    <a:pt x="189" y="475"/>
                  </a:lnTo>
                  <a:lnTo>
                    <a:pt x="201" y="457"/>
                  </a:lnTo>
                  <a:lnTo>
                    <a:pt x="211" y="435"/>
                  </a:lnTo>
                  <a:lnTo>
                    <a:pt x="217" y="412"/>
                  </a:lnTo>
                  <a:lnTo>
                    <a:pt x="221" y="380"/>
                  </a:lnTo>
                  <a:lnTo>
                    <a:pt x="225" y="343"/>
                  </a:lnTo>
                  <a:lnTo>
                    <a:pt x="227" y="303"/>
                  </a:lnTo>
                  <a:lnTo>
                    <a:pt x="229" y="264"/>
                  </a:lnTo>
                  <a:lnTo>
                    <a:pt x="227" y="231"/>
                  </a:lnTo>
                  <a:lnTo>
                    <a:pt x="229" y="203"/>
                  </a:lnTo>
                  <a:lnTo>
                    <a:pt x="233" y="179"/>
                  </a:lnTo>
                  <a:lnTo>
                    <a:pt x="240" y="156"/>
                  </a:lnTo>
                  <a:lnTo>
                    <a:pt x="242" y="134"/>
                  </a:lnTo>
                  <a:lnTo>
                    <a:pt x="238" y="112"/>
                  </a:lnTo>
                  <a:lnTo>
                    <a:pt x="229" y="89"/>
                  </a:lnTo>
                  <a:lnTo>
                    <a:pt x="223" y="73"/>
                  </a:lnTo>
                  <a:lnTo>
                    <a:pt x="215" y="59"/>
                  </a:lnTo>
                  <a:lnTo>
                    <a:pt x="207" y="42"/>
                  </a:lnTo>
                  <a:lnTo>
                    <a:pt x="195" y="22"/>
                  </a:lnTo>
                  <a:lnTo>
                    <a:pt x="185" y="10"/>
                  </a:lnTo>
                  <a:lnTo>
                    <a:pt x="177" y="2"/>
                  </a:lnTo>
                  <a:lnTo>
                    <a:pt x="173" y="0"/>
                  </a:lnTo>
                </a:path>
              </a:pathLst>
            </a:custGeom>
            <a:grpFill/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805"/>
            </a:p>
          </p:txBody>
        </p:sp>
      </p:grpSp>
      <p:sp>
        <p:nvSpPr>
          <p:cNvPr id="107" name="Freeform 78"/>
          <p:cNvSpPr/>
          <p:nvPr/>
        </p:nvSpPr>
        <p:spPr bwMode="gray">
          <a:xfrm>
            <a:off x="4484286" y="5164829"/>
            <a:ext cx="874765" cy="744168"/>
          </a:xfrm>
          <a:custGeom>
            <a:avLst/>
            <a:gdLst>
              <a:gd name="T0" fmla="*/ 279 w 1128"/>
              <a:gd name="T1" fmla="*/ 62 h 960"/>
              <a:gd name="T2" fmla="*/ 272 w 1128"/>
              <a:gd name="T3" fmla="*/ 67 h 960"/>
              <a:gd name="T4" fmla="*/ 266 w 1128"/>
              <a:gd name="T5" fmla="*/ 77 h 960"/>
              <a:gd name="T6" fmla="*/ 261 w 1128"/>
              <a:gd name="T7" fmla="*/ 87 h 960"/>
              <a:gd name="T8" fmla="*/ 254 w 1128"/>
              <a:gd name="T9" fmla="*/ 97 h 960"/>
              <a:gd name="T10" fmla="*/ 241 w 1128"/>
              <a:gd name="T11" fmla="*/ 103 h 960"/>
              <a:gd name="T12" fmla="*/ 230 w 1128"/>
              <a:gd name="T13" fmla="*/ 104 h 960"/>
              <a:gd name="T14" fmla="*/ 216 w 1128"/>
              <a:gd name="T15" fmla="*/ 103 h 960"/>
              <a:gd name="T16" fmla="*/ 203 w 1128"/>
              <a:gd name="T17" fmla="*/ 110 h 960"/>
              <a:gd name="T18" fmla="*/ 199 w 1128"/>
              <a:gd name="T19" fmla="*/ 115 h 960"/>
              <a:gd name="T20" fmla="*/ 198 w 1128"/>
              <a:gd name="T21" fmla="*/ 118 h 960"/>
              <a:gd name="T22" fmla="*/ 196 w 1128"/>
              <a:gd name="T23" fmla="*/ 119 h 960"/>
              <a:gd name="T24" fmla="*/ 190 w 1128"/>
              <a:gd name="T25" fmla="*/ 114 h 960"/>
              <a:gd name="T26" fmla="*/ 183 w 1128"/>
              <a:gd name="T27" fmla="*/ 118 h 960"/>
              <a:gd name="T28" fmla="*/ 177 w 1128"/>
              <a:gd name="T29" fmla="*/ 127 h 960"/>
              <a:gd name="T30" fmla="*/ 164 w 1128"/>
              <a:gd name="T31" fmla="*/ 127 h 960"/>
              <a:gd name="T32" fmla="*/ 155 w 1128"/>
              <a:gd name="T33" fmla="*/ 120 h 960"/>
              <a:gd name="T34" fmla="*/ 148 w 1128"/>
              <a:gd name="T35" fmla="*/ 111 h 960"/>
              <a:gd name="T36" fmla="*/ 143 w 1128"/>
              <a:gd name="T37" fmla="*/ 113 h 960"/>
              <a:gd name="T38" fmla="*/ 147 w 1128"/>
              <a:gd name="T39" fmla="*/ 122 h 960"/>
              <a:gd name="T40" fmla="*/ 154 w 1128"/>
              <a:gd name="T41" fmla="*/ 130 h 960"/>
              <a:gd name="T42" fmla="*/ 153 w 1128"/>
              <a:gd name="T43" fmla="*/ 140 h 960"/>
              <a:gd name="T44" fmla="*/ 140 w 1128"/>
              <a:gd name="T45" fmla="*/ 149 h 960"/>
              <a:gd name="T46" fmla="*/ 134 w 1128"/>
              <a:gd name="T47" fmla="*/ 149 h 960"/>
              <a:gd name="T48" fmla="*/ 132 w 1128"/>
              <a:gd name="T49" fmla="*/ 148 h 960"/>
              <a:gd name="T50" fmla="*/ 130 w 1128"/>
              <a:gd name="T51" fmla="*/ 148 h 960"/>
              <a:gd name="T52" fmla="*/ 126 w 1128"/>
              <a:gd name="T53" fmla="*/ 154 h 960"/>
              <a:gd name="T54" fmla="*/ 116 w 1128"/>
              <a:gd name="T55" fmla="*/ 163 h 960"/>
              <a:gd name="T56" fmla="*/ 110 w 1128"/>
              <a:gd name="T57" fmla="*/ 167 h 960"/>
              <a:gd name="T58" fmla="*/ 97 w 1128"/>
              <a:gd name="T59" fmla="*/ 168 h 960"/>
              <a:gd name="T60" fmla="*/ 87 w 1128"/>
              <a:gd name="T61" fmla="*/ 171 h 960"/>
              <a:gd name="T62" fmla="*/ 75 w 1128"/>
              <a:gd name="T63" fmla="*/ 179 h 960"/>
              <a:gd name="T64" fmla="*/ 56 w 1128"/>
              <a:gd name="T65" fmla="*/ 185 h 960"/>
              <a:gd name="T66" fmla="*/ 46 w 1128"/>
              <a:gd name="T67" fmla="*/ 186 h 960"/>
              <a:gd name="T68" fmla="*/ 38 w 1128"/>
              <a:gd name="T69" fmla="*/ 194 h 960"/>
              <a:gd name="T70" fmla="*/ 29 w 1128"/>
              <a:gd name="T71" fmla="*/ 199 h 960"/>
              <a:gd name="T72" fmla="*/ 23 w 1128"/>
              <a:gd name="T73" fmla="*/ 207 h 960"/>
              <a:gd name="T74" fmla="*/ 26 w 1128"/>
              <a:gd name="T75" fmla="*/ 214 h 960"/>
              <a:gd name="T76" fmla="*/ 35 w 1128"/>
              <a:gd name="T77" fmla="*/ 227 h 960"/>
              <a:gd name="T78" fmla="*/ 35 w 1128"/>
              <a:gd name="T79" fmla="*/ 235 h 960"/>
              <a:gd name="T80" fmla="*/ 24 w 1128"/>
              <a:gd name="T81" fmla="*/ 240 h 960"/>
              <a:gd name="T82" fmla="*/ 13 w 1128"/>
              <a:gd name="T83" fmla="*/ 235 h 960"/>
              <a:gd name="T84" fmla="*/ 4 w 1128"/>
              <a:gd name="T85" fmla="*/ 222 h 960"/>
              <a:gd name="T86" fmla="*/ 1 w 1128"/>
              <a:gd name="T87" fmla="*/ 210 h 960"/>
              <a:gd name="T88" fmla="*/ 1 w 1128"/>
              <a:gd name="T89" fmla="*/ 200 h 960"/>
              <a:gd name="T90" fmla="*/ 8 w 1128"/>
              <a:gd name="T91" fmla="*/ 189 h 960"/>
              <a:gd name="T92" fmla="*/ 0 w 1128"/>
              <a:gd name="T93" fmla="*/ 184 h 960"/>
              <a:gd name="T94" fmla="*/ 19 w 1128"/>
              <a:gd name="T95" fmla="*/ 160 h 960"/>
              <a:gd name="T96" fmla="*/ 37 w 1128"/>
              <a:gd name="T97" fmla="*/ 139 h 960"/>
              <a:gd name="T98" fmla="*/ 59 w 1128"/>
              <a:gd name="T99" fmla="*/ 101 h 960"/>
              <a:gd name="T100" fmla="*/ 74 w 1128"/>
              <a:gd name="T101" fmla="*/ 62 h 960"/>
              <a:gd name="T102" fmla="*/ 82 w 1128"/>
              <a:gd name="T103" fmla="*/ 36 h 960"/>
              <a:gd name="T104" fmla="*/ 121 w 1128"/>
              <a:gd name="T105" fmla="*/ 3 h 960"/>
              <a:gd name="T106" fmla="*/ 156 w 1128"/>
              <a:gd name="T107" fmla="*/ 8 h 960"/>
              <a:gd name="T108" fmla="*/ 170 w 1128"/>
              <a:gd name="T109" fmla="*/ 24 h 960"/>
              <a:gd name="T110" fmla="*/ 185 w 1128"/>
              <a:gd name="T111" fmla="*/ 32 h 960"/>
              <a:gd name="T112" fmla="*/ 224 w 1128"/>
              <a:gd name="T113" fmla="*/ 15 h 960"/>
              <a:gd name="T114" fmla="*/ 272 w 1128"/>
              <a:gd name="T115" fmla="*/ 41 h 960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1128"/>
              <a:gd name="T175" fmla="*/ 0 h 960"/>
              <a:gd name="T176" fmla="*/ 1128 w 1128"/>
              <a:gd name="T177" fmla="*/ 960 h 960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1128" h="960">
                <a:moveTo>
                  <a:pt x="1128" y="246"/>
                </a:moveTo>
                <a:lnTo>
                  <a:pt x="1124" y="248"/>
                </a:lnTo>
                <a:lnTo>
                  <a:pt x="1116" y="250"/>
                </a:lnTo>
                <a:lnTo>
                  <a:pt x="1104" y="254"/>
                </a:lnTo>
                <a:lnTo>
                  <a:pt x="1094" y="259"/>
                </a:lnTo>
                <a:lnTo>
                  <a:pt x="1088" y="265"/>
                </a:lnTo>
                <a:lnTo>
                  <a:pt x="1083" y="275"/>
                </a:lnTo>
                <a:lnTo>
                  <a:pt x="1075" y="289"/>
                </a:lnTo>
                <a:lnTo>
                  <a:pt x="1063" y="305"/>
                </a:lnTo>
                <a:lnTo>
                  <a:pt x="1055" y="318"/>
                </a:lnTo>
                <a:lnTo>
                  <a:pt x="1047" y="332"/>
                </a:lnTo>
                <a:lnTo>
                  <a:pt x="1043" y="348"/>
                </a:lnTo>
                <a:lnTo>
                  <a:pt x="1037" y="362"/>
                </a:lnTo>
                <a:lnTo>
                  <a:pt x="1029" y="376"/>
                </a:lnTo>
                <a:lnTo>
                  <a:pt x="1016" y="387"/>
                </a:lnTo>
                <a:lnTo>
                  <a:pt x="1002" y="395"/>
                </a:lnTo>
                <a:lnTo>
                  <a:pt x="984" y="403"/>
                </a:lnTo>
                <a:lnTo>
                  <a:pt x="966" y="411"/>
                </a:lnTo>
                <a:lnTo>
                  <a:pt x="949" y="417"/>
                </a:lnTo>
                <a:lnTo>
                  <a:pt x="937" y="419"/>
                </a:lnTo>
                <a:lnTo>
                  <a:pt x="921" y="415"/>
                </a:lnTo>
                <a:lnTo>
                  <a:pt x="903" y="411"/>
                </a:lnTo>
                <a:lnTo>
                  <a:pt x="884" y="409"/>
                </a:lnTo>
                <a:lnTo>
                  <a:pt x="864" y="411"/>
                </a:lnTo>
                <a:lnTo>
                  <a:pt x="846" y="419"/>
                </a:lnTo>
                <a:lnTo>
                  <a:pt x="829" y="431"/>
                </a:lnTo>
                <a:lnTo>
                  <a:pt x="813" y="440"/>
                </a:lnTo>
                <a:lnTo>
                  <a:pt x="801" y="450"/>
                </a:lnTo>
                <a:lnTo>
                  <a:pt x="799" y="454"/>
                </a:lnTo>
                <a:lnTo>
                  <a:pt x="797" y="458"/>
                </a:lnTo>
                <a:lnTo>
                  <a:pt x="795" y="464"/>
                </a:lnTo>
                <a:lnTo>
                  <a:pt x="793" y="468"/>
                </a:lnTo>
                <a:lnTo>
                  <a:pt x="791" y="472"/>
                </a:lnTo>
                <a:lnTo>
                  <a:pt x="789" y="474"/>
                </a:lnTo>
                <a:lnTo>
                  <a:pt x="787" y="474"/>
                </a:lnTo>
                <a:lnTo>
                  <a:pt x="783" y="474"/>
                </a:lnTo>
                <a:lnTo>
                  <a:pt x="777" y="470"/>
                </a:lnTo>
                <a:lnTo>
                  <a:pt x="770" y="462"/>
                </a:lnTo>
                <a:lnTo>
                  <a:pt x="760" y="456"/>
                </a:lnTo>
                <a:lnTo>
                  <a:pt x="752" y="456"/>
                </a:lnTo>
                <a:lnTo>
                  <a:pt x="742" y="462"/>
                </a:lnTo>
                <a:lnTo>
                  <a:pt x="734" y="472"/>
                </a:lnTo>
                <a:lnTo>
                  <a:pt x="726" y="484"/>
                </a:lnTo>
                <a:lnTo>
                  <a:pt x="718" y="496"/>
                </a:lnTo>
                <a:lnTo>
                  <a:pt x="708" y="507"/>
                </a:lnTo>
                <a:lnTo>
                  <a:pt x="695" y="513"/>
                </a:lnTo>
                <a:lnTo>
                  <a:pt x="679" y="513"/>
                </a:lnTo>
                <a:lnTo>
                  <a:pt x="657" y="509"/>
                </a:lnTo>
                <a:lnTo>
                  <a:pt x="644" y="503"/>
                </a:lnTo>
                <a:lnTo>
                  <a:pt x="634" y="494"/>
                </a:lnTo>
                <a:lnTo>
                  <a:pt x="622" y="482"/>
                </a:lnTo>
                <a:lnTo>
                  <a:pt x="612" y="468"/>
                </a:lnTo>
                <a:lnTo>
                  <a:pt x="602" y="454"/>
                </a:lnTo>
                <a:lnTo>
                  <a:pt x="592" y="442"/>
                </a:lnTo>
                <a:lnTo>
                  <a:pt x="583" y="437"/>
                </a:lnTo>
                <a:lnTo>
                  <a:pt x="575" y="440"/>
                </a:lnTo>
                <a:lnTo>
                  <a:pt x="571" y="452"/>
                </a:lnTo>
                <a:lnTo>
                  <a:pt x="575" y="464"/>
                </a:lnTo>
                <a:lnTo>
                  <a:pt x="581" y="478"/>
                </a:lnTo>
                <a:lnTo>
                  <a:pt x="588" y="490"/>
                </a:lnTo>
                <a:lnTo>
                  <a:pt x="596" y="498"/>
                </a:lnTo>
                <a:lnTo>
                  <a:pt x="608" y="509"/>
                </a:lnTo>
                <a:lnTo>
                  <a:pt x="618" y="519"/>
                </a:lnTo>
                <a:lnTo>
                  <a:pt x="624" y="531"/>
                </a:lnTo>
                <a:lnTo>
                  <a:pt x="624" y="541"/>
                </a:lnTo>
                <a:lnTo>
                  <a:pt x="612" y="557"/>
                </a:lnTo>
                <a:lnTo>
                  <a:pt x="596" y="574"/>
                </a:lnTo>
                <a:lnTo>
                  <a:pt x="577" y="588"/>
                </a:lnTo>
                <a:lnTo>
                  <a:pt x="557" y="596"/>
                </a:lnTo>
                <a:lnTo>
                  <a:pt x="545" y="600"/>
                </a:lnTo>
                <a:lnTo>
                  <a:pt x="535" y="598"/>
                </a:lnTo>
                <a:lnTo>
                  <a:pt x="533" y="596"/>
                </a:lnTo>
                <a:lnTo>
                  <a:pt x="531" y="594"/>
                </a:lnTo>
                <a:lnTo>
                  <a:pt x="527" y="592"/>
                </a:lnTo>
                <a:lnTo>
                  <a:pt x="525" y="590"/>
                </a:lnTo>
                <a:lnTo>
                  <a:pt x="523" y="590"/>
                </a:lnTo>
                <a:lnTo>
                  <a:pt x="521" y="590"/>
                </a:lnTo>
                <a:lnTo>
                  <a:pt x="520" y="592"/>
                </a:lnTo>
                <a:lnTo>
                  <a:pt x="518" y="598"/>
                </a:lnTo>
                <a:lnTo>
                  <a:pt x="514" y="608"/>
                </a:lnTo>
                <a:lnTo>
                  <a:pt x="504" y="614"/>
                </a:lnTo>
                <a:lnTo>
                  <a:pt x="492" y="624"/>
                </a:lnTo>
                <a:lnTo>
                  <a:pt x="478" y="637"/>
                </a:lnTo>
                <a:lnTo>
                  <a:pt x="466" y="651"/>
                </a:lnTo>
                <a:lnTo>
                  <a:pt x="459" y="661"/>
                </a:lnTo>
                <a:lnTo>
                  <a:pt x="451" y="667"/>
                </a:lnTo>
                <a:lnTo>
                  <a:pt x="441" y="667"/>
                </a:lnTo>
                <a:lnTo>
                  <a:pt x="427" y="665"/>
                </a:lnTo>
                <a:lnTo>
                  <a:pt x="411" y="667"/>
                </a:lnTo>
                <a:lnTo>
                  <a:pt x="390" y="669"/>
                </a:lnTo>
                <a:lnTo>
                  <a:pt x="374" y="669"/>
                </a:lnTo>
                <a:lnTo>
                  <a:pt x="360" y="675"/>
                </a:lnTo>
                <a:lnTo>
                  <a:pt x="348" y="683"/>
                </a:lnTo>
                <a:lnTo>
                  <a:pt x="336" y="694"/>
                </a:lnTo>
                <a:lnTo>
                  <a:pt x="323" y="704"/>
                </a:lnTo>
                <a:lnTo>
                  <a:pt x="299" y="714"/>
                </a:lnTo>
                <a:lnTo>
                  <a:pt x="271" y="726"/>
                </a:lnTo>
                <a:lnTo>
                  <a:pt x="246" y="734"/>
                </a:lnTo>
                <a:lnTo>
                  <a:pt x="226" y="740"/>
                </a:lnTo>
                <a:lnTo>
                  <a:pt x="212" y="740"/>
                </a:lnTo>
                <a:lnTo>
                  <a:pt x="199" y="740"/>
                </a:lnTo>
                <a:lnTo>
                  <a:pt x="185" y="742"/>
                </a:lnTo>
                <a:lnTo>
                  <a:pt x="173" y="748"/>
                </a:lnTo>
                <a:lnTo>
                  <a:pt x="163" y="759"/>
                </a:lnTo>
                <a:lnTo>
                  <a:pt x="153" y="773"/>
                </a:lnTo>
                <a:lnTo>
                  <a:pt x="142" y="781"/>
                </a:lnTo>
                <a:lnTo>
                  <a:pt x="128" y="787"/>
                </a:lnTo>
                <a:lnTo>
                  <a:pt x="116" y="793"/>
                </a:lnTo>
                <a:lnTo>
                  <a:pt x="108" y="803"/>
                </a:lnTo>
                <a:lnTo>
                  <a:pt x="100" y="816"/>
                </a:lnTo>
                <a:lnTo>
                  <a:pt x="92" y="826"/>
                </a:lnTo>
                <a:lnTo>
                  <a:pt x="86" y="834"/>
                </a:lnTo>
                <a:lnTo>
                  <a:pt x="90" y="844"/>
                </a:lnTo>
                <a:lnTo>
                  <a:pt x="104" y="856"/>
                </a:lnTo>
                <a:lnTo>
                  <a:pt x="118" y="872"/>
                </a:lnTo>
                <a:lnTo>
                  <a:pt x="130" y="891"/>
                </a:lnTo>
                <a:lnTo>
                  <a:pt x="138" y="905"/>
                </a:lnTo>
                <a:lnTo>
                  <a:pt x="144" y="919"/>
                </a:lnTo>
                <a:lnTo>
                  <a:pt x="146" y="931"/>
                </a:lnTo>
                <a:lnTo>
                  <a:pt x="140" y="940"/>
                </a:lnTo>
                <a:lnTo>
                  <a:pt x="128" y="946"/>
                </a:lnTo>
                <a:lnTo>
                  <a:pt x="114" y="954"/>
                </a:lnTo>
                <a:lnTo>
                  <a:pt x="96" y="960"/>
                </a:lnTo>
                <a:lnTo>
                  <a:pt x="79" y="960"/>
                </a:lnTo>
                <a:lnTo>
                  <a:pt x="67" y="956"/>
                </a:lnTo>
                <a:lnTo>
                  <a:pt x="51" y="938"/>
                </a:lnTo>
                <a:lnTo>
                  <a:pt x="37" y="919"/>
                </a:lnTo>
                <a:lnTo>
                  <a:pt x="25" y="901"/>
                </a:lnTo>
                <a:lnTo>
                  <a:pt x="18" y="887"/>
                </a:lnTo>
                <a:lnTo>
                  <a:pt x="10" y="872"/>
                </a:lnTo>
                <a:lnTo>
                  <a:pt x="4" y="854"/>
                </a:lnTo>
                <a:lnTo>
                  <a:pt x="2" y="840"/>
                </a:lnTo>
                <a:lnTo>
                  <a:pt x="2" y="826"/>
                </a:lnTo>
                <a:lnTo>
                  <a:pt x="2" y="812"/>
                </a:lnTo>
                <a:lnTo>
                  <a:pt x="4" y="797"/>
                </a:lnTo>
                <a:lnTo>
                  <a:pt x="12" y="783"/>
                </a:lnTo>
                <a:lnTo>
                  <a:pt x="25" y="765"/>
                </a:lnTo>
                <a:lnTo>
                  <a:pt x="31" y="753"/>
                </a:lnTo>
                <a:lnTo>
                  <a:pt x="33" y="749"/>
                </a:lnTo>
                <a:lnTo>
                  <a:pt x="4" y="746"/>
                </a:lnTo>
                <a:lnTo>
                  <a:pt x="0" y="734"/>
                </a:lnTo>
                <a:lnTo>
                  <a:pt x="33" y="687"/>
                </a:lnTo>
                <a:lnTo>
                  <a:pt x="71" y="675"/>
                </a:lnTo>
                <a:lnTo>
                  <a:pt x="77" y="637"/>
                </a:lnTo>
                <a:lnTo>
                  <a:pt x="128" y="627"/>
                </a:lnTo>
                <a:lnTo>
                  <a:pt x="147" y="612"/>
                </a:lnTo>
                <a:lnTo>
                  <a:pt x="147" y="553"/>
                </a:lnTo>
                <a:lnTo>
                  <a:pt x="175" y="539"/>
                </a:lnTo>
                <a:lnTo>
                  <a:pt x="244" y="478"/>
                </a:lnTo>
                <a:lnTo>
                  <a:pt x="238" y="403"/>
                </a:lnTo>
                <a:lnTo>
                  <a:pt x="264" y="332"/>
                </a:lnTo>
                <a:lnTo>
                  <a:pt x="301" y="307"/>
                </a:lnTo>
                <a:lnTo>
                  <a:pt x="297" y="250"/>
                </a:lnTo>
                <a:lnTo>
                  <a:pt x="325" y="220"/>
                </a:lnTo>
                <a:lnTo>
                  <a:pt x="303" y="157"/>
                </a:lnTo>
                <a:lnTo>
                  <a:pt x="329" y="143"/>
                </a:lnTo>
                <a:lnTo>
                  <a:pt x="329" y="86"/>
                </a:lnTo>
                <a:lnTo>
                  <a:pt x="384" y="78"/>
                </a:lnTo>
                <a:lnTo>
                  <a:pt x="484" y="9"/>
                </a:lnTo>
                <a:lnTo>
                  <a:pt x="535" y="39"/>
                </a:lnTo>
                <a:lnTo>
                  <a:pt x="592" y="9"/>
                </a:lnTo>
                <a:lnTo>
                  <a:pt x="624" y="29"/>
                </a:lnTo>
                <a:lnTo>
                  <a:pt x="693" y="0"/>
                </a:lnTo>
                <a:lnTo>
                  <a:pt x="720" y="27"/>
                </a:lnTo>
                <a:lnTo>
                  <a:pt x="681" y="94"/>
                </a:lnTo>
                <a:lnTo>
                  <a:pt x="651" y="130"/>
                </a:lnTo>
                <a:lnTo>
                  <a:pt x="679" y="151"/>
                </a:lnTo>
                <a:lnTo>
                  <a:pt x="740" y="128"/>
                </a:lnTo>
                <a:lnTo>
                  <a:pt x="823" y="92"/>
                </a:lnTo>
                <a:lnTo>
                  <a:pt x="878" y="120"/>
                </a:lnTo>
                <a:lnTo>
                  <a:pt x="895" y="59"/>
                </a:lnTo>
                <a:lnTo>
                  <a:pt x="984" y="61"/>
                </a:lnTo>
                <a:lnTo>
                  <a:pt x="1053" y="96"/>
                </a:lnTo>
                <a:lnTo>
                  <a:pt x="1086" y="161"/>
                </a:lnTo>
                <a:lnTo>
                  <a:pt x="1110" y="216"/>
                </a:lnTo>
                <a:lnTo>
                  <a:pt x="1128" y="246"/>
                </a:lnTo>
              </a:path>
            </a:pathLst>
          </a:custGeom>
          <a:solidFill>
            <a:schemeClr val="bg1">
              <a:lumMod val="75000"/>
            </a:schemeClr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</p:spPr>
        <p:txBody>
          <a:bodyPr lIns="89310" tIns="44655" rIns="89310" bIns="44655"/>
          <a:lstStyle/>
          <a:p>
            <a:endParaRPr lang="zh-CN" altLang="en-US" sz="1805"/>
          </a:p>
        </p:txBody>
      </p:sp>
      <p:sp>
        <p:nvSpPr>
          <p:cNvPr id="108" name="Freeform 92"/>
          <p:cNvSpPr/>
          <p:nvPr/>
        </p:nvSpPr>
        <p:spPr bwMode="gray">
          <a:xfrm>
            <a:off x="4892201" y="3440840"/>
            <a:ext cx="764644" cy="513166"/>
          </a:xfrm>
          <a:custGeom>
            <a:avLst/>
            <a:gdLst>
              <a:gd name="T0" fmla="*/ 81 w 987"/>
              <a:gd name="T1" fmla="*/ 0 h 663"/>
              <a:gd name="T2" fmla="*/ 88 w 987"/>
              <a:gd name="T3" fmla="*/ 3 h 663"/>
              <a:gd name="T4" fmla="*/ 96 w 987"/>
              <a:gd name="T5" fmla="*/ 5 h 663"/>
              <a:gd name="T6" fmla="*/ 103 w 987"/>
              <a:gd name="T7" fmla="*/ 2 h 663"/>
              <a:gd name="T8" fmla="*/ 111 w 987"/>
              <a:gd name="T9" fmla="*/ 0 h 663"/>
              <a:gd name="T10" fmla="*/ 119 w 987"/>
              <a:gd name="T11" fmla="*/ 5 h 663"/>
              <a:gd name="T12" fmla="*/ 125 w 987"/>
              <a:gd name="T13" fmla="*/ 15 h 663"/>
              <a:gd name="T14" fmla="*/ 126 w 987"/>
              <a:gd name="T15" fmla="*/ 24 h 663"/>
              <a:gd name="T16" fmla="*/ 128 w 987"/>
              <a:gd name="T17" fmla="*/ 32 h 663"/>
              <a:gd name="T18" fmla="*/ 133 w 987"/>
              <a:gd name="T19" fmla="*/ 37 h 663"/>
              <a:gd name="T20" fmla="*/ 141 w 987"/>
              <a:gd name="T21" fmla="*/ 39 h 663"/>
              <a:gd name="T22" fmla="*/ 149 w 987"/>
              <a:gd name="T23" fmla="*/ 38 h 663"/>
              <a:gd name="T24" fmla="*/ 154 w 987"/>
              <a:gd name="T25" fmla="*/ 33 h 663"/>
              <a:gd name="T26" fmla="*/ 160 w 987"/>
              <a:gd name="T27" fmla="*/ 24 h 663"/>
              <a:gd name="T28" fmla="*/ 167 w 987"/>
              <a:gd name="T29" fmla="*/ 15 h 663"/>
              <a:gd name="T30" fmla="*/ 175 w 987"/>
              <a:gd name="T31" fmla="*/ 6 h 663"/>
              <a:gd name="T32" fmla="*/ 184 w 987"/>
              <a:gd name="T33" fmla="*/ 2 h 663"/>
              <a:gd name="T34" fmla="*/ 191 w 987"/>
              <a:gd name="T35" fmla="*/ 4 h 663"/>
              <a:gd name="T36" fmla="*/ 200 w 987"/>
              <a:gd name="T37" fmla="*/ 9 h 663"/>
              <a:gd name="T38" fmla="*/ 212 w 987"/>
              <a:gd name="T39" fmla="*/ 11 h 663"/>
              <a:gd name="T40" fmla="*/ 224 w 987"/>
              <a:gd name="T41" fmla="*/ 9 h 663"/>
              <a:gd name="T42" fmla="*/ 234 w 987"/>
              <a:gd name="T43" fmla="*/ 7 h 663"/>
              <a:gd name="T44" fmla="*/ 241 w 987"/>
              <a:gd name="T45" fmla="*/ 5 h 663"/>
              <a:gd name="T46" fmla="*/ 246 w 987"/>
              <a:gd name="T47" fmla="*/ 5 h 663"/>
              <a:gd name="T48" fmla="*/ 246 w 987"/>
              <a:gd name="T49" fmla="*/ 12 h 663"/>
              <a:gd name="T50" fmla="*/ 245 w 987"/>
              <a:gd name="T51" fmla="*/ 23 h 663"/>
              <a:gd name="T52" fmla="*/ 243 w 987"/>
              <a:gd name="T53" fmla="*/ 31 h 663"/>
              <a:gd name="T54" fmla="*/ 237 w 987"/>
              <a:gd name="T55" fmla="*/ 32 h 663"/>
              <a:gd name="T56" fmla="*/ 231 w 987"/>
              <a:gd name="T57" fmla="*/ 31 h 663"/>
              <a:gd name="T58" fmla="*/ 225 w 987"/>
              <a:gd name="T59" fmla="*/ 32 h 663"/>
              <a:gd name="T60" fmla="*/ 216 w 987"/>
              <a:gd name="T61" fmla="*/ 41 h 663"/>
              <a:gd name="T62" fmla="*/ 205 w 987"/>
              <a:gd name="T63" fmla="*/ 49 h 663"/>
              <a:gd name="T64" fmla="*/ 198 w 987"/>
              <a:gd name="T65" fmla="*/ 51 h 663"/>
              <a:gd name="T66" fmla="*/ 191 w 987"/>
              <a:gd name="T67" fmla="*/ 52 h 663"/>
              <a:gd name="T68" fmla="*/ 189 w 987"/>
              <a:gd name="T69" fmla="*/ 55 h 663"/>
              <a:gd name="T70" fmla="*/ 191 w 987"/>
              <a:gd name="T71" fmla="*/ 63 h 663"/>
              <a:gd name="T72" fmla="*/ 190 w 987"/>
              <a:gd name="T73" fmla="*/ 72 h 663"/>
              <a:gd name="T74" fmla="*/ 185 w 987"/>
              <a:gd name="T75" fmla="*/ 77 h 663"/>
              <a:gd name="T76" fmla="*/ 177 w 987"/>
              <a:gd name="T77" fmla="*/ 79 h 663"/>
              <a:gd name="T78" fmla="*/ 171 w 987"/>
              <a:gd name="T79" fmla="*/ 79 h 663"/>
              <a:gd name="T80" fmla="*/ 170 w 987"/>
              <a:gd name="T81" fmla="*/ 84 h 663"/>
              <a:gd name="T82" fmla="*/ 170 w 987"/>
              <a:gd name="T83" fmla="*/ 93 h 663"/>
              <a:gd name="T84" fmla="*/ 168 w 987"/>
              <a:gd name="T85" fmla="*/ 101 h 663"/>
              <a:gd name="T86" fmla="*/ 163 w 987"/>
              <a:gd name="T87" fmla="*/ 106 h 663"/>
              <a:gd name="T88" fmla="*/ 157 w 987"/>
              <a:gd name="T89" fmla="*/ 111 h 663"/>
              <a:gd name="T90" fmla="*/ 155 w 987"/>
              <a:gd name="T91" fmla="*/ 118 h 663"/>
              <a:gd name="T92" fmla="*/ 152 w 987"/>
              <a:gd name="T93" fmla="*/ 123 h 663"/>
              <a:gd name="T94" fmla="*/ 139 w 987"/>
              <a:gd name="T95" fmla="*/ 127 h 663"/>
              <a:gd name="T96" fmla="*/ 129 w 987"/>
              <a:gd name="T97" fmla="*/ 143 h 663"/>
              <a:gd name="T98" fmla="*/ 106 w 987"/>
              <a:gd name="T99" fmla="*/ 148 h 663"/>
              <a:gd name="T100" fmla="*/ 89 w 987"/>
              <a:gd name="T101" fmla="*/ 156 h 663"/>
              <a:gd name="T102" fmla="*/ 66 w 987"/>
              <a:gd name="T103" fmla="*/ 144 h 663"/>
              <a:gd name="T104" fmla="*/ 52 w 987"/>
              <a:gd name="T105" fmla="*/ 160 h 663"/>
              <a:gd name="T106" fmla="*/ 13 w 987"/>
              <a:gd name="T107" fmla="*/ 152 h 663"/>
              <a:gd name="T108" fmla="*/ 0 w 987"/>
              <a:gd name="T109" fmla="*/ 140 h 663"/>
              <a:gd name="T110" fmla="*/ 14 w 987"/>
              <a:gd name="T111" fmla="*/ 98 h 663"/>
              <a:gd name="T112" fmla="*/ 8 w 987"/>
              <a:gd name="T113" fmla="*/ 78 h 663"/>
              <a:gd name="T114" fmla="*/ 26 w 987"/>
              <a:gd name="T115" fmla="*/ 45 h 663"/>
              <a:gd name="T116" fmla="*/ 50 w 987"/>
              <a:gd name="T117" fmla="*/ 22 h 663"/>
              <a:gd name="T118" fmla="*/ 80 w 987"/>
              <a:gd name="T119" fmla="*/ 0 h 66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987"/>
              <a:gd name="T181" fmla="*/ 0 h 663"/>
              <a:gd name="T182" fmla="*/ 987 w 987"/>
              <a:gd name="T183" fmla="*/ 663 h 663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987" h="663">
                <a:moveTo>
                  <a:pt x="323" y="0"/>
                </a:moveTo>
                <a:lnTo>
                  <a:pt x="327" y="2"/>
                </a:lnTo>
                <a:lnTo>
                  <a:pt x="339" y="7"/>
                </a:lnTo>
                <a:lnTo>
                  <a:pt x="353" y="13"/>
                </a:lnTo>
                <a:lnTo>
                  <a:pt x="369" y="19"/>
                </a:lnTo>
                <a:lnTo>
                  <a:pt x="384" y="21"/>
                </a:lnTo>
                <a:lnTo>
                  <a:pt x="398" y="19"/>
                </a:lnTo>
                <a:lnTo>
                  <a:pt x="414" y="9"/>
                </a:lnTo>
                <a:lnTo>
                  <a:pt x="432" y="2"/>
                </a:lnTo>
                <a:lnTo>
                  <a:pt x="447" y="2"/>
                </a:lnTo>
                <a:lnTo>
                  <a:pt x="463" y="7"/>
                </a:lnTo>
                <a:lnTo>
                  <a:pt x="479" y="23"/>
                </a:lnTo>
                <a:lnTo>
                  <a:pt x="493" y="43"/>
                </a:lnTo>
                <a:lnTo>
                  <a:pt x="500" y="63"/>
                </a:lnTo>
                <a:lnTo>
                  <a:pt x="504" y="82"/>
                </a:lnTo>
                <a:lnTo>
                  <a:pt x="504" y="98"/>
                </a:lnTo>
                <a:lnTo>
                  <a:pt x="508" y="114"/>
                </a:lnTo>
                <a:lnTo>
                  <a:pt x="512" y="129"/>
                </a:lnTo>
                <a:lnTo>
                  <a:pt x="522" y="143"/>
                </a:lnTo>
                <a:lnTo>
                  <a:pt x="534" y="151"/>
                </a:lnTo>
                <a:lnTo>
                  <a:pt x="550" y="155"/>
                </a:lnTo>
                <a:lnTo>
                  <a:pt x="567" y="157"/>
                </a:lnTo>
                <a:lnTo>
                  <a:pt x="585" y="157"/>
                </a:lnTo>
                <a:lnTo>
                  <a:pt x="599" y="153"/>
                </a:lnTo>
                <a:lnTo>
                  <a:pt x="609" y="147"/>
                </a:lnTo>
                <a:lnTo>
                  <a:pt x="617" y="133"/>
                </a:lnTo>
                <a:lnTo>
                  <a:pt x="628" y="116"/>
                </a:lnTo>
                <a:lnTo>
                  <a:pt x="642" y="96"/>
                </a:lnTo>
                <a:lnTo>
                  <a:pt x="656" y="76"/>
                </a:lnTo>
                <a:lnTo>
                  <a:pt x="668" y="61"/>
                </a:lnTo>
                <a:lnTo>
                  <a:pt x="683" y="43"/>
                </a:lnTo>
                <a:lnTo>
                  <a:pt x="703" y="27"/>
                </a:lnTo>
                <a:lnTo>
                  <a:pt x="723" y="15"/>
                </a:lnTo>
                <a:lnTo>
                  <a:pt x="737" y="9"/>
                </a:lnTo>
                <a:lnTo>
                  <a:pt x="748" y="11"/>
                </a:lnTo>
                <a:lnTo>
                  <a:pt x="764" y="19"/>
                </a:lnTo>
                <a:lnTo>
                  <a:pt x="782" y="27"/>
                </a:lnTo>
                <a:lnTo>
                  <a:pt x="802" y="37"/>
                </a:lnTo>
                <a:lnTo>
                  <a:pt x="823" y="45"/>
                </a:lnTo>
                <a:lnTo>
                  <a:pt x="851" y="47"/>
                </a:lnTo>
                <a:lnTo>
                  <a:pt x="874" y="43"/>
                </a:lnTo>
                <a:lnTo>
                  <a:pt x="896" y="37"/>
                </a:lnTo>
                <a:lnTo>
                  <a:pt x="920" y="33"/>
                </a:lnTo>
                <a:lnTo>
                  <a:pt x="937" y="29"/>
                </a:lnTo>
                <a:lnTo>
                  <a:pt x="953" y="25"/>
                </a:lnTo>
                <a:lnTo>
                  <a:pt x="967" y="21"/>
                </a:lnTo>
                <a:lnTo>
                  <a:pt x="979" y="19"/>
                </a:lnTo>
                <a:lnTo>
                  <a:pt x="985" y="21"/>
                </a:lnTo>
                <a:lnTo>
                  <a:pt x="987" y="31"/>
                </a:lnTo>
                <a:lnTo>
                  <a:pt x="987" y="51"/>
                </a:lnTo>
                <a:lnTo>
                  <a:pt x="985" y="70"/>
                </a:lnTo>
                <a:lnTo>
                  <a:pt x="983" y="92"/>
                </a:lnTo>
                <a:lnTo>
                  <a:pt x="979" y="112"/>
                </a:lnTo>
                <a:lnTo>
                  <a:pt x="973" y="124"/>
                </a:lnTo>
                <a:lnTo>
                  <a:pt x="963" y="128"/>
                </a:lnTo>
                <a:lnTo>
                  <a:pt x="951" y="128"/>
                </a:lnTo>
                <a:lnTo>
                  <a:pt x="937" y="126"/>
                </a:lnTo>
                <a:lnTo>
                  <a:pt x="926" y="124"/>
                </a:lnTo>
                <a:lnTo>
                  <a:pt x="912" y="126"/>
                </a:lnTo>
                <a:lnTo>
                  <a:pt x="902" y="131"/>
                </a:lnTo>
                <a:lnTo>
                  <a:pt x="886" y="147"/>
                </a:lnTo>
                <a:lnTo>
                  <a:pt x="865" y="167"/>
                </a:lnTo>
                <a:lnTo>
                  <a:pt x="843" y="185"/>
                </a:lnTo>
                <a:lnTo>
                  <a:pt x="821" y="198"/>
                </a:lnTo>
                <a:lnTo>
                  <a:pt x="807" y="204"/>
                </a:lnTo>
                <a:lnTo>
                  <a:pt x="792" y="206"/>
                </a:lnTo>
                <a:lnTo>
                  <a:pt x="778" y="206"/>
                </a:lnTo>
                <a:lnTo>
                  <a:pt x="766" y="208"/>
                </a:lnTo>
                <a:lnTo>
                  <a:pt x="760" y="212"/>
                </a:lnTo>
                <a:lnTo>
                  <a:pt x="758" y="222"/>
                </a:lnTo>
                <a:lnTo>
                  <a:pt x="762" y="236"/>
                </a:lnTo>
                <a:lnTo>
                  <a:pt x="764" y="253"/>
                </a:lnTo>
                <a:lnTo>
                  <a:pt x="764" y="271"/>
                </a:lnTo>
                <a:lnTo>
                  <a:pt x="760" y="289"/>
                </a:lnTo>
                <a:lnTo>
                  <a:pt x="754" y="303"/>
                </a:lnTo>
                <a:lnTo>
                  <a:pt x="743" y="311"/>
                </a:lnTo>
                <a:lnTo>
                  <a:pt x="725" y="316"/>
                </a:lnTo>
                <a:lnTo>
                  <a:pt x="709" y="316"/>
                </a:lnTo>
                <a:lnTo>
                  <a:pt x="695" y="316"/>
                </a:lnTo>
                <a:lnTo>
                  <a:pt x="685" y="318"/>
                </a:lnTo>
                <a:lnTo>
                  <a:pt x="682" y="326"/>
                </a:lnTo>
                <a:lnTo>
                  <a:pt x="682" y="338"/>
                </a:lnTo>
                <a:lnTo>
                  <a:pt x="682" y="356"/>
                </a:lnTo>
                <a:lnTo>
                  <a:pt x="682" y="374"/>
                </a:lnTo>
                <a:lnTo>
                  <a:pt x="680" y="391"/>
                </a:lnTo>
                <a:lnTo>
                  <a:pt x="674" y="405"/>
                </a:lnTo>
                <a:lnTo>
                  <a:pt x="668" y="415"/>
                </a:lnTo>
                <a:lnTo>
                  <a:pt x="654" y="425"/>
                </a:lnTo>
                <a:lnTo>
                  <a:pt x="640" y="433"/>
                </a:lnTo>
                <a:lnTo>
                  <a:pt x="630" y="444"/>
                </a:lnTo>
                <a:lnTo>
                  <a:pt x="626" y="458"/>
                </a:lnTo>
                <a:lnTo>
                  <a:pt x="622" y="474"/>
                </a:lnTo>
                <a:lnTo>
                  <a:pt x="617" y="486"/>
                </a:lnTo>
                <a:lnTo>
                  <a:pt x="609" y="494"/>
                </a:lnTo>
                <a:lnTo>
                  <a:pt x="605" y="496"/>
                </a:lnTo>
                <a:lnTo>
                  <a:pt x="558" y="511"/>
                </a:lnTo>
                <a:lnTo>
                  <a:pt x="546" y="572"/>
                </a:lnTo>
                <a:lnTo>
                  <a:pt x="518" y="572"/>
                </a:lnTo>
                <a:lnTo>
                  <a:pt x="461" y="598"/>
                </a:lnTo>
                <a:lnTo>
                  <a:pt x="424" y="594"/>
                </a:lnTo>
                <a:lnTo>
                  <a:pt x="412" y="620"/>
                </a:lnTo>
                <a:lnTo>
                  <a:pt x="357" y="627"/>
                </a:lnTo>
                <a:lnTo>
                  <a:pt x="327" y="643"/>
                </a:lnTo>
                <a:lnTo>
                  <a:pt x="266" y="578"/>
                </a:lnTo>
                <a:lnTo>
                  <a:pt x="229" y="596"/>
                </a:lnTo>
                <a:lnTo>
                  <a:pt x="209" y="643"/>
                </a:lnTo>
                <a:lnTo>
                  <a:pt x="105" y="663"/>
                </a:lnTo>
                <a:lnTo>
                  <a:pt x="54" y="610"/>
                </a:lnTo>
                <a:lnTo>
                  <a:pt x="4" y="612"/>
                </a:lnTo>
                <a:lnTo>
                  <a:pt x="0" y="562"/>
                </a:lnTo>
                <a:lnTo>
                  <a:pt x="69" y="482"/>
                </a:lnTo>
                <a:lnTo>
                  <a:pt x="59" y="395"/>
                </a:lnTo>
                <a:lnTo>
                  <a:pt x="28" y="350"/>
                </a:lnTo>
                <a:lnTo>
                  <a:pt x="32" y="313"/>
                </a:lnTo>
                <a:lnTo>
                  <a:pt x="87" y="265"/>
                </a:lnTo>
                <a:lnTo>
                  <a:pt x="107" y="181"/>
                </a:lnTo>
                <a:lnTo>
                  <a:pt x="168" y="143"/>
                </a:lnTo>
                <a:lnTo>
                  <a:pt x="201" y="88"/>
                </a:lnTo>
                <a:lnTo>
                  <a:pt x="266" y="84"/>
                </a:lnTo>
                <a:lnTo>
                  <a:pt x="323" y="0"/>
                </a:lnTo>
              </a:path>
            </a:pathLst>
          </a:custGeom>
          <a:solidFill>
            <a:schemeClr val="bg1">
              <a:lumMod val="75000"/>
            </a:schemeClr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</p:spPr>
        <p:txBody>
          <a:bodyPr lIns="89310" tIns="44655" rIns="89310" bIns="44655"/>
          <a:lstStyle/>
          <a:p>
            <a:endParaRPr lang="zh-CN" altLang="en-US" sz="1805"/>
          </a:p>
        </p:txBody>
      </p:sp>
      <p:sp>
        <p:nvSpPr>
          <p:cNvPr id="109" name="Freeform 100"/>
          <p:cNvSpPr/>
          <p:nvPr/>
        </p:nvSpPr>
        <p:spPr bwMode="gray">
          <a:xfrm>
            <a:off x="5189993" y="2653261"/>
            <a:ext cx="666930" cy="665101"/>
          </a:xfrm>
          <a:custGeom>
            <a:avLst/>
            <a:gdLst>
              <a:gd name="T0" fmla="*/ 182 w 860"/>
              <a:gd name="T1" fmla="*/ 145 h 858"/>
              <a:gd name="T2" fmla="*/ 179 w 860"/>
              <a:gd name="T3" fmla="*/ 149 h 858"/>
              <a:gd name="T4" fmla="*/ 174 w 860"/>
              <a:gd name="T5" fmla="*/ 152 h 858"/>
              <a:gd name="T6" fmla="*/ 166 w 860"/>
              <a:gd name="T7" fmla="*/ 154 h 858"/>
              <a:gd name="T8" fmla="*/ 156 w 860"/>
              <a:gd name="T9" fmla="*/ 157 h 858"/>
              <a:gd name="T10" fmla="*/ 149 w 860"/>
              <a:gd name="T11" fmla="*/ 163 h 858"/>
              <a:gd name="T12" fmla="*/ 140 w 860"/>
              <a:gd name="T13" fmla="*/ 170 h 858"/>
              <a:gd name="T14" fmla="*/ 133 w 860"/>
              <a:gd name="T15" fmla="*/ 176 h 858"/>
              <a:gd name="T16" fmla="*/ 129 w 860"/>
              <a:gd name="T17" fmla="*/ 180 h 858"/>
              <a:gd name="T18" fmla="*/ 123 w 860"/>
              <a:gd name="T19" fmla="*/ 186 h 858"/>
              <a:gd name="T20" fmla="*/ 119 w 860"/>
              <a:gd name="T21" fmla="*/ 194 h 858"/>
              <a:gd name="T22" fmla="*/ 113 w 860"/>
              <a:gd name="T23" fmla="*/ 201 h 858"/>
              <a:gd name="T24" fmla="*/ 107 w 860"/>
              <a:gd name="T25" fmla="*/ 204 h 858"/>
              <a:gd name="T26" fmla="*/ 103 w 860"/>
              <a:gd name="T27" fmla="*/ 208 h 858"/>
              <a:gd name="T28" fmla="*/ 95 w 860"/>
              <a:gd name="T29" fmla="*/ 213 h 858"/>
              <a:gd name="T30" fmla="*/ 89 w 860"/>
              <a:gd name="T31" fmla="*/ 215 h 858"/>
              <a:gd name="T32" fmla="*/ 88 w 860"/>
              <a:gd name="T33" fmla="*/ 210 h 858"/>
              <a:gd name="T34" fmla="*/ 92 w 860"/>
              <a:gd name="T35" fmla="*/ 204 h 858"/>
              <a:gd name="T36" fmla="*/ 98 w 860"/>
              <a:gd name="T37" fmla="*/ 198 h 858"/>
              <a:gd name="T38" fmla="*/ 103 w 860"/>
              <a:gd name="T39" fmla="*/ 191 h 858"/>
              <a:gd name="T40" fmla="*/ 101 w 860"/>
              <a:gd name="T41" fmla="*/ 187 h 858"/>
              <a:gd name="T42" fmla="*/ 95 w 860"/>
              <a:gd name="T43" fmla="*/ 184 h 858"/>
              <a:gd name="T44" fmla="*/ 91 w 860"/>
              <a:gd name="T45" fmla="*/ 179 h 858"/>
              <a:gd name="T46" fmla="*/ 93 w 860"/>
              <a:gd name="T47" fmla="*/ 170 h 858"/>
              <a:gd name="T48" fmla="*/ 100 w 860"/>
              <a:gd name="T49" fmla="*/ 159 h 858"/>
              <a:gd name="T50" fmla="*/ 107 w 860"/>
              <a:gd name="T51" fmla="*/ 148 h 858"/>
              <a:gd name="T52" fmla="*/ 110 w 860"/>
              <a:gd name="T53" fmla="*/ 140 h 858"/>
              <a:gd name="T54" fmla="*/ 110 w 860"/>
              <a:gd name="T55" fmla="*/ 135 h 858"/>
              <a:gd name="T56" fmla="*/ 105 w 860"/>
              <a:gd name="T57" fmla="*/ 129 h 858"/>
              <a:gd name="T58" fmla="*/ 99 w 860"/>
              <a:gd name="T59" fmla="*/ 123 h 858"/>
              <a:gd name="T60" fmla="*/ 94 w 860"/>
              <a:gd name="T61" fmla="*/ 122 h 858"/>
              <a:gd name="T62" fmla="*/ 87 w 860"/>
              <a:gd name="T63" fmla="*/ 123 h 858"/>
              <a:gd name="T64" fmla="*/ 78 w 860"/>
              <a:gd name="T65" fmla="*/ 123 h 858"/>
              <a:gd name="T66" fmla="*/ 74 w 860"/>
              <a:gd name="T67" fmla="*/ 124 h 858"/>
              <a:gd name="T68" fmla="*/ 70 w 860"/>
              <a:gd name="T69" fmla="*/ 134 h 858"/>
              <a:gd name="T70" fmla="*/ 66 w 860"/>
              <a:gd name="T71" fmla="*/ 145 h 858"/>
              <a:gd name="T72" fmla="*/ 60 w 860"/>
              <a:gd name="T73" fmla="*/ 152 h 858"/>
              <a:gd name="T74" fmla="*/ 53 w 860"/>
              <a:gd name="T75" fmla="*/ 163 h 858"/>
              <a:gd name="T76" fmla="*/ 46 w 860"/>
              <a:gd name="T77" fmla="*/ 169 h 858"/>
              <a:gd name="T78" fmla="*/ 41 w 860"/>
              <a:gd name="T79" fmla="*/ 172 h 858"/>
              <a:gd name="T80" fmla="*/ 34 w 860"/>
              <a:gd name="T81" fmla="*/ 167 h 858"/>
              <a:gd name="T82" fmla="*/ 14 w 860"/>
              <a:gd name="T83" fmla="*/ 147 h 858"/>
              <a:gd name="T84" fmla="*/ 5 w 860"/>
              <a:gd name="T85" fmla="*/ 127 h 858"/>
              <a:gd name="T86" fmla="*/ 7 w 860"/>
              <a:gd name="T87" fmla="*/ 101 h 858"/>
              <a:gd name="T88" fmla="*/ 3 w 860"/>
              <a:gd name="T89" fmla="*/ 79 h 858"/>
              <a:gd name="T90" fmla="*/ 21 w 860"/>
              <a:gd name="T91" fmla="*/ 80 h 858"/>
              <a:gd name="T92" fmla="*/ 43 w 860"/>
              <a:gd name="T93" fmla="*/ 78 h 858"/>
              <a:gd name="T94" fmla="*/ 69 w 860"/>
              <a:gd name="T95" fmla="*/ 53 h 858"/>
              <a:gd name="T96" fmla="*/ 94 w 860"/>
              <a:gd name="T97" fmla="*/ 44 h 858"/>
              <a:gd name="T98" fmla="*/ 108 w 860"/>
              <a:gd name="T99" fmla="*/ 37 h 858"/>
              <a:gd name="T100" fmla="*/ 131 w 860"/>
              <a:gd name="T101" fmla="*/ 12 h 858"/>
              <a:gd name="T102" fmla="*/ 149 w 860"/>
              <a:gd name="T103" fmla="*/ 6 h 858"/>
              <a:gd name="T104" fmla="*/ 182 w 860"/>
              <a:gd name="T105" fmla="*/ 30 h 858"/>
              <a:gd name="T106" fmla="*/ 194 w 860"/>
              <a:gd name="T107" fmla="*/ 60 h 858"/>
              <a:gd name="T108" fmla="*/ 215 w 860"/>
              <a:gd name="T109" fmla="*/ 101 h 858"/>
              <a:gd name="T110" fmla="*/ 183 w 860"/>
              <a:gd name="T111" fmla="*/ 134 h 85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860"/>
              <a:gd name="T169" fmla="*/ 0 h 858"/>
              <a:gd name="T170" fmla="*/ 860 w 860"/>
              <a:gd name="T171" fmla="*/ 858 h 85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860" h="858">
                <a:moveTo>
                  <a:pt x="725" y="575"/>
                </a:moveTo>
                <a:lnTo>
                  <a:pt x="725" y="579"/>
                </a:lnTo>
                <a:lnTo>
                  <a:pt x="719" y="585"/>
                </a:lnTo>
                <a:lnTo>
                  <a:pt x="713" y="594"/>
                </a:lnTo>
                <a:lnTo>
                  <a:pt x="705" y="604"/>
                </a:lnTo>
                <a:lnTo>
                  <a:pt x="695" y="608"/>
                </a:lnTo>
                <a:lnTo>
                  <a:pt x="681" y="610"/>
                </a:lnTo>
                <a:lnTo>
                  <a:pt x="664" y="614"/>
                </a:lnTo>
                <a:lnTo>
                  <a:pt x="642" y="618"/>
                </a:lnTo>
                <a:lnTo>
                  <a:pt x="622" y="626"/>
                </a:lnTo>
                <a:lnTo>
                  <a:pt x="607" y="638"/>
                </a:lnTo>
                <a:lnTo>
                  <a:pt x="593" y="651"/>
                </a:lnTo>
                <a:lnTo>
                  <a:pt x="577" y="665"/>
                </a:lnTo>
                <a:lnTo>
                  <a:pt x="559" y="679"/>
                </a:lnTo>
                <a:lnTo>
                  <a:pt x="544" y="693"/>
                </a:lnTo>
                <a:lnTo>
                  <a:pt x="530" y="703"/>
                </a:lnTo>
                <a:lnTo>
                  <a:pt x="522" y="711"/>
                </a:lnTo>
                <a:lnTo>
                  <a:pt x="514" y="718"/>
                </a:lnTo>
                <a:lnTo>
                  <a:pt x="502" y="730"/>
                </a:lnTo>
                <a:lnTo>
                  <a:pt x="492" y="744"/>
                </a:lnTo>
                <a:lnTo>
                  <a:pt x="481" y="760"/>
                </a:lnTo>
                <a:lnTo>
                  <a:pt x="475" y="774"/>
                </a:lnTo>
                <a:lnTo>
                  <a:pt x="465" y="789"/>
                </a:lnTo>
                <a:lnTo>
                  <a:pt x="451" y="801"/>
                </a:lnTo>
                <a:lnTo>
                  <a:pt x="437" y="809"/>
                </a:lnTo>
                <a:lnTo>
                  <a:pt x="427" y="815"/>
                </a:lnTo>
                <a:lnTo>
                  <a:pt x="422" y="823"/>
                </a:lnTo>
                <a:lnTo>
                  <a:pt x="410" y="831"/>
                </a:lnTo>
                <a:lnTo>
                  <a:pt x="394" y="840"/>
                </a:lnTo>
                <a:lnTo>
                  <a:pt x="380" y="850"/>
                </a:lnTo>
                <a:lnTo>
                  <a:pt x="364" y="856"/>
                </a:lnTo>
                <a:lnTo>
                  <a:pt x="355" y="858"/>
                </a:lnTo>
                <a:lnTo>
                  <a:pt x="349" y="854"/>
                </a:lnTo>
                <a:lnTo>
                  <a:pt x="349" y="838"/>
                </a:lnTo>
                <a:lnTo>
                  <a:pt x="355" y="827"/>
                </a:lnTo>
                <a:lnTo>
                  <a:pt x="366" y="815"/>
                </a:lnTo>
                <a:lnTo>
                  <a:pt x="380" y="801"/>
                </a:lnTo>
                <a:lnTo>
                  <a:pt x="392" y="789"/>
                </a:lnTo>
                <a:lnTo>
                  <a:pt x="404" y="775"/>
                </a:lnTo>
                <a:lnTo>
                  <a:pt x="410" y="764"/>
                </a:lnTo>
                <a:lnTo>
                  <a:pt x="410" y="754"/>
                </a:lnTo>
                <a:lnTo>
                  <a:pt x="404" y="748"/>
                </a:lnTo>
                <a:lnTo>
                  <a:pt x="392" y="742"/>
                </a:lnTo>
                <a:lnTo>
                  <a:pt x="380" y="734"/>
                </a:lnTo>
                <a:lnTo>
                  <a:pt x="370" y="726"/>
                </a:lnTo>
                <a:lnTo>
                  <a:pt x="364" y="716"/>
                </a:lnTo>
                <a:lnTo>
                  <a:pt x="364" y="699"/>
                </a:lnTo>
                <a:lnTo>
                  <a:pt x="372" y="679"/>
                </a:lnTo>
                <a:lnTo>
                  <a:pt x="382" y="661"/>
                </a:lnTo>
                <a:lnTo>
                  <a:pt x="400" y="636"/>
                </a:lnTo>
                <a:lnTo>
                  <a:pt x="418" y="608"/>
                </a:lnTo>
                <a:lnTo>
                  <a:pt x="425" y="592"/>
                </a:lnTo>
                <a:lnTo>
                  <a:pt x="433" y="575"/>
                </a:lnTo>
                <a:lnTo>
                  <a:pt x="441" y="559"/>
                </a:lnTo>
                <a:lnTo>
                  <a:pt x="443" y="547"/>
                </a:lnTo>
                <a:lnTo>
                  <a:pt x="439" y="537"/>
                </a:lnTo>
                <a:lnTo>
                  <a:pt x="429" y="526"/>
                </a:lnTo>
                <a:lnTo>
                  <a:pt x="418" y="514"/>
                </a:lnTo>
                <a:lnTo>
                  <a:pt x="404" y="502"/>
                </a:lnTo>
                <a:lnTo>
                  <a:pt x="394" y="494"/>
                </a:lnTo>
                <a:lnTo>
                  <a:pt x="384" y="490"/>
                </a:lnTo>
                <a:lnTo>
                  <a:pt x="374" y="490"/>
                </a:lnTo>
                <a:lnTo>
                  <a:pt x="362" y="492"/>
                </a:lnTo>
                <a:lnTo>
                  <a:pt x="345" y="494"/>
                </a:lnTo>
                <a:lnTo>
                  <a:pt x="325" y="494"/>
                </a:lnTo>
                <a:lnTo>
                  <a:pt x="311" y="492"/>
                </a:lnTo>
                <a:lnTo>
                  <a:pt x="301" y="492"/>
                </a:lnTo>
                <a:lnTo>
                  <a:pt x="294" y="498"/>
                </a:lnTo>
                <a:lnTo>
                  <a:pt x="286" y="512"/>
                </a:lnTo>
                <a:lnTo>
                  <a:pt x="280" y="533"/>
                </a:lnTo>
                <a:lnTo>
                  <a:pt x="272" y="557"/>
                </a:lnTo>
                <a:lnTo>
                  <a:pt x="264" y="577"/>
                </a:lnTo>
                <a:lnTo>
                  <a:pt x="254" y="592"/>
                </a:lnTo>
                <a:lnTo>
                  <a:pt x="242" y="608"/>
                </a:lnTo>
                <a:lnTo>
                  <a:pt x="227" y="630"/>
                </a:lnTo>
                <a:lnTo>
                  <a:pt x="211" y="650"/>
                </a:lnTo>
                <a:lnTo>
                  <a:pt x="197" y="663"/>
                </a:lnTo>
                <a:lnTo>
                  <a:pt x="183" y="673"/>
                </a:lnTo>
                <a:lnTo>
                  <a:pt x="172" y="681"/>
                </a:lnTo>
                <a:lnTo>
                  <a:pt x="162" y="687"/>
                </a:lnTo>
                <a:lnTo>
                  <a:pt x="158" y="691"/>
                </a:lnTo>
                <a:lnTo>
                  <a:pt x="134" y="667"/>
                </a:lnTo>
                <a:lnTo>
                  <a:pt x="103" y="620"/>
                </a:lnTo>
                <a:lnTo>
                  <a:pt x="55" y="587"/>
                </a:lnTo>
                <a:lnTo>
                  <a:pt x="0" y="569"/>
                </a:lnTo>
                <a:lnTo>
                  <a:pt x="20" y="510"/>
                </a:lnTo>
                <a:lnTo>
                  <a:pt x="53" y="457"/>
                </a:lnTo>
                <a:lnTo>
                  <a:pt x="30" y="402"/>
                </a:lnTo>
                <a:lnTo>
                  <a:pt x="30" y="337"/>
                </a:lnTo>
                <a:lnTo>
                  <a:pt x="10" y="315"/>
                </a:lnTo>
                <a:lnTo>
                  <a:pt x="40" y="285"/>
                </a:lnTo>
                <a:lnTo>
                  <a:pt x="81" y="317"/>
                </a:lnTo>
                <a:lnTo>
                  <a:pt x="126" y="382"/>
                </a:lnTo>
                <a:lnTo>
                  <a:pt x="170" y="311"/>
                </a:lnTo>
                <a:lnTo>
                  <a:pt x="215" y="274"/>
                </a:lnTo>
                <a:lnTo>
                  <a:pt x="274" y="209"/>
                </a:lnTo>
                <a:lnTo>
                  <a:pt x="349" y="189"/>
                </a:lnTo>
                <a:lnTo>
                  <a:pt x="376" y="173"/>
                </a:lnTo>
                <a:lnTo>
                  <a:pt x="380" y="134"/>
                </a:lnTo>
                <a:lnTo>
                  <a:pt x="431" y="146"/>
                </a:lnTo>
                <a:lnTo>
                  <a:pt x="475" y="108"/>
                </a:lnTo>
                <a:lnTo>
                  <a:pt x="524" y="47"/>
                </a:lnTo>
                <a:lnTo>
                  <a:pt x="524" y="0"/>
                </a:lnTo>
                <a:lnTo>
                  <a:pt x="595" y="22"/>
                </a:lnTo>
                <a:lnTo>
                  <a:pt x="679" y="45"/>
                </a:lnTo>
                <a:lnTo>
                  <a:pt x="725" y="120"/>
                </a:lnTo>
                <a:lnTo>
                  <a:pt x="784" y="187"/>
                </a:lnTo>
                <a:lnTo>
                  <a:pt x="774" y="240"/>
                </a:lnTo>
                <a:lnTo>
                  <a:pt x="860" y="317"/>
                </a:lnTo>
                <a:lnTo>
                  <a:pt x="860" y="402"/>
                </a:lnTo>
                <a:lnTo>
                  <a:pt x="815" y="425"/>
                </a:lnTo>
                <a:lnTo>
                  <a:pt x="731" y="533"/>
                </a:lnTo>
                <a:lnTo>
                  <a:pt x="725" y="575"/>
                </a:lnTo>
              </a:path>
            </a:pathLst>
          </a:custGeom>
          <a:solidFill>
            <a:schemeClr val="bg1">
              <a:lumMod val="75000"/>
            </a:schemeClr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</p:spPr>
        <p:txBody>
          <a:bodyPr lIns="89310" tIns="44655" rIns="89310" bIns="44655"/>
          <a:lstStyle/>
          <a:p>
            <a:endParaRPr lang="zh-CN" altLang="en-US" sz="1805"/>
          </a:p>
        </p:txBody>
      </p:sp>
      <p:sp>
        <p:nvSpPr>
          <p:cNvPr id="110" name="Freeform 82"/>
          <p:cNvSpPr/>
          <p:nvPr/>
        </p:nvSpPr>
        <p:spPr bwMode="gray">
          <a:xfrm>
            <a:off x="5352970" y="4324538"/>
            <a:ext cx="438933" cy="493012"/>
          </a:xfrm>
          <a:custGeom>
            <a:avLst/>
            <a:gdLst>
              <a:gd name="T0" fmla="*/ 109 w 565"/>
              <a:gd name="T1" fmla="*/ 11 h 638"/>
              <a:gd name="T2" fmla="*/ 106 w 565"/>
              <a:gd name="T3" fmla="*/ 11 h 638"/>
              <a:gd name="T4" fmla="*/ 103 w 565"/>
              <a:gd name="T5" fmla="*/ 14 h 638"/>
              <a:gd name="T6" fmla="*/ 100 w 565"/>
              <a:gd name="T7" fmla="*/ 21 h 638"/>
              <a:gd name="T8" fmla="*/ 99 w 565"/>
              <a:gd name="T9" fmla="*/ 28 h 638"/>
              <a:gd name="T10" fmla="*/ 96 w 565"/>
              <a:gd name="T11" fmla="*/ 31 h 638"/>
              <a:gd name="T12" fmla="*/ 90 w 565"/>
              <a:gd name="T13" fmla="*/ 29 h 638"/>
              <a:gd name="T14" fmla="*/ 84 w 565"/>
              <a:gd name="T15" fmla="*/ 26 h 638"/>
              <a:gd name="T16" fmla="*/ 80 w 565"/>
              <a:gd name="T17" fmla="*/ 26 h 638"/>
              <a:gd name="T18" fmla="*/ 82 w 565"/>
              <a:gd name="T19" fmla="*/ 32 h 638"/>
              <a:gd name="T20" fmla="*/ 87 w 565"/>
              <a:gd name="T21" fmla="*/ 36 h 638"/>
              <a:gd name="T22" fmla="*/ 93 w 565"/>
              <a:gd name="T23" fmla="*/ 38 h 638"/>
              <a:gd name="T24" fmla="*/ 101 w 565"/>
              <a:gd name="T25" fmla="*/ 35 h 638"/>
              <a:gd name="T26" fmla="*/ 104 w 565"/>
              <a:gd name="T27" fmla="*/ 31 h 638"/>
              <a:gd name="T28" fmla="*/ 106 w 565"/>
              <a:gd name="T29" fmla="*/ 25 h 638"/>
              <a:gd name="T30" fmla="*/ 110 w 565"/>
              <a:gd name="T31" fmla="*/ 24 h 638"/>
              <a:gd name="T32" fmla="*/ 117 w 565"/>
              <a:gd name="T33" fmla="*/ 30 h 638"/>
              <a:gd name="T34" fmla="*/ 126 w 565"/>
              <a:gd name="T35" fmla="*/ 34 h 638"/>
              <a:gd name="T36" fmla="*/ 131 w 565"/>
              <a:gd name="T37" fmla="*/ 36 h 638"/>
              <a:gd name="T38" fmla="*/ 138 w 565"/>
              <a:gd name="T39" fmla="*/ 38 h 638"/>
              <a:gd name="T40" fmla="*/ 142 w 565"/>
              <a:gd name="T41" fmla="*/ 44 h 638"/>
              <a:gd name="T42" fmla="*/ 139 w 565"/>
              <a:gd name="T43" fmla="*/ 51 h 638"/>
              <a:gd name="T44" fmla="*/ 133 w 565"/>
              <a:gd name="T45" fmla="*/ 58 h 638"/>
              <a:gd name="T46" fmla="*/ 130 w 565"/>
              <a:gd name="T47" fmla="*/ 60 h 638"/>
              <a:gd name="T48" fmla="*/ 134 w 565"/>
              <a:gd name="T49" fmla="*/ 60 h 638"/>
              <a:gd name="T50" fmla="*/ 139 w 565"/>
              <a:gd name="T51" fmla="*/ 60 h 638"/>
              <a:gd name="T52" fmla="*/ 141 w 565"/>
              <a:gd name="T53" fmla="*/ 63 h 638"/>
              <a:gd name="T54" fmla="*/ 136 w 565"/>
              <a:gd name="T55" fmla="*/ 67 h 638"/>
              <a:gd name="T56" fmla="*/ 129 w 565"/>
              <a:gd name="T57" fmla="*/ 71 h 638"/>
              <a:gd name="T58" fmla="*/ 126 w 565"/>
              <a:gd name="T59" fmla="*/ 73 h 638"/>
              <a:gd name="T60" fmla="*/ 129 w 565"/>
              <a:gd name="T61" fmla="*/ 73 h 638"/>
              <a:gd name="T62" fmla="*/ 135 w 565"/>
              <a:gd name="T63" fmla="*/ 78 h 638"/>
              <a:gd name="T64" fmla="*/ 136 w 565"/>
              <a:gd name="T65" fmla="*/ 88 h 638"/>
              <a:gd name="T66" fmla="*/ 138 w 565"/>
              <a:gd name="T67" fmla="*/ 98 h 638"/>
              <a:gd name="T68" fmla="*/ 141 w 565"/>
              <a:gd name="T69" fmla="*/ 104 h 638"/>
              <a:gd name="T70" fmla="*/ 141 w 565"/>
              <a:gd name="T71" fmla="*/ 108 h 638"/>
              <a:gd name="T72" fmla="*/ 136 w 565"/>
              <a:gd name="T73" fmla="*/ 112 h 638"/>
              <a:gd name="T74" fmla="*/ 129 w 565"/>
              <a:gd name="T75" fmla="*/ 111 h 638"/>
              <a:gd name="T76" fmla="*/ 123 w 565"/>
              <a:gd name="T77" fmla="*/ 110 h 638"/>
              <a:gd name="T78" fmla="*/ 119 w 565"/>
              <a:gd name="T79" fmla="*/ 116 h 638"/>
              <a:gd name="T80" fmla="*/ 118 w 565"/>
              <a:gd name="T81" fmla="*/ 122 h 638"/>
              <a:gd name="T82" fmla="*/ 116 w 565"/>
              <a:gd name="T83" fmla="*/ 129 h 638"/>
              <a:gd name="T84" fmla="*/ 113 w 565"/>
              <a:gd name="T85" fmla="*/ 136 h 638"/>
              <a:gd name="T86" fmla="*/ 112 w 565"/>
              <a:gd name="T87" fmla="*/ 146 h 638"/>
              <a:gd name="T88" fmla="*/ 112 w 565"/>
              <a:gd name="T89" fmla="*/ 150 h 638"/>
              <a:gd name="T90" fmla="*/ 102 w 565"/>
              <a:gd name="T91" fmla="*/ 158 h 638"/>
              <a:gd name="T92" fmla="*/ 88 w 565"/>
              <a:gd name="T93" fmla="*/ 158 h 638"/>
              <a:gd name="T94" fmla="*/ 69 w 565"/>
              <a:gd name="T95" fmla="*/ 148 h 638"/>
              <a:gd name="T96" fmla="*/ 47 w 565"/>
              <a:gd name="T97" fmla="*/ 155 h 638"/>
              <a:gd name="T98" fmla="*/ 35 w 565"/>
              <a:gd name="T99" fmla="*/ 128 h 638"/>
              <a:gd name="T100" fmla="*/ 20 w 565"/>
              <a:gd name="T101" fmla="*/ 113 h 638"/>
              <a:gd name="T102" fmla="*/ 5 w 565"/>
              <a:gd name="T103" fmla="*/ 83 h 638"/>
              <a:gd name="T104" fmla="*/ 27 w 565"/>
              <a:gd name="T105" fmla="*/ 49 h 638"/>
              <a:gd name="T106" fmla="*/ 42 w 565"/>
              <a:gd name="T107" fmla="*/ 36 h 638"/>
              <a:gd name="T108" fmla="*/ 46 w 565"/>
              <a:gd name="T109" fmla="*/ 12 h 638"/>
              <a:gd name="T110" fmla="*/ 56 w 565"/>
              <a:gd name="T111" fmla="*/ 0 h 638"/>
              <a:gd name="T112" fmla="*/ 76 w 565"/>
              <a:gd name="T113" fmla="*/ 7 h 638"/>
              <a:gd name="T114" fmla="*/ 96 w 565"/>
              <a:gd name="T115" fmla="*/ 1 h 638"/>
              <a:gd name="T116" fmla="*/ 109 w 565"/>
              <a:gd name="T117" fmla="*/ 11 h 638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565"/>
              <a:gd name="T178" fmla="*/ 0 h 638"/>
              <a:gd name="T179" fmla="*/ 565 w 565"/>
              <a:gd name="T180" fmla="*/ 638 h 638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565" h="638">
                <a:moveTo>
                  <a:pt x="433" y="44"/>
                </a:moveTo>
                <a:lnTo>
                  <a:pt x="433" y="44"/>
                </a:lnTo>
                <a:lnTo>
                  <a:pt x="429" y="46"/>
                </a:lnTo>
                <a:lnTo>
                  <a:pt x="423" y="47"/>
                </a:lnTo>
                <a:lnTo>
                  <a:pt x="417" y="53"/>
                </a:lnTo>
                <a:lnTo>
                  <a:pt x="411" y="59"/>
                </a:lnTo>
                <a:lnTo>
                  <a:pt x="403" y="69"/>
                </a:lnTo>
                <a:lnTo>
                  <a:pt x="398" y="85"/>
                </a:lnTo>
                <a:lnTo>
                  <a:pt x="396" y="99"/>
                </a:lnTo>
                <a:lnTo>
                  <a:pt x="394" y="112"/>
                </a:lnTo>
                <a:lnTo>
                  <a:pt x="392" y="122"/>
                </a:lnTo>
                <a:lnTo>
                  <a:pt x="384" y="126"/>
                </a:lnTo>
                <a:lnTo>
                  <a:pt x="372" y="122"/>
                </a:lnTo>
                <a:lnTo>
                  <a:pt x="360" y="118"/>
                </a:lnTo>
                <a:lnTo>
                  <a:pt x="346" y="110"/>
                </a:lnTo>
                <a:lnTo>
                  <a:pt x="335" y="107"/>
                </a:lnTo>
                <a:lnTo>
                  <a:pt x="325" y="105"/>
                </a:lnTo>
                <a:lnTo>
                  <a:pt x="319" y="107"/>
                </a:lnTo>
                <a:lnTo>
                  <a:pt x="317" y="118"/>
                </a:lnTo>
                <a:lnTo>
                  <a:pt x="325" y="128"/>
                </a:lnTo>
                <a:lnTo>
                  <a:pt x="337" y="138"/>
                </a:lnTo>
                <a:lnTo>
                  <a:pt x="346" y="146"/>
                </a:lnTo>
                <a:lnTo>
                  <a:pt x="358" y="152"/>
                </a:lnTo>
                <a:lnTo>
                  <a:pt x="372" y="154"/>
                </a:lnTo>
                <a:lnTo>
                  <a:pt x="388" y="150"/>
                </a:lnTo>
                <a:lnTo>
                  <a:pt x="402" y="142"/>
                </a:lnTo>
                <a:lnTo>
                  <a:pt x="407" y="134"/>
                </a:lnTo>
                <a:lnTo>
                  <a:pt x="413" y="124"/>
                </a:lnTo>
                <a:lnTo>
                  <a:pt x="417" y="112"/>
                </a:lnTo>
                <a:lnTo>
                  <a:pt x="423" y="103"/>
                </a:lnTo>
                <a:lnTo>
                  <a:pt x="429" y="97"/>
                </a:lnTo>
                <a:lnTo>
                  <a:pt x="437" y="97"/>
                </a:lnTo>
                <a:lnTo>
                  <a:pt x="447" y="105"/>
                </a:lnTo>
                <a:lnTo>
                  <a:pt x="468" y="122"/>
                </a:lnTo>
                <a:lnTo>
                  <a:pt x="486" y="132"/>
                </a:lnTo>
                <a:lnTo>
                  <a:pt x="502" y="138"/>
                </a:lnTo>
                <a:lnTo>
                  <a:pt x="514" y="142"/>
                </a:lnTo>
                <a:lnTo>
                  <a:pt x="524" y="144"/>
                </a:lnTo>
                <a:lnTo>
                  <a:pt x="537" y="148"/>
                </a:lnTo>
                <a:lnTo>
                  <a:pt x="549" y="154"/>
                </a:lnTo>
                <a:lnTo>
                  <a:pt x="559" y="164"/>
                </a:lnTo>
                <a:lnTo>
                  <a:pt x="565" y="177"/>
                </a:lnTo>
                <a:lnTo>
                  <a:pt x="561" y="191"/>
                </a:lnTo>
                <a:lnTo>
                  <a:pt x="553" y="207"/>
                </a:lnTo>
                <a:lnTo>
                  <a:pt x="543" y="221"/>
                </a:lnTo>
                <a:lnTo>
                  <a:pt x="531" y="232"/>
                </a:lnTo>
                <a:lnTo>
                  <a:pt x="524" y="240"/>
                </a:lnTo>
                <a:lnTo>
                  <a:pt x="520" y="242"/>
                </a:lnTo>
                <a:lnTo>
                  <a:pt x="524" y="242"/>
                </a:lnTo>
                <a:lnTo>
                  <a:pt x="533" y="242"/>
                </a:lnTo>
                <a:lnTo>
                  <a:pt x="543" y="240"/>
                </a:lnTo>
                <a:lnTo>
                  <a:pt x="555" y="242"/>
                </a:lnTo>
                <a:lnTo>
                  <a:pt x="561" y="246"/>
                </a:lnTo>
                <a:lnTo>
                  <a:pt x="561" y="252"/>
                </a:lnTo>
                <a:lnTo>
                  <a:pt x="555" y="262"/>
                </a:lnTo>
                <a:lnTo>
                  <a:pt x="543" y="270"/>
                </a:lnTo>
                <a:lnTo>
                  <a:pt x="529" y="278"/>
                </a:lnTo>
                <a:lnTo>
                  <a:pt x="516" y="286"/>
                </a:lnTo>
                <a:lnTo>
                  <a:pt x="506" y="290"/>
                </a:lnTo>
                <a:lnTo>
                  <a:pt x="502" y="292"/>
                </a:lnTo>
                <a:lnTo>
                  <a:pt x="506" y="292"/>
                </a:lnTo>
                <a:lnTo>
                  <a:pt x="516" y="295"/>
                </a:lnTo>
                <a:lnTo>
                  <a:pt x="528" y="303"/>
                </a:lnTo>
                <a:lnTo>
                  <a:pt x="537" y="315"/>
                </a:lnTo>
                <a:lnTo>
                  <a:pt x="541" y="329"/>
                </a:lnTo>
                <a:lnTo>
                  <a:pt x="543" y="353"/>
                </a:lnTo>
                <a:lnTo>
                  <a:pt x="543" y="374"/>
                </a:lnTo>
                <a:lnTo>
                  <a:pt x="549" y="396"/>
                </a:lnTo>
                <a:lnTo>
                  <a:pt x="555" y="408"/>
                </a:lnTo>
                <a:lnTo>
                  <a:pt x="561" y="418"/>
                </a:lnTo>
                <a:lnTo>
                  <a:pt x="565" y="425"/>
                </a:lnTo>
                <a:lnTo>
                  <a:pt x="563" y="435"/>
                </a:lnTo>
                <a:lnTo>
                  <a:pt x="553" y="445"/>
                </a:lnTo>
                <a:lnTo>
                  <a:pt x="541" y="451"/>
                </a:lnTo>
                <a:lnTo>
                  <a:pt x="528" y="449"/>
                </a:lnTo>
                <a:lnTo>
                  <a:pt x="514" y="445"/>
                </a:lnTo>
                <a:lnTo>
                  <a:pt x="502" y="441"/>
                </a:lnTo>
                <a:lnTo>
                  <a:pt x="490" y="443"/>
                </a:lnTo>
                <a:lnTo>
                  <a:pt x="482" y="453"/>
                </a:lnTo>
                <a:lnTo>
                  <a:pt x="476" y="465"/>
                </a:lnTo>
                <a:lnTo>
                  <a:pt x="474" y="479"/>
                </a:lnTo>
                <a:lnTo>
                  <a:pt x="472" y="492"/>
                </a:lnTo>
                <a:lnTo>
                  <a:pt x="470" y="506"/>
                </a:lnTo>
                <a:lnTo>
                  <a:pt x="463" y="518"/>
                </a:lnTo>
                <a:lnTo>
                  <a:pt x="457" y="532"/>
                </a:lnTo>
                <a:lnTo>
                  <a:pt x="449" y="545"/>
                </a:lnTo>
                <a:lnTo>
                  <a:pt x="447" y="567"/>
                </a:lnTo>
                <a:lnTo>
                  <a:pt x="445" y="587"/>
                </a:lnTo>
                <a:lnTo>
                  <a:pt x="445" y="599"/>
                </a:lnTo>
                <a:lnTo>
                  <a:pt x="445" y="604"/>
                </a:lnTo>
                <a:lnTo>
                  <a:pt x="445" y="606"/>
                </a:lnTo>
                <a:lnTo>
                  <a:pt x="405" y="634"/>
                </a:lnTo>
                <a:lnTo>
                  <a:pt x="382" y="610"/>
                </a:lnTo>
                <a:lnTo>
                  <a:pt x="350" y="634"/>
                </a:lnTo>
                <a:lnTo>
                  <a:pt x="317" y="638"/>
                </a:lnTo>
                <a:lnTo>
                  <a:pt x="274" y="595"/>
                </a:lnTo>
                <a:lnTo>
                  <a:pt x="234" y="638"/>
                </a:lnTo>
                <a:lnTo>
                  <a:pt x="185" y="622"/>
                </a:lnTo>
                <a:lnTo>
                  <a:pt x="146" y="565"/>
                </a:lnTo>
                <a:lnTo>
                  <a:pt x="140" y="514"/>
                </a:lnTo>
                <a:lnTo>
                  <a:pt x="91" y="514"/>
                </a:lnTo>
                <a:lnTo>
                  <a:pt x="77" y="453"/>
                </a:lnTo>
                <a:lnTo>
                  <a:pt x="0" y="394"/>
                </a:lnTo>
                <a:lnTo>
                  <a:pt x="18" y="333"/>
                </a:lnTo>
                <a:lnTo>
                  <a:pt x="77" y="272"/>
                </a:lnTo>
                <a:lnTo>
                  <a:pt x="106" y="199"/>
                </a:lnTo>
                <a:lnTo>
                  <a:pt x="134" y="156"/>
                </a:lnTo>
                <a:lnTo>
                  <a:pt x="165" y="144"/>
                </a:lnTo>
                <a:lnTo>
                  <a:pt x="144" y="101"/>
                </a:lnTo>
                <a:lnTo>
                  <a:pt x="183" y="51"/>
                </a:lnTo>
                <a:lnTo>
                  <a:pt x="179" y="8"/>
                </a:lnTo>
                <a:lnTo>
                  <a:pt x="224" y="0"/>
                </a:lnTo>
                <a:lnTo>
                  <a:pt x="252" y="34"/>
                </a:lnTo>
                <a:lnTo>
                  <a:pt x="301" y="30"/>
                </a:lnTo>
                <a:lnTo>
                  <a:pt x="344" y="20"/>
                </a:lnTo>
                <a:lnTo>
                  <a:pt x="384" y="4"/>
                </a:lnTo>
                <a:lnTo>
                  <a:pt x="415" y="22"/>
                </a:lnTo>
                <a:lnTo>
                  <a:pt x="433" y="44"/>
                </a:lnTo>
              </a:path>
            </a:pathLst>
          </a:custGeom>
          <a:solidFill>
            <a:schemeClr val="bg1">
              <a:lumMod val="75000"/>
            </a:schemeClr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</p:spPr>
        <p:txBody>
          <a:bodyPr lIns="89310" tIns="44655" rIns="89310" bIns="44655"/>
          <a:lstStyle/>
          <a:p>
            <a:endParaRPr lang="zh-CN" altLang="en-US" sz="1805"/>
          </a:p>
        </p:txBody>
      </p:sp>
      <p:cxnSp>
        <p:nvCxnSpPr>
          <p:cNvPr id="111" name="直接连接符 93"/>
          <p:cNvCxnSpPr/>
          <p:nvPr/>
        </p:nvCxnSpPr>
        <p:spPr>
          <a:xfrm>
            <a:off x="5793746" y="3089496"/>
            <a:ext cx="246609" cy="242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94"/>
          <p:cNvCxnSpPr/>
          <p:nvPr/>
        </p:nvCxnSpPr>
        <p:spPr>
          <a:xfrm>
            <a:off x="6040356" y="3332126"/>
            <a:ext cx="219988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95"/>
          <p:cNvCxnSpPr/>
          <p:nvPr/>
        </p:nvCxnSpPr>
        <p:spPr>
          <a:xfrm>
            <a:off x="5585199" y="3587078"/>
            <a:ext cx="246609" cy="242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96"/>
          <p:cNvCxnSpPr/>
          <p:nvPr/>
        </p:nvCxnSpPr>
        <p:spPr>
          <a:xfrm>
            <a:off x="5831809" y="3829708"/>
            <a:ext cx="240842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97"/>
          <p:cNvCxnSpPr/>
          <p:nvPr/>
        </p:nvCxnSpPr>
        <p:spPr>
          <a:xfrm flipV="1">
            <a:off x="5731376" y="4477835"/>
            <a:ext cx="308978" cy="1999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98"/>
          <p:cNvCxnSpPr/>
          <p:nvPr/>
        </p:nvCxnSpPr>
        <p:spPr>
          <a:xfrm>
            <a:off x="6040356" y="4477835"/>
            <a:ext cx="219988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99"/>
          <p:cNvCxnSpPr/>
          <p:nvPr/>
        </p:nvCxnSpPr>
        <p:spPr>
          <a:xfrm>
            <a:off x="5087710" y="5602616"/>
            <a:ext cx="246609" cy="242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00"/>
          <p:cNvCxnSpPr/>
          <p:nvPr/>
        </p:nvCxnSpPr>
        <p:spPr>
          <a:xfrm>
            <a:off x="5334319" y="5845245"/>
            <a:ext cx="279527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标注 105"/>
          <p:cNvSpPr/>
          <p:nvPr/>
        </p:nvSpPr>
        <p:spPr>
          <a:xfrm>
            <a:off x="8746947" y="2279628"/>
            <a:ext cx="2833133" cy="3807247"/>
          </a:xfrm>
          <a:prstGeom prst="wedgeRectCallout">
            <a:avLst>
              <a:gd name="adj1" fmla="val -72333"/>
              <a:gd name="adj2" fmla="val 19715"/>
            </a:avLst>
          </a:prstGeom>
          <a:solidFill>
            <a:srgbClr val="0038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310" tIns="44655" rIns="89310" bIns="44655" rtlCol="0" anchor="ctr"/>
          <a:lstStyle/>
          <a:p>
            <a:pPr algn="ctr"/>
            <a:endParaRPr lang="zh-CN" altLang="en-US" sz="1805"/>
          </a:p>
        </p:txBody>
      </p:sp>
      <p:sp>
        <p:nvSpPr>
          <p:cNvPr id="121" name="矩形 120"/>
          <p:cNvSpPr/>
          <p:nvPr/>
        </p:nvSpPr>
        <p:spPr>
          <a:xfrm>
            <a:off x="8925560" y="2538730"/>
            <a:ext cx="2518410" cy="324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kern="0" dirty="0">
                <a:solidFill>
                  <a:schemeClr val="bg1"/>
                </a:solidFill>
                <a:latin typeface="Arial Bold" panose="020B0604020202090204" charset="0"/>
                <a:ea typeface="Microsoft YaHei" charset="-122"/>
                <a:cs typeface="Arial Bold" panose="020B0604020202090204" charset="0"/>
              </a:rPr>
              <a:t>Text</a:t>
            </a:r>
          </a:p>
        </p:txBody>
      </p:sp>
      <p:sp>
        <p:nvSpPr>
          <p:cNvPr id="122" name="矩形 121"/>
          <p:cNvSpPr/>
          <p:nvPr/>
        </p:nvSpPr>
        <p:spPr>
          <a:xfrm>
            <a:off x="6462395" y="3393440"/>
            <a:ext cx="91694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 Bold" panose="020B0604020202090204" charset="0"/>
                <a:ea typeface="Microsoft YaHei" charset="-122"/>
                <a:cs typeface="Arial Bold" panose="020B0604020202090204" charset="0"/>
              </a:rPr>
              <a:t>Title</a:t>
            </a:r>
          </a:p>
        </p:txBody>
      </p:sp>
      <p:sp>
        <p:nvSpPr>
          <p:cNvPr id="123" name="矩形 122"/>
          <p:cNvSpPr/>
          <p:nvPr/>
        </p:nvSpPr>
        <p:spPr>
          <a:xfrm>
            <a:off x="6462395" y="3990975"/>
            <a:ext cx="91694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 Bold" panose="020B0604020202090204" charset="0"/>
                <a:ea typeface="Microsoft YaHei" charset="-122"/>
                <a:cs typeface="Arial Bold" panose="020B0604020202090204" charset="0"/>
              </a:rPr>
              <a:t>Title</a:t>
            </a:r>
          </a:p>
        </p:txBody>
      </p:sp>
      <p:sp>
        <p:nvSpPr>
          <p:cNvPr id="124" name="矩形 123"/>
          <p:cNvSpPr/>
          <p:nvPr/>
        </p:nvSpPr>
        <p:spPr>
          <a:xfrm>
            <a:off x="6438265" y="5391150"/>
            <a:ext cx="91694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 Bold" panose="020B0604020202090204" charset="0"/>
                <a:ea typeface="Microsoft YaHei" charset="-122"/>
                <a:cs typeface="Arial Bold" panose="020B0604020202090204" charset="0"/>
              </a:rPr>
              <a:t>Title</a:t>
            </a:r>
          </a:p>
        </p:txBody>
      </p:sp>
      <p:pic>
        <p:nvPicPr>
          <p:cNvPr id="2" name="圖片 1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群組 32"/>
          <p:cNvGrpSpPr/>
          <p:nvPr/>
        </p:nvGrpSpPr>
        <p:grpSpPr>
          <a:xfrm>
            <a:off x="7976870" y="1284605"/>
            <a:ext cx="2811145" cy="768350"/>
            <a:chOff x="9739" y="3037"/>
            <a:chExt cx="8133" cy="1210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976870" y="4212590"/>
            <a:ext cx="2811145" cy="768350"/>
            <a:chOff x="9739" y="3037"/>
            <a:chExt cx="8133" cy="1210"/>
          </a:xfrm>
        </p:grpSpPr>
        <p:sp>
          <p:nvSpPr>
            <p:cNvPr id="8" name="矩形 7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927735" y="2312035"/>
            <a:ext cx="2811145" cy="768350"/>
            <a:chOff x="9739" y="3037"/>
            <a:chExt cx="8133" cy="1210"/>
          </a:xfrm>
        </p:grpSpPr>
        <p:sp>
          <p:nvSpPr>
            <p:cNvPr id="15" name="矩形 14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927735" y="1724660"/>
            <a:ext cx="9724390" cy="4302125"/>
            <a:chOff x="2188" y="3339"/>
            <a:chExt cx="14353" cy="6152"/>
          </a:xfrm>
        </p:grpSpPr>
        <p:grpSp>
          <p:nvGrpSpPr>
            <p:cNvPr id="21" name="组合 38"/>
            <p:cNvGrpSpPr/>
            <p:nvPr/>
          </p:nvGrpSpPr>
          <p:grpSpPr>
            <a:xfrm>
              <a:off x="9054" y="7458"/>
              <a:ext cx="1827" cy="1807"/>
              <a:chOff x="4305571" y="3574858"/>
              <a:chExt cx="890588" cy="881062"/>
            </a:xfrm>
            <a:solidFill>
              <a:srgbClr val="003879"/>
            </a:solidFill>
          </p:grpSpPr>
          <p:sp>
            <p:nvSpPr>
              <p:cNvPr id="22" name="Freeform 15"/>
              <p:cNvSpPr>
                <a:spLocks noEditPoints="1"/>
              </p:cNvSpPr>
              <p:nvPr/>
            </p:nvSpPr>
            <p:spPr bwMode="auto">
              <a:xfrm>
                <a:off x="4305571" y="3574858"/>
                <a:ext cx="890588" cy="881062"/>
              </a:xfrm>
              <a:custGeom>
                <a:avLst/>
                <a:gdLst>
                  <a:gd name="T0" fmla="*/ 54 w 95"/>
                  <a:gd name="T1" fmla="*/ 94 h 94"/>
                  <a:gd name="T2" fmla="*/ 56 w 95"/>
                  <a:gd name="T3" fmla="*/ 81 h 94"/>
                  <a:gd name="T4" fmla="*/ 66 w 95"/>
                  <a:gd name="T5" fmla="*/ 78 h 94"/>
                  <a:gd name="T6" fmla="*/ 76 w 95"/>
                  <a:gd name="T7" fmla="*/ 85 h 94"/>
                  <a:gd name="T8" fmla="*/ 86 w 95"/>
                  <a:gd name="T9" fmla="*/ 75 h 94"/>
                  <a:gd name="T10" fmla="*/ 78 w 95"/>
                  <a:gd name="T11" fmla="*/ 65 h 94"/>
                  <a:gd name="T12" fmla="*/ 82 w 95"/>
                  <a:gd name="T13" fmla="*/ 56 h 94"/>
                  <a:gd name="T14" fmla="*/ 95 w 95"/>
                  <a:gd name="T15" fmla="*/ 54 h 94"/>
                  <a:gd name="T16" fmla="*/ 95 w 95"/>
                  <a:gd name="T17" fmla="*/ 40 h 94"/>
                  <a:gd name="T18" fmla="*/ 82 w 95"/>
                  <a:gd name="T19" fmla="*/ 38 h 94"/>
                  <a:gd name="T20" fmla="*/ 82 w 95"/>
                  <a:gd name="T21" fmla="*/ 37 h 94"/>
                  <a:gd name="T22" fmla="*/ 82 w 95"/>
                  <a:gd name="T23" fmla="*/ 37 h 94"/>
                  <a:gd name="T24" fmla="*/ 80 w 95"/>
                  <a:gd name="T25" fmla="*/ 33 h 94"/>
                  <a:gd name="T26" fmla="*/ 80 w 95"/>
                  <a:gd name="T27" fmla="*/ 31 h 94"/>
                  <a:gd name="T28" fmla="*/ 80 w 95"/>
                  <a:gd name="T29" fmla="*/ 31 h 94"/>
                  <a:gd name="T30" fmla="*/ 78 w 95"/>
                  <a:gd name="T31" fmla="*/ 29 h 94"/>
                  <a:gd name="T32" fmla="*/ 86 w 95"/>
                  <a:gd name="T33" fmla="*/ 18 h 94"/>
                  <a:gd name="T34" fmla="*/ 76 w 95"/>
                  <a:gd name="T35" fmla="*/ 9 h 94"/>
                  <a:gd name="T36" fmla="*/ 66 w 95"/>
                  <a:gd name="T37" fmla="*/ 16 h 94"/>
                  <a:gd name="T38" fmla="*/ 56 w 95"/>
                  <a:gd name="T39" fmla="*/ 12 h 94"/>
                  <a:gd name="T40" fmla="*/ 54 w 95"/>
                  <a:gd name="T41" fmla="*/ 0 h 94"/>
                  <a:gd name="T42" fmla="*/ 41 w 95"/>
                  <a:gd name="T43" fmla="*/ 0 h 94"/>
                  <a:gd name="T44" fmla="*/ 38 w 95"/>
                  <a:gd name="T45" fmla="*/ 12 h 94"/>
                  <a:gd name="T46" fmla="*/ 29 w 95"/>
                  <a:gd name="T47" fmla="*/ 16 h 94"/>
                  <a:gd name="T48" fmla="*/ 19 w 95"/>
                  <a:gd name="T49" fmla="*/ 9 h 94"/>
                  <a:gd name="T50" fmla="*/ 9 w 95"/>
                  <a:gd name="T51" fmla="*/ 18 h 94"/>
                  <a:gd name="T52" fmla="*/ 17 w 95"/>
                  <a:gd name="T53" fmla="*/ 29 h 94"/>
                  <a:gd name="T54" fmla="*/ 13 w 95"/>
                  <a:gd name="T55" fmla="*/ 38 h 94"/>
                  <a:gd name="T56" fmla="*/ 0 w 95"/>
                  <a:gd name="T57" fmla="*/ 40 h 94"/>
                  <a:gd name="T58" fmla="*/ 0 w 95"/>
                  <a:gd name="T59" fmla="*/ 54 h 94"/>
                  <a:gd name="T60" fmla="*/ 13 w 95"/>
                  <a:gd name="T61" fmla="*/ 56 h 94"/>
                  <a:gd name="T62" fmla="*/ 16 w 95"/>
                  <a:gd name="T63" fmla="*/ 65 h 94"/>
                  <a:gd name="T64" fmla="*/ 9 w 95"/>
                  <a:gd name="T65" fmla="*/ 75 h 94"/>
                  <a:gd name="T66" fmla="*/ 19 w 95"/>
                  <a:gd name="T67" fmla="*/ 85 h 94"/>
                  <a:gd name="T68" fmla="*/ 29 w 95"/>
                  <a:gd name="T69" fmla="*/ 78 h 94"/>
                  <a:gd name="T70" fmla="*/ 38 w 95"/>
                  <a:gd name="T71" fmla="*/ 82 h 94"/>
                  <a:gd name="T72" fmla="*/ 41 w 95"/>
                  <a:gd name="T73" fmla="*/ 94 h 94"/>
                  <a:gd name="T74" fmla="*/ 54 w 95"/>
                  <a:gd name="T75" fmla="*/ 94 h 94"/>
                  <a:gd name="T76" fmla="*/ 72 w 95"/>
                  <a:gd name="T77" fmla="*/ 43 h 94"/>
                  <a:gd name="T78" fmla="*/ 51 w 95"/>
                  <a:gd name="T79" fmla="*/ 72 h 94"/>
                  <a:gd name="T80" fmla="*/ 22 w 95"/>
                  <a:gd name="T81" fmla="*/ 50 h 94"/>
                  <a:gd name="T82" fmla="*/ 44 w 95"/>
                  <a:gd name="T83" fmla="*/ 22 h 94"/>
                  <a:gd name="T84" fmla="*/ 56 w 95"/>
                  <a:gd name="T85" fmla="*/ 23 h 94"/>
                  <a:gd name="T86" fmla="*/ 56 w 95"/>
                  <a:gd name="T87" fmla="*/ 23 h 94"/>
                  <a:gd name="T88" fmla="*/ 65 w 95"/>
                  <a:gd name="T89" fmla="*/ 29 h 94"/>
                  <a:gd name="T90" fmla="*/ 69 w 95"/>
                  <a:gd name="T91" fmla="*/ 34 h 94"/>
                  <a:gd name="T92" fmla="*/ 72 w 95"/>
                  <a:gd name="T93" fmla="*/ 4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5" h="94">
                    <a:moveTo>
                      <a:pt x="54" y="94"/>
                    </a:moveTo>
                    <a:cubicBezTo>
                      <a:pt x="56" y="81"/>
                      <a:pt x="56" y="81"/>
                      <a:pt x="56" y="81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86" y="75"/>
                      <a:pt x="86" y="75"/>
                      <a:pt x="86" y="75"/>
                    </a:cubicBezTo>
                    <a:cubicBezTo>
                      <a:pt x="78" y="65"/>
                      <a:pt x="78" y="65"/>
                      <a:pt x="78" y="65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82" y="38"/>
                      <a:pt x="82" y="38"/>
                      <a:pt x="82" y="38"/>
                    </a:cubicBezTo>
                    <a:cubicBezTo>
                      <a:pt x="82" y="37"/>
                      <a:pt x="82" y="37"/>
                      <a:pt x="82" y="37"/>
                    </a:cubicBezTo>
                    <a:cubicBezTo>
                      <a:pt x="82" y="37"/>
                      <a:pt x="82" y="37"/>
                      <a:pt x="82" y="37"/>
                    </a:cubicBezTo>
                    <a:cubicBezTo>
                      <a:pt x="80" y="33"/>
                      <a:pt x="80" y="33"/>
                      <a:pt x="80" y="33"/>
                    </a:cubicBezTo>
                    <a:cubicBezTo>
                      <a:pt x="80" y="31"/>
                      <a:pt x="80" y="31"/>
                      <a:pt x="80" y="31"/>
                    </a:cubicBezTo>
                    <a:cubicBezTo>
                      <a:pt x="80" y="31"/>
                      <a:pt x="80" y="31"/>
                      <a:pt x="80" y="31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66" y="16"/>
                      <a:pt x="66" y="16"/>
                      <a:pt x="66" y="16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8" y="12"/>
                      <a:pt x="38" y="12"/>
                      <a:pt x="38" y="12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6" y="65"/>
                      <a:pt x="16" y="65"/>
                      <a:pt x="16" y="65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9" y="85"/>
                      <a:pt x="19" y="85"/>
                      <a:pt x="19" y="85"/>
                    </a:cubicBezTo>
                    <a:cubicBezTo>
                      <a:pt x="29" y="78"/>
                      <a:pt x="29" y="78"/>
                      <a:pt x="29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1" y="94"/>
                      <a:pt x="41" y="94"/>
                      <a:pt x="41" y="94"/>
                    </a:cubicBezTo>
                    <a:cubicBezTo>
                      <a:pt x="54" y="94"/>
                      <a:pt x="54" y="94"/>
                      <a:pt x="54" y="94"/>
                    </a:cubicBezTo>
                    <a:close/>
                    <a:moveTo>
                      <a:pt x="72" y="43"/>
                    </a:moveTo>
                    <a:cubicBezTo>
                      <a:pt x="74" y="57"/>
                      <a:pt x="65" y="70"/>
                      <a:pt x="51" y="72"/>
                    </a:cubicBezTo>
                    <a:cubicBezTo>
                      <a:pt x="37" y="74"/>
                      <a:pt x="24" y="64"/>
                      <a:pt x="22" y="50"/>
                    </a:cubicBezTo>
                    <a:cubicBezTo>
                      <a:pt x="21" y="36"/>
                      <a:pt x="30" y="24"/>
                      <a:pt x="44" y="22"/>
                    </a:cubicBezTo>
                    <a:cubicBezTo>
                      <a:pt x="48" y="21"/>
                      <a:pt x="52" y="22"/>
                      <a:pt x="56" y="23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59" y="24"/>
                      <a:pt x="63" y="26"/>
                      <a:pt x="65" y="29"/>
                    </a:cubicBezTo>
                    <a:cubicBezTo>
                      <a:pt x="67" y="30"/>
                      <a:pt x="68" y="32"/>
                      <a:pt x="69" y="34"/>
                    </a:cubicBezTo>
                    <a:cubicBezTo>
                      <a:pt x="71" y="37"/>
                      <a:pt x="72" y="40"/>
                      <a:pt x="72" y="4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19101" tIns="59550" rIns="119101" bIns="59550" numCol="1" anchor="t" anchorCtr="0" compatLnSpc="1"/>
              <a:lstStyle/>
              <a:p>
                <a:endParaRPr lang="zh-CN" altLang="en-US" sz="1805">
                  <a:solidFill>
                    <a:schemeClr val="bg1">
                      <a:lumMod val="65000"/>
                    </a:schemeClr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3" name="Freeform 16"/>
              <p:cNvSpPr>
                <a:spLocks noEditPoints="1"/>
              </p:cNvSpPr>
              <p:nvPr/>
            </p:nvSpPr>
            <p:spPr bwMode="auto">
              <a:xfrm>
                <a:off x="4605608" y="3836795"/>
                <a:ext cx="290513" cy="328612"/>
              </a:xfrm>
              <a:custGeom>
                <a:avLst/>
                <a:gdLst>
                  <a:gd name="T0" fmla="*/ 15 w 31"/>
                  <a:gd name="T1" fmla="*/ 0 h 35"/>
                  <a:gd name="T2" fmla="*/ 24 w 31"/>
                  <a:gd name="T3" fmla="*/ 8 h 35"/>
                  <a:gd name="T4" fmla="*/ 15 w 31"/>
                  <a:gd name="T5" fmla="*/ 17 h 35"/>
                  <a:gd name="T6" fmla="*/ 7 w 31"/>
                  <a:gd name="T7" fmla="*/ 8 h 35"/>
                  <a:gd name="T8" fmla="*/ 15 w 31"/>
                  <a:gd name="T9" fmla="*/ 0 h 35"/>
                  <a:gd name="T10" fmla="*/ 6 w 31"/>
                  <a:gd name="T11" fmla="*/ 19 h 35"/>
                  <a:gd name="T12" fmla="*/ 10 w 31"/>
                  <a:gd name="T13" fmla="*/ 19 h 35"/>
                  <a:gd name="T14" fmla="*/ 14 w 31"/>
                  <a:gd name="T15" fmla="*/ 24 h 35"/>
                  <a:gd name="T16" fmla="*/ 17 w 31"/>
                  <a:gd name="T17" fmla="*/ 24 h 35"/>
                  <a:gd name="T18" fmla="*/ 21 w 31"/>
                  <a:gd name="T19" fmla="*/ 19 h 35"/>
                  <a:gd name="T20" fmla="*/ 24 w 31"/>
                  <a:gd name="T21" fmla="*/ 19 h 35"/>
                  <a:gd name="T22" fmla="*/ 31 w 31"/>
                  <a:gd name="T23" fmla="*/ 25 h 35"/>
                  <a:gd name="T24" fmla="*/ 31 w 31"/>
                  <a:gd name="T25" fmla="*/ 35 h 35"/>
                  <a:gd name="T26" fmla="*/ 0 w 31"/>
                  <a:gd name="T27" fmla="*/ 35 h 35"/>
                  <a:gd name="T28" fmla="*/ 0 w 31"/>
                  <a:gd name="T29" fmla="*/ 25 h 35"/>
                  <a:gd name="T30" fmla="*/ 6 w 31"/>
                  <a:gd name="T31" fmla="*/ 1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15" y="0"/>
                    </a:moveTo>
                    <a:cubicBezTo>
                      <a:pt x="20" y="0"/>
                      <a:pt x="24" y="4"/>
                      <a:pt x="24" y="8"/>
                    </a:cubicBezTo>
                    <a:cubicBezTo>
                      <a:pt x="24" y="13"/>
                      <a:pt x="20" y="17"/>
                      <a:pt x="15" y="17"/>
                    </a:cubicBezTo>
                    <a:cubicBezTo>
                      <a:pt x="11" y="17"/>
                      <a:pt x="7" y="13"/>
                      <a:pt x="7" y="8"/>
                    </a:cubicBezTo>
                    <a:cubicBezTo>
                      <a:pt x="7" y="4"/>
                      <a:pt x="11" y="0"/>
                      <a:pt x="15" y="0"/>
                    </a:cubicBezTo>
                    <a:close/>
                    <a:moveTo>
                      <a:pt x="6" y="19"/>
                    </a:moveTo>
                    <a:cubicBezTo>
                      <a:pt x="10" y="19"/>
                      <a:pt x="10" y="19"/>
                      <a:pt x="10" y="19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6"/>
                      <a:pt x="16" y="26"/>
                      <a:pt x="17" y="24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8" y="19"/>
                      <a:pt x="31" y="21"/>
                      <a:pt x="31" y="25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26" y="35"/>
                      <a:pt x="5" y="35"/>
                      <a:pt x="0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1"/>
                      <a:pt x="3" y="19"/>
                      <a:pt x="6" y="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19101" tIns="59550" rIns="119101" bIns="59550" numCol="1" anchor="t" anchorCtr="0" compatLnSpc="1"/>
              <a:lstStyle/>
              <a:p>
                <a:endParaRPr lang="zh-CN" altLang="en-US" sz="1805">
                  <a:solidFill>
                    <a:schemeClr val="bg1">
                      <a:lumMod val="65000"/>
                    </a:schemeClr>
                  </a:solidFill>
                  <a:latin typeface="Microsoft YaHei" charset="-122"/>
                  <a:ea typeface="Microsoft YaHei" charset="-122"/>
                </a:endParaRPr>
              </a:p>
            </p:txBody>
          </p:sp>
        </p:grpSp>
        <p:grpSp>
          <p:nvGrpSpPr>
            <p:cNvPr id="24" name="组合 2"/>
            <p:cNvGrpSpPr/>
            <p:nvPr/>
          </p:nvGrpSpPr>
          <p:grpSpPr>
            <a:xfrm>
              <a:off x="9054" y="3339"/>
              <a:ext cx="1807" cy="1830"/>
              <a:chOff x="4305571" y="1566670"/>
              <a:chExt cx="881063" cy="892175"/>
            </a:xfrm>
            <a:solidFill>
              <a:srgbClr val="003879"/>
            </a:solidFill>
          </p:grpSpPr>
          <p:sp>
            <p:nvSpPr>
              <p:cNvPr id="25" name="Freeform 17"/>
              <p:cNvSpPr>
                <a:spLocks noEditPoints="1"/>
              </p:cNvSpPr>
              <p:nvPr/>
            </p:nvSpPr>
            <p:spPr bwMode="auto">
              <a:xfrm>
                <a:off x="4305571" y="1566670"/>
                <a:ext cx="881063" cy="892175"/>
              </a:xfrm>
              <a:custGeom>
                <a:avLst/>
                <a:gdLst>
                  <a:gd name="T0" fmla="*/ 54 w 94"/>
                  <a:gd name="T1" fmla="*/ 95 h 95"/>
                  <a:gd name="T2" fmla="*/ 56 w 94"/>
                  <a:gd name="T3" fmla="*/ 82 h 95"/>
                  <a:gd name="T4" fmla="*/ 65 w 94"/>
                  <a:gd name="T5" fmla="*/ 78 h 95"/>
                  <a:gd name="T6" fmla="*/ 75 w 94"/>
                  <a:gd name="T7" fmla="*/ 86 h 95"/>
                  <a:gd name="T8" fmla="*/ 85 w 94"/>
                  <a:gd name="T9" fmla="*/ 76 h 95"/>
                  <a:gd name="T10" fmla="*/ 78 w 94"/>
                  <a:gd name="T11" fmla="*/ 66 h 95"/>
                  <a:gd name="T12" fmla="*/ 82 w 94"/>
                  <a:gd name="T13" fmla="*/ 56 h 95"/>
                  <a:gd name="T14" fmla="*/ 94 w 94"/>
                  <a:gd name="T15" fmla="*/ 54 h 95"/>
                  <a:gd name="T16" fmla="*/ 94 w 94"/>
                  <a:gd name="T17" fmla="*/ 41 h 95"/>
                  <a:gd name="T18" fmla="*/ 82 w 94"/>
                  <a:gd name="T19" fmla="*/ 38 h 95"/>
                  <a:gd name="T20" fmla="*/ 81 w 94"/>
                  <a:gd name="T21" fmla="*/ 37 h 95"/>
                  <a:gd name="T22" fmla="*/ 81 w 94"/>
                  <a:gd name="T23" fmla="*/ 37 h 95"/>
                  <a:gd name="T24" fmla="*/ 80 w 94"/>
                  <a:gd name="T25" fmla="*/ 34 h 95"/>
                  <a:gd name="T26" fmla="*/ 79 w 94"/>
                  <a:gd name="T27" fmla="*/ 32 h 95"/>
                  <a:gd name="T28" fmla="*/ 79 w 94"/>
                  <a:gd name="T29" fmla="*/ 32 h 95"/>
                  <a:gd name="T30" fmla="*/ 78 w 94"/>
                  <a:gd name="T31" fmla="*/ 29 h 95"/>
                  <a:gd name="T32" fmla="*/ 85 w 94"/>
                  <a:gd name="T33" fmla="*/ 19 h 95"/>
                  <a:gd name="T34" fmla="*/ 75 w 94"/>
                  <a:gd name="T35" fmla="*/ 9 h 95"/>
                  <a:gd name="T36" fmla="*/ 65 w 94"/>
                  <a:gd name="T37" fmla="*/ 16 h 95"/>
                  <a:gd name="T38" fmla="*/ 56 w 94"/>
                  <a:gd name="T39" fmla="*/ 13 h 95"/>
                  <a:gd name="T40" fmla="*/ 54 w 94"/>
                  <a:gd name="T41" fmla="*/ 0 h 95"/>
                  <a:gd name="T42" fmla="*/ 40 w 94"/>
                  <a:gd name="T43" fmla="*/ 0 h 95"/>
                  <a:gd name="T44" fmla="*/ 38 w 94"/>
                  <a:gd name="T45" fmla="*/ 13 h 95"/>
                  <a:gd name="T46" fmla="*/ 29 w 94"/>
                  <a:gd name="T47" fmla="*/ 16 h 95"/>
                  <a:gd name="T48" fmla="*/ 18 w 94"/>
                  <a:gd name="T49" fmla="*/ 9 h 95"/>
                  <a:gd name="T50" fmla="*/ 9 w 94"/>
                  <a:gd name="T51" fmla="*/ 19 h 95"/>
                  <a:gd name="T52" fmla="*/ 16 w 94"/>
                  <a:gd name="T53" fmla="*/ 29 h 95"/>
                  <a:gd name="T54" fmla="*/ 12 w 94"/>
                  <a:gd name="T55" fmla="*/ 38 h 95"/>
                  <a:gd name="T56" fmla="*/ 0 w 94"/>
                  <a:gd name="T57" fmla="*/ 41 h 95"/>
                  <a:gd name="T58" fmla="*/ 0 w 94"/>
                  <a:gd name="T59" fmla="*/ 54 h 95"/>
                  <a:gd name="T60" fmla="*/ 12 w 94"/>
                  <a:gd name="T61" fmla="*/ 56 h 95"/>
                  <a:gd name="T62" fmla="*/ 16 w 94"/>
                  <a:gd name="T63" fmla="*/ 66 h 95"/>
                  <a:gd name="T64" fmla="*/ 9 w 94"/>
                  <a:gd name="T65" fmla="*/ 76 h 95"/>
                  <a:gd name="T66" fmla="*/ 18 w 94"/>
                  <a:gd name="T67" fmla="*/ 86 h 95"/>
                  <a:gd name="T68" fmla="*/ 29 w 94"/>
                  <a:gd name="T69" fmla="*/ 78 h 95"/>
                  <a:gd name="T70" fmla="*/ 38 w 94"/>
                  <a:gd name="T71" fmla="*/ 82 h 95"/>
                  <a:gd name="T72" fmla="*/ 40 w 94"/>
                  <a:gd name="T73" fmla="*/ 95 h 95"/>
                  <a:gd name="T74" fmla="*/ 54 w 94"/>
                  <a:gd name="T75" fmla="*/ 95 h 95"/>
                  <a:gd name="T76" fmla="*/ 72 w 94"/>
                  <a:gd name="T77" fmla="*/ 44 h 95"/>
                  <a:gd name="T78" fmla="*/ 50 w 94"/>
                  <a:gd name="T79" fmla="*/ 72 h 95"/>
                  <a:gd name="T80" fmla="*/ 22 w 94"/>
                  <a:gd name="T81" fmla="*/ 51 h 95"/>
                  <a:gd name="T82" fmla="*/ 44 w 94"/>
                  <a:gd name="T83" fmla="*/ 22 h 95"/>
                  <a:gd name="T84" fmla="*/ 55 w 94"/>
                  <a:gd name="T85" fmla="*/ 24 h 95"/>
                  <a:gd name="T86" fmla="*/ 55 w 94"/>
                  <a:gd name="T87" fmla="*/ 24 h 95"/>
                  <a:gd name="T88" fmla="*/ 65 w 94"/>
                  <a:gd name="T89" fmla="*/ 30 h 95"/>
                  <a:gd name="T90" fmla="*/ 69 w 94"/>
                  <a:gd name="T91" fmla="*/ 35 h 95"/>
                  <a:gd name="T92" fmla="*/ 72 w 94"/>
                  <a:gd name="T93" fmla="*/ 4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4" h="95">
                    <a:moveTo>
                      <a:pt x="54" y="95"/>
                    </a:moveTo>
                    <a:cubicBezTo>
                      <a:pt x="56" y="82"/>
                      <a:pt x="56" y="82"/>
                      <a:pt x="56" y="82"/>
                    </a:cubicBezTo>
                    <a:cubicBezTo>
                      <a:pt x="65" y="78"/>
                      <a:pt x="65" y="78"/>
                      <a:pt x="65" y="78"/>
                    </a:cubicBezTo>
                    <a:cubicBezTo>
                      <a:pt x="75" y="86"/>
                      <a:pt x="75" y="86"/>
                      <a:pt x="75" y="86"/>
                    </a:cubicBezTo>
                    <a:cubicBezTo>
                      <a:pt x="85" y="76"/>
                      <a:pt x="85" y="76"/>
                      <a:pt x="85" y="76"/>
                    </a:cubicBezTo>
                    <a:cubicBezTo>
                      <a:pt x="78" y="66"/>
                      <a:pt x="78" y="66"/>
                      <a:pt x="78" y="6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4" y="54"/>
                      <a:pt x="94" y="54"/>
                      <a:pt x="94" y="54"/>
                    </a:cubicBezTo>
                    <a:cubicBezTo>
                      <a:pt x="94" y="41"/>
                      <a:pt x="94" y="41"/>
                      <a:pt x="94" y="41"/>
                    </a:cubicBezTo>
                    <a:cubicBezTo>
                      <a:pt x="82" y="38"/>
                      <a:pt x="82" y="38"/>
                      <a:pt x="82" y="38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80" y="34"/>
                      <a:pt x="80" y="34"/>
                      <a:pt x="80" y="34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12" y="56"/>
                      <a:pt x="12" y="56"/>
                      <a:pt x="12" y="56"/>
                    </a:cubicBezTo>
                    <a:cubicBezTo>
                      <a:pt x="16" y="66"/>
                      <a:pt x="16" y="66"/>
                      <a:pt x="16" y="66"/>
                    </a:cubicBezTo>
                    <a:cubicBezTo>
                      <a:pt x="9" y="76"/>
                      <a:pt x="9" y="76"/>
                      <a:pt x="9" y="76"/>
                    </a:cubicBezTo>
                    <a:cubicBezTo>
                      <a:pt x="18" y="86"/>
                      <a:pt x="18" y="86"/>
                      <a:pt x="18" y="86"/>
                    </a:cubicBezTo>
                    <a:cubicBezTo>
                      <a:pt x="29" y="78"/>
                      <a:pt x="29" y="78"/>
                      <a:pt x="29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0" y="95"/>
                      <a:pt x="40" y="95"/>
                      <a:pt x="40" y="95"/>
                    </a:cubicBezTo>
                    <a:cubicBezTo>
                      <a:pt x="54" y="95"/>
                      <a:pt x="54" y="95"/>
                      <a:pt x="54" y="95"/>
                    </a:cubicBezTo>
                    <a:close/>
                    <a:moveTo>
                      <a:pt x="72" y="44"/>
                    </a:moveTo>
                    <a:cubicBezTo>
                      <a:pt x="74" y="58"/>
                      <a:pt x="64" y="71"/>
                      <a:pt x="50" y="72"/>
                    </a:cubicBezTo>
                    <a:cubicBezTo>
                      <a:pt x="37" y="74"/>
                      <a:pt x="24" y="65"/>
                      <a:pt x="22" y="51"/>
                    </a:cubicBezTo>
                    <a:cubicBezTo>
                      <a:pt x="20" y="37"/>
                      <a:pt x="30" y="24"/>
                      <a:pt x="44" y="22"/>
                    </a:cubicBezTo>
                    <a:cubicBezTo>
                      <a:pt x="48" y="22"/>
                      <a:pt x="52" y="22"/>
                      <a:pt x="55" y="24"/>
                    </a:cubicBezTo>
                    <a:cubicBezTo>
                      <a:pt x="55" y="24"/>
                      <a:pt x="55" y="24"/>
                      <a:pt x="55" y="24"/>
                    </a:cubicBezTo>
                    <a:cubicBezTo>
                      <a:pt x="59" y="25"/>
                      <a:pt x="62" y="27"/>
                      <a:pt x="65" y="30"/>
                    </a:cubicBezTo>
                    <a:cubicBezTo>
                      <a:pt x="66" y="31"/>
                      <a:pt x="68" y="33"/>
                      <a:pt x="69" y="35"/>
                    </a:cubicBezTo>
                    <a:cubicBezTo>
                      <a:pt x="70" y="38"/>
                      <a:pt x="72" y="41"/>
                      <a:pt x="72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19101" tIns="59550" rIns="119101" bIns="59550" numCol="1" anchor="t" anchorCtr="0" compatLnSpc="1"/>
              <a:lstStyle/>
              <a:p>
                <a:endParaRPr lang="zh-CN" altLang="en-US" sz="1805">
                  <a:solidFill>
                    <a:schemeClr val="bg1">
                      <a:lumMod val="65000"/>
                    </a:schemeClr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6" name="Freeform 18"/>
              <p:cNvSpPr>
                <a:spLocks noEditPoints="1"/>
              </p:cNvSpPr>
              <p:nvPr/>
            </p:nvSpPr>
            <p:spPr bwMode="auto">
              <a:xfrm>
                <a:off x="4605608" y="1839720"/>
                <a:ext cx="280988" cy="327025"/>
              </a:xfrm>
              <a:custGeom>
                <a:avLst/>
                <a:gdLst>
                  <a:gd name="T0" fmla="*/ 15 w 30"/>
                  <a:gd name="T1" fmla="*/ 0 h 35"/>
                  <a:gd name="T2" fmla="*/ 23 w 30"/>
                  <a:gd name="T3" fmla="*/ 8 h 35"/>
                  <a:gd name="T4" fmla="*/ 15 w 30"/>
                  <a:gd name="T5" fmla="*/ 16 h 35"/>
                  <a:gd name="T6" fmla="*/ 7 w 30"/>
                  <a:gd name="T7" fmla="*/ 8 h 35"/>
                  <a:gd name="T8" fmla="*/ 15 w 30"/>
                  <a:gd name="T9" fmla="*/ 0 h 35"/>
                  <a:gd name="T10" fmla="*/ 6 w 30"/>
                  <a:gd name="T11" fmla="*/ 18 h 35"/>
                  <a:gd name="T12" fmla="*/ 10 w 30"/>
                  <a:gd name="T13" fmla="*/ 18 h 35"/>
                  <a:gd name="T14" fmla="*/ 13 w 30"/>
                  <a:gd name="T15" fmla="*/ 24 h 35"/>
                  <a:gd name="T16" fmla="*/ 17 w 30"/>
                  <a:gd name="T17" fmla="*/ 24 h 35"/>
                  <a:gd name="T18" fmla="*/ 20 w 30"/>
                  <a:gd name="T19" fmla="*/ 18 h 35"/>
                  <a:gd name="T20" fmla="*/ 24 w 30"/>
                  <a:gd name="T21" fmla="*/ 18 h 35"/>
                  <a:gd name="T22" fmla="*/ 30 w 30"/>
                  <a:gd name="T23" fmla="*/ 25 h 35"/>
                  <a:gd name="T24" fmla="*/ 30 w 30"/>
                  <a:gd name="T25" fmla="*/ 35 h 35"/>
                  <a:gd name="T26" fmla="*/ 0 w 30"/>
                  <a:gd name="T27" fmla="*/ 35 h 35"/>
                  <a:gd name="T28" fmla="*/ 0 w 30"/>
                  <a:gd name="T29" fmla="*/ 25 h 35"/>
                  <a:gd name="T30" fmla="*/ 6 w 30"/>
                  <a:gd name="T3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5">
                    <a:moveTo>
                      <a:pt x="15" y="0"/>
                    </a:moveTo>
                    <a:cubicBezTo>
                      <a:pt x="20" y="0"/>
                      <a:pt x="23" y="3"/>
                      <a:pt x="23" y="8"/>
                    </a:cubicBezTo>
                    <a:cubicBezTo>
                      <a:pt x="23" y="13"/>
                      <a:pt x="20" y="16"/>
                      <a:pt x="15" y="16"/>
                    </a:cubicBezTo>
                    <a:cubicBezTo>
                      <a:pt x="10" y="16"/>
                      <a:pt x="7" y="13"/>
                      <a:pt x="7" y="8"/>
                    </a:cubicBezTo>
                    <a:cubicBezTo>
                      <a:pt x="7" y="3"/>
                      <a:pt x="10" y="0"/>
                      <a:pt x="15" y="0"/>
                    </a:cubicBezTo>
                    <a:close/>
                    <a:moveTo>
                      <a:pt x="6" y="18"/>
                    </a:moveTo>
                    <a:cubicBezTo>
                      <a:pt x="10" y="18"/>
                      <a:pt x="10" y="18"/>
                      <a:pt x="10" y="18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4" y="26"/>
                      <a:pt x="16" y="26"/>
                      <a:pt x="17" y="24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7" y="18"/>
                      <a:pt x="30" y="21"/>
                      <a:pt x="30" y="2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5" y="35"/>
                      <a:pt x="5" y="35"/>
                      <a:pt x="0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1"/>
                      <a:pt x="3" y="18"/>
                      <a:pt x="6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19101" tIns="59550" rIns="119101" bIns="59550" numCol="1" anchor="t" anchorCtr="0" compatLnSpc="1"/>
              <a:lstStyle/>
              <a:p>
                <a:endParaRPr lang="zh-CN" altLang="en-US" sz="1805">
                  <a:solidFill>
                    <a:schemeClr val="bg1">
                      <a:lumMod val="65000"/>
                    </a:schemeClr>
                  </a:solidFill>
                  <a:latin typeface="Microsoft YaHei" charset="-122"/>
                  <a:ea typeface="Microsoft YaHei" charset="-122"/>
                </a:endParaRPr>
              </a:p>
            </p:txBody>
          </p:sp>
        </p:grpSp>
        <p:grpSp>
          <p:nvGrpSpPr>
            <p:cNvPr id="27" name="组合 3"/>
            <p:cNvGrpSpPr/>
            <p:nvPr/>
          </p:nvGrpSpPr>
          <p:grpSpPr>
            <a:xfrm>
              <a:off x="7130" y="4744"/>
              <a:ext cx="2999" cy="3002"/>
              <a:chOff x="3381108" y="2279458"/>
              <a:chExt cx="1462088" cy="1463675"/>
            </a:xfrm>
            <a:solidFill>
              <a:srgbClr val="003879"/>
            </a:solidFill>
          </p:grpSpPr>
          <p:sp>
            <p:nvSpPr>
              <p:cNvPr id="28" name="Freeform 19"/>
              <p:cNvSpPr>
                <a:spLocks noEditPoints="1"/>
              </p:cNvSpPr>
              <p:nvPr/>
            </p:nvSpPr>
            <p:spPr bwMode="auto">
              <a:xfrm>
                <a:off x="3381108" y="2279458"/>
                <a:ext cx="1462088" cy="1463675"/>
              </a:xfrm>
              <a:custGeom>
                <a:avLst/>
                <a:gdLst>
                  <a:gd name="T0" fmla="*/ 89 w 156"/>
                  <a:gd name="T1" fmla="*/ 156 h 156"/>
                  <a:gd name="T2" fmla="*/ 93 w 156"/>
                  <a:gd name="T3" fmla="*/ 135 h 156"/>
                  <a:gd name="T4" fmla="*/ 108 w 156"/>
                  <a:gd name="T5" fmla="*/ 129 h 156"/>
                  <a:gd name="T6" fmla="*/ 125 w 156"/>
                  <a:gd name="T7" fmla="*/ 141 h 156"/>
                  <a:gd name="T8" fmla="*/ 141 w 156"/>
                  <a:gd name="T9" fmla="*/ 125 h 156"/>
                  <a:gd name="T10" fmla="*/ 129 w 156"/>
                  <a:gd name="T11" fmla="*/ 108 h 156"/>
                  <a:gd name="T12" fmla="*/ 135 w 156"/>
                  <a:gd name="T13" fmla="*/ 93 h 156"/>
                  <a:gd name="T14" fmla="*/ 156 w 156"/>
                  <a:gd name="T15" fmla="*/ 89 h 156"/>
                  <a:gd name="T16" fmla="*/ 156 w 156"/>
                  <a:gd name="T17" fmla="*/ 67 h 156"/>
                  <a:gd name="T18" fmla="*/ 135 w 156"/>
                  <a:gd name="T19" fmla="*/ 63 h 156"/>
                  <a:gd name="T20" fmla="*/ 135 w 156"/>
                  <a:gd name="T21" fmla="*/ 62 h 156"/>
                  <a:gd name="T22" fmla="*/ 135 w 156"/>
                  <a:gd name="T23" fmla="*/ 62 h 156"/>
                  <a:gd name="T24" fmla="*/ 132 w 156"/>
                  <a:gd name="T25" fmla="*/ 56 h 156"/>
                  <a:gd name="T26" fmla="*/ 131 w 156"/>
                  <a:gd name="T27" fmla="*/ 53 h 156"/>
                  <a:gd name="T28" fmla="*/ 131 w 156"/>
                  <a:gd name="T29" fmla="*/ 53 h 156"/>
                  <a:gd name="T30" fmla="*/ 129 w 156"/>
                  <a:gd name="T31" fmla="*/ 48 h 156"/>
                  <a:gd name="T32" fmla="*/ 141 w 156"/>
                  <a:gd name="T33" fmla="*/ 31 h 156"/>
                  <a:gd name="T34" fmla="*/ 125 w 156"/>
                  <a:gd name="T35" fmla="*/ 15 h 156"/>
                  <a:gd name="T36" fmla="*/ 108 w 156"/>
                  <a:gd name="T37" fmla="*/ 27 h 156"/>
                  <a:gd name="T38" fmla="*/ 93 w 156"/>
                  <a:gd name="T39" fmla="*/ 21 h 156"/>
                  <a:gd name="T40" fmla="*/ 89 w 156"/>
                  <a:gd name="T41" fmla="*/ 0 h 156"/>
                  <a:gd name="T42" fmla="*/ 67 w 156"/>
                  <a:gd name="T43" fmla="*/ 0 h 156"/>
                  <a:gd name="T44" fmla="*/ 63 w 156"/>
                  <a:gd name="T45" fmla="*/ 21 h 156"/>
                  <a:gd name="T46" fmla="*/ 48 w 156"/>
                  <a:gd name="T47" fmla="*/ 27 h 156"/>
                  <a:gd name="T48" fmla="*/ 31 w 156"/>
                  <a:gd name="T49" fmla="*/ 15 h 156"/>
                  <a:gd name="T50" fmla="*/ 15 w 156"/>
                  <a:gd name="T51" fmla="*/ 31 h 156"/>
                  <a:gd name="T52" fmla="*/ 27 w 156"/>
                  <a:gd name="T53" fmla="*/ 48 h 156"/>
                  <a:gd name="T54" fmla="*/ 21 w 156"/>
                  <a:gd name="T55" fmla="*/ 63 h 156"/>
                  <a:gd name="T56" fmla="*/ 0 w 156"/>
                  <a:gd name="T57" fmla="*/ 67 h 156"/>
                  <a:gd name="T58" fmla="*/ 0 w 156"/>
                  <a:gd name="T59" fmla="*/ 89 h 156"/>
                  <a:gd name="T60" fmla="*/ 21 w 156"/>
                  <a:gd name="T61" fmla="*/ 93 h 156"/>
                  <a:gd name="T62" fmla="*/ 27 w 156"/>
                  <a:gd name="T63" fmla="*/ 108 h 156"/>
                  <a:gd name="T64" fmla="*/ 15 w 156"/>
                  <a:gd name="T65" fmla="*/ 125 h 156"/>
                  <a:gd name="T66" fmla="*/ 31 w 156"/>
                  <a:gd name="T67" fmla="*/ 141 h 156"/>
                  <a:gd name="T68" fmla="*/ 48 w 156"/>
                  <a:gd name="T69" fmla="*/ 129 h 156"/>
                  <a:gd name="T70" fmla="*/ 63 w 156"/>
                  <a:gd name="T71" fmla="*/ 135 h 156"/>
                  <a:gd name="T72" fmla="*/ 67 w 156"/>
                  <a:gd name="T73" fmla="*/ 156 h 156"/>
                  <a:gd name="T74" fmla="*/ 89 w 156"/>
                  <a:gd name="T75" fmla="*/ 156 h 156"/>
                  <a:gd name="T76" fmla="*/ 119 w 156"/>
                  <a:gd name="T77" fmla="*/ 72 h 156"/>
                  <a:gd name="T78" fmla="*/ 84 w 156"/>
                  <a:gd name="T79" fmla="*/ 119 h 156"/>
                  <a:gd name="T80" fmla="*/ 37 w 156"/>
                  <a:gd name="T81" fmla="*/ 84 h 156"/>
                  <a:gd name="T82" fmla="*/ 72 w 156"/>
                  <a:gd name="T83" fmla="*/ 37 h 156"/>
                  <a:gd name="T84" fmla="*/ 92 w 156"/>
                  <a:gd name="T85" fmla="*/ 39 h 156"/>
                  <a:gd name="T86" fmla="*/ 92 w 156"/>
                  <a:gd name="T87" fmla="*/ 39 h 156"/>
                  <a:gd name="T88" fmla="*/ 107 w 156"/>
                  <a:gd name="T89" fmla="*/ 49 h 156"/>
                  <a:gd name="T90" fmla="*/ 114 w 156"/>
                  <a:gd name="T91" fmla="*/ 57 h 156"/>
                  <a:gd name="T92" fmla="*/ 119 w 156"/>
                  <a:gd name="T93" fmla="*/ 7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6" h="156">
                    <a:moveTo>
                      <a:pt x="89" y="156"/>
                    </a:moveTo>
                    <a:cubicBezTo>
                      <a:pt x="93" y="135"/>
                      <a:pt x="93" y="135"/>
                      <a:pt x="93" y="135"/>
                    </a:cubicBezTo>
                    <a:cubicBezTo>
                      <a:pt x="108" y="129"/>
                      <a:pt x="108" y="129"/>
                      <a:pt x="108" y="129"/>
                    </a:cubicBezTo>
                    <a:cubicBezTo>
                      <a:pt x="125" y="141"/>
                      <a:pt x="125" y="141"/>
                      <a:pt x="125" y="141"/>
                    </a:cubicBezTo>
                    <a:cubicBezTo>
                      <a:pt x="141" y="125"/>
                      <a:pt x="141" y="125"/>
                      <a:pt x="141" y="125"/>
                    </a:cubicBezTo>
                    <a:cubicBezTo>
                      <a:pt x="129" y="108"/>
                      <a:pt x="129" y="108"/>
                      <a:pt x="129" y="108"/>
                    </a:cubicBezTo>
                    <a:cubicBezTo>
                      <a:pt x="135" y="93"/>
                      <a:pt x="135" y="93"/>
                      <a:pt x="135" y="93"/>
                    </a:cubicBezTo>
                    <a:cubicBezTo>
                      <a:pt x="156" y="89"/>
                      <a:pt x="156" y="89"/>
                      <a:pt x="156" y="89"/>
                    </a:cubicBezTo>
                    <a:cubicBezTo>
                      <a:pt x="156" y="67"/>
                      <a:pt x="156" y="67"/>
                      <a:pt x="156" y="67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35" y="62"/>
                      <a:pt x="135" y="62"/>
                      <a:pt x="135" y="62"/>
                    </a:cubicBezTo>
                    <a:cubicBezTo>
                      <a:pt x="135" y="62"/>
                      <a:pt x="135" y="62"/>
                      <a:pt x="135" y="62"/>
                    </a:cubicBezTo>
                    <a:cubicBezTo>
                      <a:pt x="132" y="56"/>
                      <a:pt x="132" y="56"/>
                      <a:pt x="132" y="56"/>
                    </a:cubicBezTo>
                    <a:cubicBezTo>
                      <a:pt x="131" y="53"/>
                      <a:pt x="131" y="53"/>
                      <a:pt x="131" y="53"/>
                    </a:cubicBezTo>
                    <a:cubicBezTo>
                      <a:pt x="131" y="53"/>
                      <a:pt x="131" y="53"/>
                      <a:pt x="131" y="53"/>
                    </a:cubicBezTo>
                    <a:cubicBezTo>
                      <a:pt x="129" y="48"/>
                      <a:pt x="129" y="48"/>
                      <a:pt x="129" y="48"/>
                    </a:cubicBezTo>
                    <a:cubicBezTo>
                      <a:pt x="141" y="31"/>
                      <a:pt x="141" y="31"/>
                      <a:pt x="141" y="31"/>
                    </a:cubicBezTo>
                    <a:cubicBezTo>
                      <a:pt x="125" y="15"/>
                      <a:pt x="125" y="15"/>
                      <a:pt x="125" y="15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93" y="21"/>
                      <a:pt x="93" y="21"/>
                      <a:pt x="93" y="21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3" y="21"/>
                      <a:pt x="63" y="21"/>
                      <a:pt x="63" y="21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1" y="63"/>
                      <a:pt x="21" y="63"/>
                      <a:pt x="21" y="63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21" y="93"/>
                      <a:pt x="21" y="93"/>
                      <a:pt x="21" y="93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15" y="125"/>
                      <a:pt x="15" y="125"/>
                      <a:pt x="15" y="125"/>
                    </a:cubicBezTo>
                    <a:cubicBezTo>
                      <a:pt x="31" y="141"/>
                      <a:pt x="31" y="141"/>
                      <a:pt x="31" y="141"/>
                    </a:cubicBezTo>
                    <a:cubicBezTo>
                      <a:pt x="48" y="129"/>
                      <a:pt x="48" y="129"/>
                      <a:pt x="48" y="129"/>
                    </a:cubicBezTo>
                    <a:cubicBezTo>
                      <a:pt x="63" y="135"/>
                      <a:pt x="63" y="135"/>
                      <a:pt x="63" y="135"/>
                    </a:cubicBezTo>
                    <a:cubicBezTo>
                      <a:pt x="67" y="156"/>
                      <a:pt x="67" y="156"/>
                      <a:pt x="67" y="156"/>
                    </a:cubicBezTo>
                    <a:cubicBezTo>
                      <a:pt x="89" y="156"/>
                      <a:pt x="89" y="156"/>
                      <a:pt x="89" y="156"/>
                    </a:cubicBezTo>
                    <a:close/>
                    <a:moveTo>
                      <a:pt x="119" y="72"/>
                    </a:moveTo>
                    <a:cubicBezTo>
                      <a:pt x="122" y="95"/>
                      <a:pt x="106" y="116"/>
                      <a:pt x="84" y="119"/>
                    </a:cubicBezTo>
                    <a:cubicBezTo>
                      <a:pt x="61" y="122"/>
                      <a:pt x="40" y="106"/>
                      <a:pt x="37" y="84"/>
                    </a:cubicBezTo>
                    <a:cubicBezTo>
                      <a:pt x="34" y="61"/>
                      <a:pt x="50" y="40"/>
                      <a:pt x="72" y="37"/>
                    </a:cubicBezTo>
                    <a:cubicBezTo>
                      <a:pt x="79" y="36"/>
                      <a:pt x="86" y="37"/>
                      <a:pt x="92" y="3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8" y="41"/>
                      <a:pt x="103" y="44"/>
                      <a:pt x="107" y="49"/>
                    </a:cubicBezTo>
                    <a:cubicBezTo>
                      <a:pt x="110" y="51"/>
                      <a:pt x="112" y="54"/>
                      <a:pt x="114" y="57"/>
                    </a:cubicBezTo>
                    <a:cubicBezTo>
                      <a:pt x="117" y="62"/>
                      <a:pt x="119" y="67"/>
                      <a:pt x="119" y="7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19101" tIns="59550" rIns="119101" bIns="59550" numCol="1" anchor="t" anchorCtr="0" compatLnSpc="1"/>
              <a:lstStyle/>
              <a:p>
                <a:endParaRPr lang="zh-CN" altLang="en-US" sz="1805">
                  <a:solidFill>
                    <a:schemeClr val="bg1">
                      <a:lumMod val="65000"/>
                    </a:schemeClr>
                  </a:solidFill>
                  <a:latin typeface="Microsoft YaHei" charset="-122"/>
                  <a:ea typeface="Microsoft YaHei" charset="-122"/>
                </a:endParaRPr>
              </a:p>
            </p:txBody>
          </p:sp>
          <p:sp>
            <p:nvSpPr>
              <p:cNvPr id="29" name="Freeform 20"/>
              <p:cNvSpPr>
                <a:spLocks noEditPoints="1"/>
              </p:cNvSpPr>
              <p:nvPr/>
            </p:nvSpPr>
            <p:spPr bwMode="auto">
              <a:xfrm>
                <a:off x="3877996" y="2720783"/>
                <a:ext cx="468313" cy="544512"/>
              </a:xfrm>
              <a:custGeom>
                <a:avLst/>
                <a:gdLst>
                  <a:gd name="T0" fmla="*/ 25 w 50"/>
                  <a:gd name="T1" fmla="*/ 0 h 58"/>
                  <a:gd name="T2" fmla="*/ 39 w 50"/>
                  <a:gd name="T3" fmla="*/ 14 h 58"/>
                  <a:gd name="T4" fmla="*/ 25 w 50"/>
                  <a:gd name="T5" fmla="*/ 28 h 58"/>
                  <a:gd name="T6" fmla="*/ 11 w 50"/>
                  <a:gd name="T7" fmla="*/ 14 h 58"/>
                  <a:gd name="T8" fmla="*/ 25 w 50"/>
                  <a:gd name="T9" fmla="*/ 0 h 58"/>
                  <a:gd name="T10" fmla="*/ 10 w 50"/>
                  <a:gd name="T11" fmla="*/ 31 h 58"/>
                  <a:gd name="T12" fmla="*/ 16 w 50"/>
                  <a:gd name="T13" fmla="*/ 31 h 58"/>
                  <a:gd name="T14" fmla="*/ 22 w 50"/>
                  <a:gd name="T15" fmla="*/ 40 h 58"/>
                  <a:gd name="T16" fmla="*/ 28 w 50"/>
                  <a:gd name="T17" fmla="*/ 40 h 58"/>
                  <a:gd name="T18" fmla="*/ 34 w 50"/>
                  <a:gd name="T19" fmla="*/ 31 h 58"/>
                  <a:gd name="T20" fmla="*/ 40 w 50"/>
                  <a:gd name="T21" fmla="*/ 31 h 58"/>
                  <a:gd name="T22" fmla="*/ 50 w 50"/>
                  <a:gd name="T23" fmla="*/ 41 h 58"/>
                  <a:gd name="T24" fmla="*/ 50 w 50"/>
                  <a:gd name="T25" fmla="*/ 58 h 58"/>
                  <a:gd name="T26" fmla="*/ 0 w 50"/>
                  <a:gd name="T27" fmla="*/ 58 h 58"/>
                  <a:gd name="T28" fmla="*/ 0 w 50"/>
                  <a:gd name="T29" fmla="*/ 41 h 58"/>
                  <a:gd name="T30" fmla="*/ 10 w 50"/>
                  <a:gd name="T31" fmla="*/ 3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0" h="58">
                    <a:moveTo>
                      <a:pt x="25" y="0"/>
                    </a:moveTo>
                    <a:cubicBezTo>
                      <a:pt x="33" y="0"/>
                      <a:pt x="39" y="6"/>
                      <a:pt x="39" y="14"/>
                    </a:cubicBezTo>
                    <a:cubicBezTo>
                      <a:pt x="39" y="21"/>
                      <a:pt x="33" y="28"/>
                      <a:pt x="25" y="28"/>
                    </a:cubicBezTo>
                    <a:cubicBezTo>
                      <a:pt x="17" y="28"/>
                      <a:pt x="11" y="21"/>
                      <a:pt x="11" y="14"/>
                    </a:cubicBezTo>
                    <a:cubicBezTo>
                      <a:pt x="11" y="6"/>
                      <a:pt x="17" y="0"/>
                      <a:pt x="25" y="0"/>
                    </a:cubicBezTo>
                    <a:close/>
                    <a:moveTo>
                      <a:pt x="10" y="31"/>
                    </a:moveTo>
                    <a:cubicBezTo>
                      <a:pt x="16" y="31"/>
                      <a:pt x="16" y="31"/>
                      <a:pt x="16" y="31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24" y="43"/>
                      <a:pt x="26" y="43"/>
                      <a:pt x="28" y="4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5" y="31"/>
                      <a:pt x="50" y="36"/>
                      <a:pt x="50" y="41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42" y="58"/>
                      <a:pt x="8" y="58"/>
                      <a:pt x="0" y="5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36"/>
                      <a:pt x="5" y="31"/>
                      <a:pt x="10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19101" tIns="59550" rIns="119101" bIns="59550" numCol="1" anchor="t" anchorCtr="0" compatLnSpc="1"/>
              <a:lstStyle/>
              <a:p>
                <a:endParaRPr lang="zh-CN" altLang="en-US" sz="1805">
                  <a:solidFill>
                    <a:schemeClr val="bg1">
                      <a:lumMod val="65000"/>
                    </a:schemeClr>
                  </a:solidFill>
                  <a:latin typeface="Microsoft YaHei" charset="-122"/>
                  <a:ea typeface="Microsoft YaHei" charset="-122"/>
                </a:endParaRPr>
              </a:p>
            </p:txBody>
          </p:sp>
        </p:grpSp>
        <p:sp>
          <p:nvSpPr>
            <p:cNvPr id="30" name="任意多边形 17"/>
            <p:cNvSpPr/>
            <p:nvPr/>
          </p:nvSpPr>
          <p:spPr>
            <a:xfrm>
              <a:off x="10735" y="4569"/>
              <a:ext cx="5807" cy="465"/>
            </a:xfrm>
            <a:custGeom>
              <a:avLst/>
              <a:gdLst>
                <a:gd name="connsiteX0" fmla="*/ 0 w 3575098"/>
                <a:gd name="connsiteY0" fmla="*/ 0 h 226882"/>
                <a:gd name="connsiteX1" fmla="*/ 226882 w 3575098"/>
                <a:gd name="connsiteY1" fmla="*/ 226882 h 226882"/>
                <a:gd name="connsiteX2" fmla="*/ 3575098 w 3575098"/>
                <a:gd name="connsiteY2" fmla="*/ 226882 h 22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75098" h="226882">
                  <a:moveTo>
                    <a:pt x="0" y="0"/>
                  </a:moveTo>
                  <a:lnTo>
                    <a:pt x="226882" y="226882"/>
                  </a:lnTo>
                  <a:lnTo>
                    <a:pt x="3575098" y="226882"/>
                  </a:lnTo>
                </a:path>
              </a:pathLst>
            </a:cu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5">
                <a:solidFill>
                  <a:schemeClr val="bg1">
                    <a:lumMod val="65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31" name="任意多边形 18"/>
            <p:cNvSpPr/>
            <p:nvPr/>
          </p:nvSpPr>
          <p:spPr>
            <a:xfrm>
              <a:off x="10735" y="9027"/>
              <a:ext cx="5807" cy="465"/>
            </a:xfrm>
            <a:custGeom>
              <a:avLst/>
              <a:gdLst>
                <a:gd name="connsiteX0" fmla="*/ 0 w 3575098"/>
                <a:gd name="connsiteY0" fmla="*/ 0 h 226882"/>
                <a:gd name="connsiteX1" fmla="*/ 226882 w 3575098"/>
                <a:gd name="connsiteY1" fmla="*/ 226882 h 226882"/>
                <a:gd name="connsiteX2" fmla="*/ 3575098 w 3575098"/>
                <a:gd name="connsiteY2" fmla="*/ 226882 h 22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75098" h="226882">
                  <a:moveTo>
                    <a:pt x="0" y="0"/>
                  </a:moveTo>
                  <a:lnTo>
                    <a:pt x="226882" y="226882"/>
                  </a:lnTo>
                  <a:lnTo>
                    <a:pt x="3575098" y="226882"/>
                  </a:lnTo>
                </a:path>
              </a:pathLst>
            </a:cu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5">
                <a:solidFill>
                  <a:schemeClr val="bg1">
                    <a:lumMod val="65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32" name="任意多边形 19"/>
            <p:cNvSpPr/>
            <p:nvPr/>
          </p:nvSpPr>
          <p:spPr>
            <a:xfrm flipH="1">
              <a:off x="2188" y="6675"/>
              <a:ext cx="5240" cy="465"/>
            </a:xfrm>
            <a:custGeom>
              <a:avLst/>
              <a:gdLst>
                <a:gd name="connsiteX0" fmla="*/ 0 w 3575098"/>
                <a:gd name="connsiteY0" fmla="*/ 0 h 226882"/>
                <a:gd name="connsiteX1" fmla="*/ 226882 w 3575098"/>
                <a:gd name="connsiteY1" fmla="*/ 226882 h 226882"/>
                <a:gd name="connsiteX2" fmla="*/ 3575098 w 3575098"/>
                <a:gd name="connsiteY2" fmla="*/ 226882 h 22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75098" h="226882">
                  <a:moveTo>
                    <a:pt x="0" y="0"/>
                  </a:moveTo>
                  <a:lnTo>
                    <a:pt x="226882" y="226882"/>
                  </a:lnTo>
                  <a:lnTo>
                    <a:pt x="3575098" y="226882"/>
                  </a:lnTo>
                </a:path>
              </a:pathLst>
            </a:cu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5">
                <a:solidFill>
                  <a:schemeClr val="bg1">
                    <a:lumMod val="65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</p:grpSp>
      <p:pic>
        <p:nvPicPr>
          <p:cNvPr id="2" name="圖片 1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群組 6"/>
          <p:cNvGrpSpPr/>
          <p:nvPr/>
        </p:nvGrpSpPr>
        <p:grpSpPr>
          <a:xfrm>
            <a:off x="5949315" y="3415665"/>
            <a:ext cx="2811145" cy="768350"/>
            <a:chOff x="9739" y="3037"/>
            <a:chExt cx="8133" cy="1210"/>
          </a:xfrm>
        </p:grpSpPr>
        <p:sp>
          <p:nvSpPr>
            <p:cNvPr id="8" name="矩形 7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5953760" y="4959985"/>
            <a:ext cx="2811145" cy="768350"/>
            <a:chOff x="9739" y="3037"/>
            <a:chExt cx="8133" cy="1210"/>
          </a:xfrm>
        </p:grpSpPr>
        <p:sp>
          <p:nvSpPr>
            <p:cNvPr id="15" name="矩形 14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5949315" y="1765935"/>
            <a:ext cx="2811145" cy="768350"/>
            <a:chOff x="9739" y="3037"/>
            <a:chExt cx="8133" cy="1210"/>
          </a:xfrm>
        </p:grpSpPr>
        <p:sp>
          <p:nvSpPr>
            <p:cNvPr id="19" name="矩形 18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21" name="组合 1"/>
          <p:cNvGrpSpPr/>
          <p:nvPr/>
        </p:nvGrpSpPr>
        <p:grpSpPr>
          <a:xfrm>
            <a:off x="1969353" y="2590018"/>
            <a:ext cx="2665308" cy="2700963"/>
            <a:chOff x="1209675" y="1681144"/>
            <a:chExt cx="2046288" cy="2073662"/>
          </a:xfrm>
        </p:grpSpPr>
        <p:sp>
          <p:nvSpPr>
            <p:cNvPr id="29" name="椭圆 28"/>
            <p:cNvSpPr/>
            <p:nvPr/>
          </p:nvSpPr>
          <p:spPr>
            <a:xfrm>
              <a:off x="1209675" y="1681144"/>
              <a:ext cx="2046288" cy="2073662"/>
            </a:xfrm>
            <a:prstGeom prst="ellipse">
              <a:avLst/>
            </a:prstGeom>
            <a:solidFill>
              <a:srgbClr val="0038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HK" altLang="en-US" sz="1805"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30" name="任意多边形 3"/>
            <p:cNvSpPr/>
            <p:nvPr/>
          </p:nvSpPr>
          <p:spPr bwMode="auto">
            <a:xfrm>
              <a:off x="1625749" y="2069151"/>
              <a:ext cx="1362075" cy="1299258"/>
            </a:xfrm>
            <a:custGeom>
              <a:avLst/>
              <a:gdLst/>
              <a:ahLst/>
              <a:cxnLst/>
              <a:rect l="0" t="0" r="r" b="b"/>
              <a:pathLst>
                <a:path w="1361803" h="1281345">
                  <a:moveTo>
                    <a:pt x="340187" y="867542"/>
                  </a:moveTo>
                  <a:cubicBezTo>
                    <a:pt x="351512" y="867144"/>
                    <a:pt x="363575" y="872724"/>
                    <a:pt x="372930" y="883885"/>
                  </a:cubicBezTo>
                  <a:cubicBezTo>
                    <a:pt x="394595" y="907270"/>
                    <a:pt x="415275" y="931718"/>
                    <a:pt x="436940" y="957229"/>
                  </a:cubicBezTo>
                  <a:cubicBezTo>
                    <a:pt x="449742" y="946599"/>
                    <a:pt x="462543" y="935970"/>
                    <a:pt x="475345" y="925340"/>
                  </a:cubicBezTo>
                  <a:cubicBezTo>
                    <a:pt x="492086" y="911522"/>
                    <a:pt x="506857" y="910459"/>
                    <a:pt x="525568" y="923214"/>
                  </a:cubicBezTo>
                  <a:cubicBezTo>
                    <a:pt x="535415" y="929592"/>
                    <a:pt x="544278" y="935970"/>
                    <a:pt x="553141" y="942347"/>
                  </a:cubicBezTo>
                  <a:cubicBezTo>
                    <a:pt x="545263" y="967858"/>
                    <a:pt x="538370" y="993369"/>
                    <a:pt x="530492" y="1018880"/>
                  </a:cubicBezTo>
                  <a:cubicBezTo>
                    <a:pt x="528522" y="1018880"/>
                    <a:pt x="528522" y="1018880"/>
                    <a:pt x="527537" y="1018880"/>
                  </a:cubicBezTo>
                  <a:cubicBezTo>
                    <a:pt x="509812" y="1000810"/>
                    <a:pt x="494056" y="1007187"/>
                    <a:pt x="479284" y="1024195"/>
                  </a:cubicBezTo>
                  <a:cubicBezTo>
                    <a:pt x="473376" y="1030572"/>
                    <a:pt x="466482" y="1035887"/>
                    <a:pt x="459589" y="1041202"/>
                  </a:cubicBezTo>
                  <a:cubicBezTo>
                    <a:pt x="438909" y="1058209"/>
                    <a:pt x="420199" y="1056083"/>
                    <a:pt x="402473" y="1035887"/>
                  </a:cubicBezTo>
                  <a:cubicBezTo>
                    <a:pt x="385732" y="1017817"/>
                    <a:pt x="369976" y="998684"/>
                    <a:pt x="352251" y="978488"/>
                  </a:cubicBezTo>
                  <a:cubicBezTo>
                    <a:pt x="343388" y="995495"/>
                    <a:pt x="335510" y="1012502"/>
                    <a:pt x="327632" y="1028446"/>
                  </a:cubicBezTo>
                  <a:cubicBezTo>
                    <a:pt x="318769" y="1046517"/>
                    <a:pt x="303013" y="1053957"/>
                    <a:pt x="286272" y="1050768"/>
                  </a:cubicBezTo>
                  <a:cubicBezTo>
                    <a:pt x="262638" y="1046517"/>
                    <a:pt x="248851" y="1019943"/>
                    <a:pt x="259683" y="995495"/>
                  </a:cubicBezTo>
                  <a:cubicBezTo>
                    <a:pt x="276424" y="959355"/>
                    <a:pt x="293165" y="922151"/>
                    <a:pt x="311876" y="887074"/>
                  </a:cubicBezTo>
                  <a:cubicBezTo>
                    <a:pt x="318276" y="874318"/>
                    <a:pt x="328863" y="867941"/>
                    <a:pt x="340187" y="867542"/>
                  </a:cubicBezTo>
                  <a:close/>
                  <a:moveTo>
                    <a:pt x="274255" y="687365"/>
                  </a:moveTo>
                  <a:cubicBezTo>
                    <a:pt x="330459" y="687365"/>
                    <a:pt x="386662" y="687365"/>
                    <a:pt x="442866" y="687365"/>
                  </a:cubicBezTo>
                  <a:cubicBezTo>
                    <a:pt x="516819" y="687365"/>
                    <a:pt x="590771" y="687365"/>
                    <a:pt x="664723" y="687365"/>
                  </a:cubicBezTo>
                  <a:cubicBezTo>
                    <a:pt x="670640" y="687365"/>
                    <a:pt x="675570" y="687365"/>
                    <a:pt x="684444" y="687365"/>
                  </a:cubicBezTo>
                  <a:cubicBezTo>
                    <a:pt x="666695" y="718154"/>
                    <a:pt x="649933" y="745757"/>
                    <a:pt x="632184" y="772299"/>
                  </a:cubicBezTo>
                  <a:cubicBezTo>
                    <a:pt x="630212" y="775484"/>
                    <a:pt x="625282" y="776545"/>
                    <a:pt x="621338" y="776545"/>
                  </a:cubicBezTo>
                  <a:cubicBezTo>
                    <a:pt x="504000" y="777607"/>
                    <a:pt x="387648" y="776545"/>
                    <a:pt x="270311" y="777607"/>
                  </a:cubicBezTo>
                  <a:cubicBezTo>
                    <a:pt x="259464" y="777607"/>
                    <a:pt x="255520" y="772299"/>
                    <a:pt x="256506" y="760620"/>
                  </a:cubicBezTo>
                  <a:cubicBezTo>
                    <a:pt x="256506" y="742572"/>
                    <a:pt x="256506" y="724524"/>
                    <a:pt x="255520" y="706475"/>
                  </a:cubicBezTo>
                  <a:cubicBezTo>
                    <a:pt x="255520" y="691612"/>
                    <a:pt x="261436" y="687365"/>
                    <a:pt x="274255" y="687365"/>
                  </a:cubicBezTo>
                  <a:close/>
                  <a:moveTo>
                    <a:pt x="278054" y="504636"/>
                  </a:moveTo>
                  <a:cubicBezTo>
                    <a:pt x="354989" y="504636"/>
                    <a:pt x="432911" y="504636"/>
                    <a:pt x="509846" y="504636"/>
                  </a:cubicBezTo>
                  <a:cubicBezTo>
                    <a:pt x="588754" y="504636"/>
                    <a:pt x="666676" y="504636"/>
                    <a:pt x="745584" y="504636"/>
                  </a:cubicBezTo>
                  <a:cubicBezTo>
                    <a:pt x="764325" y="504636"/>
                    <a:pt x="765311" y="505700"/>
                    <a:pt x="765311" y="524845"/>
                  </a:cubicBezTo>
                  <a:cubicBezTo>
                    <a:pt x="765311" y="535481"/>
                    <a:pt x="765311" y="546117"/>
                    <a:pt x="765311" y="556753"/>
                  </a:cubicBezTo>
                  <a:cubicBezTo>
                    <a:pt x="765311" y="580153"/>
                    <a:pt x="752489" y="593980"/>
                    <a:pt x="730789" y="593980"/>
                  </a:cubicBezTo>
                  <a:cubicBezTo>
                    <a:pt x="580863" y="593980"/>
                    <a:pt x="429952" y="593980"/>
                    <a:pt x="279040" y="593980"/>
                  </a:cubicBezTo>
                  <a:cubicBezTo>
                    <a:pt x="256354" y="593980"/>
                    <a:pt x="256354" y="592917"/>
                    <a:pt x="256354" y="569517"/>
                  </a:cubicBezTo>
                  <a:cubicBezTo>
                    <a:pt x="256354" y="555690"/>
                    <a:pt x="256354" y="541863"/>
                    <a:pt x="256354" y="528036"/>
                  </a:cubicBezTo>
                  <a:cubicBezTo>
                    <a:pt x="256354" y="504636"/>
                    <a:pt x="256354" y="504636"/>
                    <a:pt x="278054" y="504636"/>
                  </a:cubicBezTo>
                  <a:close/>
                  <a:moveTo>
                    <a:pt x="942895" y="453454"/>
                  </a:moveTo>
                  <a:cubicBezTo>
                    <a:pt x="989224" y="494914"/>
                    <a:pt x="1033581" y="534249"/>
                    <a:pt x="1077938" y="574646"/>
                  </a:cubicBezTo>
                  <a:cubicBezTo>
                    <a:pt x="1059210" y="599097"/>
                    <a:pt x="1040481" y="622484"/>
                    <a:pt x="1021752" y="644809"/>
                  </a:cubicBezTo>
                  <a:cubicBezTo>
                    <a:pt x="928109" y="760685"/>
                    <a:pt x="831509" y="874435"/>
                    <a:pt x="722095" y="974365"/>
                  </a:cubicBezTo>
                  <a:cubicBezTo>
                    <a:pt x="695481" y="999879"/>
                    <a:pt x="664923" y="1021141"/>
                    <a:pt x="635352" y="1042403"/>
                  </a:cubicBezTo>
                  <a:cubicBezTo>
                    <a:pt x="626481" y="1048781"/>
                    <a:pt x="613666" y="1046655"/>
                    <a:pt x="601838" y="1048781"/>
                  </a:cubicBezTo>
                  <a:cubicBezTo>
                    <a:pt x="601838" y="1037087"/>
                    <a:pt x="596909" y="1023267"/>
                    <a:pt x="600852" y="1012636"/>
                  </a:cubicBezTo>
                  <a:cubicBezTo>
                    <a:pt x="619581" y="969050"/>
                    <a:pt x="637323" y="924400"/>
                    <a:pt x="659995" y="882940"/>
                  </a:cubicBezTo>
                  <a:cubicBezTo>
                    <a:pt x="741809" y="734108"/>
                    <a:pt x="838409" y="595907"/>
                    <a:pt x="938952" y="460896"/>
                  </a:cubicBezTo>
                  <a:cubicBezTo>
                    <a:pt x="939938" y="458770"/>
                    <a:pt x="940924" y="456643"/>
                    <a:pt x="942895" y="453454"/>
                  </a:cubicBezTo>
                  <a:close/>
                  <a:moveTo>
                    <a:pt x="1337162" y="323013"/>
                  </a:moveTo>
                  <a:cubicBezTo>
                    <a:pt x="1348990" y="326198"/>
                    <a:pt x="1361803" y="343189"/>
                    <a:pt x="1361803" y="358055"/>
                  </a:cubicBezTo>
                  <a:cubicBezTo>
                    <a:pt x="1359832" y="361241"/>
                    <a:pt x="1357861" y="367612"/>
                    <a:pt x="1353918" y="373984"/>
                  </a:cubicBezTo>
                  <a:cubicBezTo>
                    <a:pt x="1300693" y="447255"/>
                    <a:pt x="1247469" y="521588"/>
                    <a:pt x="1194244" y="594859"/>
                  </a:cubicBezTo>
                  <a:cubicBezTo>
                    <a:pt x="1175517" y="619282"/>
                    <a:pt x="1154818" y="642644"/>
                    <a:pt x="1134120" y="664944"/>
                  </a:cubicBezTo>
                  <a:cubicBezTo>
                    <a:pt x="1125249" y="673439"/>
                    <a:pt x="1113421" y="678749"/>
                    <a:pt x="1101594" y="682996"/>
                  </a:cubicBezTo>
                  <a:cubicBezTo>
                    <a:pt x="1095680" y="685120"/>
                    <a:pt x="1083852" y="682996"/>
                    <a:pt x="1080895" y="677687"/>
                  </a:cubicBezTo>
                  <a:cubicBezTo>
                    <a:pt x="1077938" y="671315"/>
                    <a:pt x="1077938" y="658573"/>
                    <a:pt x="1080895" y="652201"/>
                  </a:cubicBezTo>
                  <a:cubicBezTo>
                    <a:pt x="1092723" y="633087"/>
                    <a:pt x="1107507" y="615035"/>
                    <a:pt x="1121306" y="596983"/>
                  </a:cubicBezTo>
                  <a:cubicBezTo>
                    <a:pt x="1175517" y="522650"/>
                    <a:pt x="1229727" y="449379"/>
                    <a:pt x="1284923" y="375046"/>
                  </a:cubicBezTo>
                  <a:cubicBezTo>
                    <a:pt x="1293794" y="362303"/>
                    <a:pt x="1302665" y="348498"/>
                    <a:pt x="1310550" y="334694"/>
                  </a:cubicBezTo>
                  <a:cubicBezTo>
                    <a:pt x="1317449" y="324075"/>
                    <a:pt x="1325334" y="318765"/>
                    <a:pt x="1337162" y="323013"/>
                  </a:cubicBezTo>
                  <a:close/>
                  <a:moveTo>
                    <a:pt x="525824" y="229421"/>
                  </a:moveTo>
                  <a:cubicBezTo>
                    <a:pt x="600725" y="229421"/>
                    <a:pt x="675627" y="229421"/>
                    <a:pt x="750528" y="229421"/>
                  </a:cubicBezTo>
                  <a:cubicBezTo>
                    <a:pt x="761369" y="229421"/>
                    <a:pt x="765311" y="233676"/>
                    <a:pt x="765311" y="245375"/>
                  </a:cubicBezTo>
                  <a:cubicBezTo>
                    <a:pt x="764326" y="264521"/>
                    <a:pt x="764326" y="282602"/>
                    <a:pt x="765311" y="301747"/>
                  </a:cubicBezTo>
                  <a:cubicBezTo>
                    <a:pt x="765311" y="314511"/>
                    <a:pt x="760383" y="318765"/>
                    <a:pt x="748557" y="318765"/>
                  </a:cubicBezTo>
                  <a:cubicBezTo>
                    <a:pt x="711106" y="318765"/>
                    <a:pt x="674641" y="318765"/>
                    <a:pt x="638176" y="318765"/>
                  </a:cubicBezTo>
                  <a:cubicBezTo>
                    <a:pt x="601711" y="318765"/>
                    <a:pt x="565246" y="317702"/>
                    <a:pt x="528781" y="318765"/>
                  </a:cubicBezTo>
                  <a:cubicBezTo>
                    <a:pt x="515969" y="318765"/>
                    <a:pt x="511041" y="313447"/>
                    <a:pt x="511041" y="299620"/>
                  </a:cubicBezTo>
                  <a:cubicBezTo>
                    <a:pt x="512027" y="282602"/>
                    <a:pt x="512027" y="264521"/>
                    <a:pt x="511041" y="246439"/>
                  </a:cubicBezTo>
                  <a:cubicBezTo>
                    <a:pt x="511041" y="234739"/>
                    <a:pt x="514983" y="229421"/>
                    <a:pt x="525824" y="229421"/>
                  </a:cubicBezTo>
                  <a:close/>
                  <a:moveTo>
                    <a:pt x="1243182" y="137949"/>
                  </a:moveTo>
                  <a:cubicBezTo>
                    <a:pt x="1255260" y="139675"/>
                    <a:pt x="1267337" y="146577"/>
                    <a:pt x="1281140" y="158257"/>
                  </a:cubicBezTo>
                  <a:cubicBezTo>
                    <a:pt x="1308745" y="183741"/>
                    <a:pt x="1317618" y="208163"/>
                    <a:pt x="1306773" y="240018"/>
                  </a:cubicBezTo>
                  <a:cubicBezTo>
                    <a:pt x="1300858" y="257008"/>
                    <a:pt x="1294942" y="275059"/>
                    <a:pt x="1285083" y="289925"/>
                  </a:cubicBezTo>
                  <a:cubicBezTo>
                    <a:pt x="1228886" y="370624"/>
                    <a:pt x="1171704" y="450262"/>
                    <a:pt x="1114521" y="532023"/>
                  </a:cubicBezTo>
                  <a:cubicBezTo>
                    <a:pt x="1066212" y="489550"/>
                    <a:pt x="1022832" y="450262"/>
                    <a:pt x="977480" y="410974"/>
                  </a:cubicBezTo>
                  <a:cubicBezTo>
                    <a:pt x="984381" y="401417"/>
                    <a:pt x="990297" y="392923"/>
                    <a:pt x="996212" y="385490"/>
                  </a:cubicBezTo>
                  <a:cubicBezTo>
                    <a:pt x="1050437" y="319656"/>
                    <a:pt x="1103676" y="252760"/>
                    <a:pt x="1157901" y="187988"/>
                  </a:cubicBezTo>
                  <a:cubicBezTo>
                    <a:pt x="1170718" y="172061"/>
                    <a:pt x="1188464" y="159319"/>
                    <a:pt x="1205225" y="148700"/>
                  </a:cubicBezTo>
                  <a:cubicBezTo>
                    <a:pt x="1219027" y="139675"/>
                    <a:pt x="1231105" y="136224"/>
                    <a:pt x="1243182" y="137949"/>
                  </a:cubicBezTo>
                  <a:close/>
                  <a:moveTo>
                    <a:pt x="326420" y="0"/>
                  </a:moveTo>
                  <a:cubicBezTo>
                    <a:pt x="513791" y="0"/>
                    <a:pt x="702148" y="0"/>
                    <a:pt x="889519" y="0"/>
                  </a:cubicBezTo>
                  <a:cubicBezTo>
                    <a:pt x="964468" y="1063"/>
                    <a:pt x="1018707" y="56311"/>
                    <a:pt x="1021665" y="137059"/>
                  </a:cubicBezTo>
                  <a:cubicBezTo>
                    <a:pt x="1021665" y="164684"/>
                    <a:pt x="1021665" y="191246"/>
                    <a:pt x="1020679" y="218870"/>
                  </a:cubicBezTo>
                  <a:cubicBezTo>
                    <a:pt x="1020679" y="225245"/>
                    <a:pt x="1017721" y="232682"/>
                    <a:pt x="1013776" y="237995"/>
                  </a:cubicBezTo>
                  <a:cubicBezTo>
                    <a:pt x="985177" y="275181"/>
                    <a:pt x="956578" y="311305"/>
                    <a:pt x="928966" y="348492"/>
                  </a:cubicBezTo>
                  <a:cubicBezTo>
                    <a:pt x="921077" y="358054"/>
                    <a:pt x="915160" y="369741"/>
                    <a:pt x="908256" y="380366"/>
                  </a:cubicBezTo>
                  <a:cubicBezTo>
                    <a:pt x="905298" y="384616"/>
                    <a:pt x="901353" y="387804"/>
                    <a:pt x="895436" y="395241"/>
                  </a:cubicBezTo>
                  <a:cubicBezTo>
                    <a:pt x="895436" y="365492"/>
                    <a:pt x="895436" y="339992"/>
                    <a:pt x="895436" y="314493"/>
                  </a:cubicBezTo>
                  <a:cubicBezTo>
                    <a:pt x="895436" y="263494"/>
                    <a:pt x="895436" y="212495"/>
                    <a:pt x="895436" y="161496"/>
                  </a:cubicBezTo>
                  <a:cubicBezTo>
                    <a:pt x="895436" y="139184"/>
                    <a:pt x="892478" y="135997"/>
                    <a:pt x="870782" y="135997"/>
                  </a:cubicBezTo>
                  <a:cubicBezTo>
                    <a:pt x="713982" y="135997"/>
                    <a:pt x="557182" y="135997"/>
                    <a:pt x="399396" y="135997"/>
                  </a:cubicBezTo>
                  <a:cubicBezTo>
                    <a:pt x="394465" y="135997"/>
                    <a:pt x="388548" y="135997"/>
                    <a:pt x="381645" y="135997"/>
                  </a:cubicBezTo>
                  <a:cubicBezTo>
                    <a:pt x="381645" y="145559"/>
                    <a:pt x="381645" y="152997"/>
                    <a:pt x="381645" y="159371"/>
                  </a:cubicBezTo>
                  <a:cubicBezTo>
                    <a:pt x="381645" y="211433"/>
                    <a:pt x="381645" y="262431"/>
                    <a:pt x="381645" y="314493"/>
                  </a:cubicBezTo>
                  <a:cubicBezTo>
                    <a:pt x="380659" y="373991"/>
                    <a:pt x="346143" y="410116"/>
                    <a:pt x="290918" y="410116"/>
                  </a:cubicBezTo>
                  <a:cubicBezTo>
                    <a:pt x="241610" y="410116"/>
                    <a:pt x="192302" y="410116"/>
                    <a:pt x="142994" y="410116"/>
                  </a:cubicBezTo>
                  <a:cubicBezTo>
                    <a:pt x="138063" y="410116"/>
                    <a:pt x="133132" y="410116"/>
                    <a:pt x="126229" y="410116"/>
                  </a:cubicBezTo>
                  <a:cubicBezTo>
                    <a:pt x="126229" y="418615"/>
                    <a:pt x="126229" y="423928"/>
                    <a:pt x="126229" y="429240"/>
                  </a:cubicBezTo>
                  <a:cubicBezTo>
                    <a:pt x="126229" y="658735"/>
                    <a:pt x="126229" y="888229"/>
                    <a:pt x="126229" y="1117724"/>
                  </a:cubicBezTo>
                  <a:cubicBezTo>
                    <a:pt x="126229" y="1143223"/>
                    <a:pt x="128201" y="1145348"/>
                    <a:pt x="150883" y="1145348"/>
                  </a:cubicBezTo>
                  <a:cubicBezTo>
                    <a:pt x="390521" y="1145348"/>
                    <a:pt x="630158" y="1145348"/>
                    <a:pt x="869796" y="1145348"/>
                  </a:cubicBezTo>
                  <a:cubicBezTo>
                    <a:pt x="893464" y="1145348"/>
                    <a:pt x="895436" y="1143223"/>
                    <a:pt x="895436" y="1117724"/>
                  </a:cubicBezTo>
                  <a:cubicBezTo>
                    <a:pt x="895436" y="1052913"/>
                    <a:pt x="895436" y="988102"/>
                    <a:pt x="895436" y="923291"/>
                  </a:cubicBezTo>
                  <a:cubicBezTo>
                    <a:pt x="895436" y="916916"/>
                    <a:pt x="897409" y="908416"/>
                    <a:pt x="901353" y="904166"/>
                  </a:cubicBezTo>
                  <a:cubicBezTo>
                    <a:pt x="938827" y="860605"/>
                    <a:pt x="976302" y="818106"/>
                    <a:pt x="1013776" y="774545"/>
                  </a:cubicBezTo>
                  <a:cubicBezTo>
                    <a:pt x="1015748" y="773482"/>
                    <a:pt x="1016734" y="772420"/>
                    <a:pt x="1020679" y="769232"/>
                  </a:cubicBezTo>
                  <a:cubicBezTo>
                    <a:pt x="1020679" y="775607"/>
                    <a:pt x="1021665" y="779857"/>
                    <a:pt x="1021665" y="784107"/>
                  </a:cubicBezTo>
                  <a:cubicBezTo>
                    <a:pt x="1021665" y="902042"/>
                    <a:pt x="1021665" y="1018914"/>
                    <a:pt x="1021665" y="1135786"/>
                  </a:cubicBezTo>
                  <a:cubicBezTo>
                    <a:pt x="1020679" y="1222909"/>
                    <a:pt x="967426" y="1281345"/>
                    <a:pt x="886561" y="1281345"/>
                  </a:cubicBezTo>
                  <a:cubicBezTo>
                    <a:pt x="634103" y="1281345"/>
                    <a:pt x="382631" y="1281345"/>
                    <a:pt x="131160" y="1281345"/>
                  </a:cubicBezTo>
                  <a:cubicBezTo>
                    <a:pt x="55225" y="1281345"/>
                    <a:pt x="0" y="1221847"/>
                    <a:pt x="0" y="1140036"/>
                  </a:cubicBezTo>
                  <a:cubicBezTo>
                    <a:pt x="0" y="872292"/>
                    <a:pt x="0" y="603486"/>
                    <a:pt x="0" y="335742"/>
                  </a:cubicBezTo>
                  <a:cubicBezTo>
                    <a:pt x="0" y="315555"/>
                    <a:pt x="5917" y="298556"/>
                    <a:pt x="18737" y="283681"/>
                  </a:cubicBezTo>
                  <a:cubicBezTo>
                    <a:pt x="99603" y="198683"/>
                    <a:pt x="180468" y="113685"/>
                    <a:pt x="261333" y="28687"/>
                  </a:cubicBezTo>
                  <a:cubicBezTo>
                    <a:pt x="279084" y="9562"/>
                    <a:pt x="300780" y="0"/>
                    <a:pt x="326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5">
                <a:latin typeface="Microsoft YaHei" charset="-122"/>
                <a:ea typeface="Microsoft YaHei" charset="-122"/>
              </a:endParaRPr>
            </a:p>
          </p:txBody>
        </p:sp>
      </p:grpSp>
      <p:cxnSp>
        <p:nvCxnSpPr>
          <p:cNvPr id="31" name="直接连接符 30"/>
          <p:cNvCxnSpPr/>
          <p:nvPr/>
        </p:nvCxnSpPr>
        <p:spPr>
          <a:xfrm>
            <a:off x="5292200" y="1818668"/>
            <a:ext cx="0" cy="4275515"/>
          </a:xfrm>
          <a:prstGeom prst="line">
            <a:avLst/>
          </a:prstGeom>
          <a:solidFill>
            <a:schemeClr val="accent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5149528" y="5198078"/>
            <a:ext cx="287415" cy="29148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HK" altLang="en-US" sz="1805">
              <a:latin typeface="Microsoft YaHei" charset="-122"/>
              <a:ea typeface="Microsoft YaHei" charset="-122"/>
            </a:endParaRPr>
          </a:p>
        </p:txBody>
      </p:sp>
      <p:sp>
        <p:nvSpPr>
          <p:cNvPr id="22" name="椭圆 34"/>
          <p:cNvSpPr/>
          <p:nvPr/>
        </p:nvSpPr>
        <p:spPr>
          <a:xfrm>
            <a:off x="5149528" y="3636432"/>
            <a:ext cx="287415" cy="291486"/>
          </a:xfrm>
          <a:prstGeom prst="ellipse">
            <a:avLst/>
          </a:prstGeom>
          <a:solidFill>
            <a:srgbClr val="0038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HK" altLang="en-US" sz="1805">
              <a:latin typeface="Microsoft YaHei" charset="-122"/>
              <a:ea typeface="Microsoft YaHei" charset="-122"/>
            </a:endParaRPr>
          </a:p>
        </p:txBody>
      </p:sp>
      <p:sp>
        <p:nvSpPr>
          <p:cNvPr id="23" name="椭圆 37"/>
          <p:cNvSpPr/>
          <p:nvPr/>
        </p:nvSpPr>
        <p:spPr>
          <a:xfrm>
            <a:off x="5149528" y="2073517"/>
            <a:ext cx="287415" cy="2935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HK" altLang="en-US" sz="1805">
              <a:latin typeface="Microsoft YaHei" charset="-122"/>
              <a:ea typeface="Microsoft YaHei" charset="-122"/>
            </a:endParaRPr>
          </a:p>
        </p:txBody>
      </p:sp>
      <p:pic>
        <p:nvPicPr>
          <p:cNvPr id="2" name="圖片 1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22" grpId="0" bldLvl="0" animBg="1"/>
      <p:bldP spid="2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395710" y="6140450"/>
            <a:ext cx="641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(GZ)</a:t>
            </a:r>
          </a:p>
        </p:txBody>
      </p:sp>
      <p:sp>
        <p:nvSpPr>
          <p:cNvPr id="5" name="等腰三角形 4"/>
          <p:cNvSpPr/>
          <p:nvPr/>
        </p:nvSpPr>
        <p:spPr>
          <a:xfrm>
            <a:off x="4374266" y="4360376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pic>
        <p:nvPicPr>
          <p:cNvPr id="6" name="圖片 5" descr="/Users/ariawen/Desktop/港科大(广州)/学校图/pic 3_3.jpegpic 3_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1590"/>
            <a:ext cx="12192000" cy="6835775"/>
          </a:xfrm>
          <a:prstGeom prst="rect">
            <a:avLst/>
          </a:prstGeom>
        </p:spPr>
      </p:pic>
      <p:pic>
        <p:nvPicPr>
          <p:cNvPr id="10" name="圖片 9" descr="WechatIMG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0" y="5860415"/>
            <a:ext cx="2774315" cy="7581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íśliḑè"/>
          <p:cNvSpPr/>
          <p:nvPr/>
        </p:nvSpPr>
        <p:spPr>
          <a:xfrm>
            <a:off x="0" y="0"/>
            <a:ext cx="12192000" cy="6882130"/>
          </a:xfrm>
          <a:prstGeom prst="rect">
            <a:avLst/>
          </a:prstGeom>
          <a:solidFill>
            <a:schemeClr val="bg1">
              <a:alpha val="96000"/>
            </a:schemeClr>
          </a:solid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 Light"/>
              <a:cs typeface="+mn-cs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455620" y="376001"/>
            <a:ext cx="11280450" cy="522146"/>
            <a:chOff x="1082" y="631"/>
            <a:chExt cx="17764" cy="822"/>
          </a:xfrm>
        </p:grpSpPr>
        <p:cxnSp>
          <p:nvCxnSpPr>
            <p:cNvPr id="3" name="直接连接符 3"/>
            <p:cNvCxnSpPr/>
            <p:nvPr/>
          </p:nvCxnSpPr>
          <p:spPr>
            <a:xfrm>
              <a:off x="1825" y="1453"/>
              <a:ext cx="17021" cy="0"/>
            </a:xfrm>
            <a:prstGeom prst="line">
              <a:avLst/>
            </a:prstGeom>
            <a:ln w="28575">
              <a:solidFill>
                <a:srgbClr val="034A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标题 1"/>
            <p:cNvSpPr>
              <a:spLocks noGrp="1"/>
            </p:cNvSpPr>
            <p:nvPr/>
          </p:nvSpPr>
          <p:spPr>
            <a:xfrm>
              <a:off x="2049" y="631"/>
              <a:ext cx="6827" cy="575"/>
            </a:xfr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Arial Bold" panose="020B0604020202090204" charset="0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800" b="1" dirty="0"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ADD YOUR TITLE HERE 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082" y="645"/>
              <a:ext cx="539" cy="808"/>
              <a:chOff x="5284519" y="1508166"/>
              <a:chExt cx="213756" cy="42751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284519" y="1508166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5284519" y="1721922"/>
                <a:ext cx="213756" cy="213756"/>
              </a:xfrm>
              <a:prstGeom prst="line">
                <a:avLst/>
              </a:prstGeom>
              <a:ln w="19050">
                <a:solidFill>
                  <a:srgbClr val="034A9C"/>
                </a:solidFill>
                <a:headEnd type="oval" w="med" len="med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群組 32"/>
          <p:cNvGrpSpPr/>
          <p:nvPr/>
        </p:nvGrpSpPr>
        <p:grpSpPr>
          <a:xfrm>
            <a:off x="6718935" y="1829435"/>
            <a:ext cx="2811145" cy="768350"/>
            <a:chOff x="9739" y="3037"/>
            <a:chExt cx="8133" cy="1210"/>
          </a:xfrm>
        </p:grpSpPr>
        <p:sp>
          <p:nvSpPr>
            <p:cNvPr id="34" name="矩形 33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5121910" y="3011170"/>
            <a:ext cx="2811145" cy="768350"/>
            <a:chOff x="9739" y="3037"/>
            <a:chExt cx="8133" cy="1210"/>
          </a:xfrm>
        </p:grpSpPr>
        <p:sp>
          <p:nvSpPr>
            <p:cNvPr id="8" name="矩形 7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831975" y="5005705"/>
            <a:ext cx="2811145" cy="768350"/>
            <a:chOff x="9739" y="3037"/>
            <a:chExt cx="8133" cy="1210"/>
          </a:xfrm>
        </p:grpSpPr>
        <p:sp>
          <p:nvSpPr>
            <p:cNvPr id="15" name="矩形 14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3611880" y="4096385"/>
            <a:ext cx="2811145" cy="768350"/>
            <a:chOff x="9739" y="3037"/>
            <a:chExt cx="8133" cy="1210"/>
          </a:xfrm>
        </p:grpSpPr>
        <p:sp>
          <p:nvSpPr>
            <p:cNvPr id="19" name="矩形 18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grpSp>
        <p:nvGrpSpPr>
          <p:cNvPr id="21" name="组合 14"/>
          <p:cNvGrpSpPr/>
          <p:nvPr/>
        </p:nvGrpSpPr>
        <p:grpSpPr>
          <a:xfrm>
            <a:off x="4135890" y="3011157"/>
            <a:ext cx="7922269" cy="3792723"/>
            <a:chOff x="4078023" y="2973498"/>
            <a:chExt cx="8113977" cy="3884502"/>
          </a:xfrm>
          <a:solidFill>
            <a:srgbClr val="003879"/>
          </a:solidFill>
        </p:grpSpPr>
        <p:sp>
          <p:nvSpPr>
            <p:cNvPr id="22" name="Freeform 5"/>
            <p:cNvSpPr/>
            <p:nvPr/>
          </p:nvSpPr>
          <p:spPr bwMode="auto">
            <a:xfrm>
              <a:off x="4078023" y="5589157"/>
              <a:ext cx="4758750" cy="1268843"/>
            </a:xfrm>
            <a:custGeom>
              <a:avLst/>
              <a:gdLst>
                <a:gd name="T0" fmla="*/ 0 w 251"/>
                <a:gd name="T1" fmla="*/ 67 h 67"/>
                <a:gd name="T2" fmla="*/ 0 w 251"/>
                <a:gd name="T3" fmla="*/ 67 h 67"/>
                <a:gd name="T4" fmla="*/ 251 w 251"/>
                <a:gd name="T5" fmla="*/ 67 h 67"/>
                <a:gd name="T6" fmla="*/ 251 w 251"/>
                <a:gd name="T7" fmla="*/ 0 h 67"/>
                <a:gd name="T8" fmla="*/ 0 w 251"/>
                <a:gd name="T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67">
                  <a:moveTo>
                    <a:pt x="0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251" y="67"/>
                    <a:pt x="251" y="67"/>
                    <a:pt x="251" y="67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178" y="38"/>
                    <a:pt x="92" y="62"/>
                    <a:pt x="0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 sz="2730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3" name="Freeform 6"/>
            <p:cNvSpPr/>
            <p:nvPr/>
          </p:nvSpPr>
          <p:spPr bwMode="auto">
            <a:xfrm>
              <a:off x="8912383" y="4906297"/>
              <a:ext cx="1117622" cy="1951702"/>
            </a:xfrm>
            <a:custGeom>
              <a:avLst/>
              <a:gdLst>
                <a:gd name="T0" fmla="*/ 0 w 59"/>
                <a:gd name="T1" fmla="*/ 36 h 103"/>
                <a:gd name="T2" fmla="*/ 0 w 59"/>
                <a:gd name="T3" fmla="*/ 103 h 103"/>
                <a:gd name="T4" fmla="*/ 59 w 59"/>
                <a:gd name="T5" fmla="*/ 103 h 103"/>
                <a:gd name="T6" fmla="*/ 59 w 59"/>
                <a:gd name="T7" fmla="*/ 0 h 103"/>
                <a:gd name="T8" fmla="*/ 0 w 59"/>
                <a:gd name="T9" fmla="*/ 3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03">
                  <a:moveTo>
                    <a:pt x="0" y="36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1" y="13"/>
                    <a:pt x="21" y="25"/>
                    <a:pt x="0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89279" tIns="44639" rIns="89279" bIns="44639" numCol="1" anchor="t" anchorCtr="0" compatLnSpc="1"/>
            <a:lstStyle/>
            <a:p>
              <a:endParaRPr lang="zh-CN" altLang="en-US" sz="3125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4" name="Freeform 7"/>
            <p:cNvSpPr/>
            <p:nvPr/>
          </p:nvSpPr>
          <p:spPr bwMode="auto">
            <a:xfrm>
              <a:off x="11603653" y="2973498"/>
              <a:ext cx="588347" cy="3884501"/>
            </a:xfrm>
            <a:custGeom>
              <a:avLst/>
              <a:gdLst>
                <a:gd name="T0" fmla="*/ 31 w 31"/>
                <a:gd name="T1" fmla="*/ 0 h 205"/>
                <a:gd name="T2" fmla="*/ 28 w 31"/>
                <a:gd name="T3" fmla="*/ 0 h 205"/>
                <a:gd name="T4" fmla="*/ 0 w 31"/>
                <a:gd name="T5" fmla="*/ 36 h 205"/>
                <a:gd name="T6" fmla="*/ 0 w 31"/>
                <a:gd name="T7" fmla="*/ 205 h 205"/>
                <a:gd name="T8" fmla="*/ 31 w 31"/>
                <a:gd name="T9" fmla="*/ 205 h 205"/>
                <a:gd name="T10" fmla="*/ 31 w 31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05">
                  <a:moveTo>
                    <a:pt x="31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0" y="13"/>
                    <a:pt x="11" y="25"/>
                    <a:pt x="0" y="3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31" y="205"/>
                    <a:pt x="31" y="205"/>
                    <a:pt x="31" y="205"/>
                  </a:cubicBez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89279" tIns="44639" rIns="89279" bIns="44639" numCol="1" anchor="t" anchorCtr="0" compatLnSpc="1"/>
            <a:lstStyle/>
            <a:p>
              <a:endParaRPr lang="zh-CN" altLang="en-US" sz="3125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sp>
          <p:nvSpPr>
            <p:cNvPr id="25" name="Freeform 8"/>
            <p:cNvSpPr/>
            <p:nvPr/>
          </p:nvSpPr>
          <p:spPr bwMode="auto">
            <a:xfrm>
              <a:off x="10126881" y="3656358"/>
              <a:ext cx="1401162" cy="3201742"/>
            </a:xfrm>
            <a:custGeom>
              <a:avLst/>
              <a:gdLst>
                <a:gd name="T0" fmla="*/ 0 w 74"/>
                <a:gd name="T1" fmla="*/ 66 h 169"/>
                <a:gd name="T2" fmla="*/ 0 w 74"/>
                <a:gd name="T3" fmla="*/ 169 h 169"/>
                <a:gd name="T4" fmla="*/ 74 w 74"/>
                <a:gd name="T5" fmla="*/ 169 h 169"/>
                <a:gd name="T6" fmla="*/ 74 w 74"/>
                <a:gd name="T7" fmla="*/ 0 h 169"/>
                <a:gd name="T8" fmla="*/ 0 w 74"/>
                <a:gd name="T9" fmla="*/ 6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169">
                  <a:moveTo>
                    <a:pt x="0" y="66"/>
                  </a:moveTo>
                  <a:cubicBezTo>
                    <a:pt x="0" y="169"/>
                    <a:pt x="0" y="169"/>
                    <a:pt x="0" y="169"/>
                  </a:cubicBezTo>
                  <a:cubicBezTo>
                    <a:pt x="74" y="169"/>
                    <a:pt x="74" y="169"/>
                    <a:pt x="74" y="169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52" y="24"/>
                    <a:pt x="28" y="47"/>
                    <a:pt x="0" y="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 sz="2730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</p:grpSp>
      <p:grpSp>
        <p:nvGrpSpPr>
          <p:cNvPr id="26" name="组合 20"/>
          <p:cNvGrpSpPr/>
          <p:nvPr/>
        </p:nvGrpSpPr>
        <p:grpSpPr>
          <a:xfrm>
            <a:off x="7037245" y="4432737"/>
            <a:ext cx="2074000" cy="974470"/>
            <a:chOff x="4982259" y="5322156"/>
            <a:chExt cx="2124188" cy="998051"/>
          </a:xfrm>
          <a:solidFill>
            <a:srgbClr val="003879"/>
          </a:solidFill>
        </p:grpSpPr>
        <p:sp>
          <p:nvSpPr>
            <p:cNvPr id="27" name="Oval 13"/>
            <p:cNvSpPr>
              <a:spLocks noChangeArrowheads="1"/>
            </p:cNvSpPr>
            <p:nvPr/>
          </p:nvSpPr>
          <p:spPr bwMode="auto">
            <a:xfrm>
              <a:off x="4982259" y="5322156"/>
              <a:ext cx="189027" cy="191390"/>
            </a:xfrm>
            <a:prstGeom prst="ellipse">
              <a:avLst/>
            </a:prstGeom>
            <a:grp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/>
            <a:lstStyle/>
            <a:p>
              <a:endParaRPr lang="zh-CN" altLang="en-US" sz="2730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cxnSp>
          <p:nvCxnSpPr>
            <p:cNvPr id="28" name="直接连接符 22"/>
            <p:cNvCxnSpPr/>
            <p:nvPr/>
          </p:nvCxnSpPr>
          <p:spPr>
            <a:xfrm flipH="1" flipV="1">
              <a:off x="6358759" y="5417851"/>
              <a:ext cx="747688" cy="902356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3"/>
            <p:cNvCxnSpPr>
              <a:endCxn id="27" idx="6"/>
            </p:cNvCxnSpPr>
            <p:nvPr/>
          </p:nvCxnSpPr>
          <p:spPr>
            <a:xfrm flipH="1">
              <a:off x="5171286" y="5417851"/>
              <a:ext cx="1187474" cy="0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4"/>
          <p:cNvGrpSpPr/>
          <p:nvPr/>
        </p:nvGrpSpPr>
        <p:grpSpPr>
          <a:xfrm>
            <a:off x="4937260" y="5296277"/>
            <a:ext cx="2074000" cy="974470"/>
            <a:chOff x="4982259" y="5322156"/>
            <a:chExt cx="2124188" cy="998051"/>
          </a:xfrm>
          <a:solidFill>
            <a:srgbClr val="003879"/>
          </a:solidFill>
        </p:grpSpPr>
        <p:sp>
          <p:nvSpPr>
            <p:cNvPr id="31" name="Oval 13"/>
            <p:cNvSpPr>
              <a:spLocks noChangeArrowheads="1"/>
            </p:cNvSpPr>
            <p:nvPr/>
          </p:nvSpPr>
          <p:spPr bwMode="auto">
            <a:xfrm>
              <a:off x="4982259" y="5322156"/>
              <a:ext cx="189027" cy="191390"/>
            </a:xfrm>
            <a:prstGeom prst="ellipse">
              <a:avLst/>
            </a:prstGeom>
            <a:grp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/>
            <a:lstStyle/>
            <a:p>
              <a:endParaRPr lang="zh-CN" altLang="en-US" sz="2730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cxnSp>
          <p:nvCxnSpPr>
            <p:cNvPr id="32" name="直接连接符 26"/>
            <p:cNvCxnSpPr/>
            <p:nvPr/>
          </p:nvCxnSpPr>
          <p:spPr>
            <a:xfrm flipH="1" flipV="1">
              <a:off x="6358759" y="5417851"/>
              <a:ext cx="747688" cy="902356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27"/>
            <p:cNvCxnSpPr>
              <a:endCxn id="31" idx="6"/>
            </p:cNvCxnSpPr>
            <p:nvPr/>
          </p:nvCxnSpPr>
          <p:spPr>
            <a:xfrm flipH="1">
              <a:off x="5171286" y="5417851"/>
              <a:ext cx="1187474" cy="0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28"/>
          <p:cNvGrpSpPr/>
          <p:nvPr/>
        </p:nvGrpSpPr>
        <p:grpSpPr>
          <a:xfrm>
            <a:off x="8572246" y="3458268"/>
            <a:ext cx="2074000" cy="974470"/>
            <a:chOff x="4982259" y="5322156"/>
            <a:chExt cx="2124188" cy="998051"/>
          </a:xfrm>
          <a:solidFill>
            <a:srgbClr val="003879"/>
          </a:solidFill>
        </p:grpSpPr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4982259" y="5322156"/>
              <a:ext cx="189027" cy="191390"/>
            </a:xfrm>
            <a:prstGeom prst="ellipse">
              <a:avLst/>
            </a:prstGeom>
            <a:grp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/>
            <a:lstStyle/>
            <a:p>
              <a:endParaRPr lang="zh-CN" altLang="en-US" sz="2730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cxnSp>
          <p:nvCxnSpPr>
            <p:cNvPr id="42" name="直接连接符 30"/>
            <p:cNvCxnSpPr/>
            <p:nvPr/>
          </p:nvCxnSpPr>
          <p:spPr>
            <a:xfrm flipH="1" flipV="1">
              <a:off x="6358759" y="5417851"/>
              <a:ext cx="747688" cy="902356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31"/>
            <p:cNvCxnSpPr>
              <a:endCxn id="41" idx="6"/>
            </p:cNvCxnSpPr>
            <p:nvPr/>
          </p:nvCxnSpPr>
          <p:spPr>
            <a:xfrm flipH="1">
              <a:off x="5171286" y="5417851"/>
              <a:ext cx="1187474" cy="0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32"/>
          <p:cNvGrpSpPr/>
          <p:nvPr/>
        </p:nvGrpSpPr>
        <p:grpSpPr>
          <a:xfrm>
            <a:off x="9589883" y="2477624"/>
            <a:ext cx="2074000" cy="974470"/>
            <a:chOff x="4982259" y="5322156"/>
            <a:chExt cx="2124188" cy="998051"/>
          </a:xfrm>
          <a:solidFill>
            <a:srgbClr val="003879"/>
          </a:solidFill>
        </p:grpSpPr>
        <p:sp>
          <p:nvSpPr>
            <p:cNvPr id="45" name="Oval 13"/>
            <p:cNvSpPr>
              <a:spLocks noChangeArrowheads="1"/>
            </p:cNvSpPr>
            <p:nvPr/>
          </p:nvSpPr>
          <p:spPr bwMode="auto">
            <a:xfrm>
              <a:off x="4982259" y="5322156"/>
              <a:ext cx="189027" cy="191390"/>
            </a:xfrm>
            <a:prstGeom prst="ellipse">
              <a:avLst/>
            </a:prstGeom>
            <a:grp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/>
            <a:lstStyle/>
            <a:p>
              <a:endParaRPr lang="zh-CN" altLang="en-US" sz="2730">
                <a:solidFill>
                  <a:schemeClr val="accent4">
                    <a:lumMod val="50000"/>
                  </a:schemeClr>
                </a:solidFill>
                <a:latin typeface="Microsoft YaHei" charset="-122"/>
                <a:ea typeface="Microsoft YaHei" charset="-122"/>
              </a:endParaRPr>
            </a:p>
          </p:txBody>
        </p:sp>
        <p:cxnSp>
          <p:nvCxnSpPr>
            <p:cNvPr id="46" name="直接连接符 34"/>
            <p:cNvCxnSpPr/>
            <p:nvPr/>
          </p:nvCxnSpPr>
          <p:spPr>
            <a:xfrm flipH="1" flipV="1">
              <a:off x="6358759" y="5417851"/>
              <a:ext cx="747688" cy="902356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35"/>
            <p:cNvCxnSpPr>
              <a:endCxn id="45" idx="6"/>
            </p:cNvCxnSpPr>
            <p:nvPr/>
          </p:nvCxnSpPr>
          <p:spPr>
            <a:xfrm flipH="1">
              <a:off x="5171286" y="5417851"/>
              <a:ext cx="1187474" cy="0"/>
            </a:xfrm>
            <a:prstGeom prst="line">
              <a:avLst/>
            </a:prstGeom>
            <a:grpFill/>
            <a:ln>
              <a:solidFill>
                <a:srgbClr val="2547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884555" y="1584325"/>
            <a:ext cx="2811145" cy="768350"/>
            <a:chOff x="9739" y="3037"/>
            <a:chExt cx="8133" cy="1210"/>
          </a:xfrm>
        </p:grpSpPr>
        <p:sp>
          <p:nvSpPr>
            <p:cNvPr id="70" name="矩形 69"/>
            <p:cNvSpPr/>
            <p:nvPr/>
          </p:nvSpPr>
          <p:spPr>
            <a:xfrm>
              <a:off x="9739" y="3037"/>
              <a:ext cx="2652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chemeClr val="tx1"/>
                  </a:solidFill>
                  <a:latin typeface="Arial Bold" panose="020B0604020202090204" charset="0"/>
                  <a:ea typeface="Microsoft YaHei" charset="-122"/>
                  <a:cs typeface="Arial Bold" panose="020B0604020202090204" charset="0"/>
                </a:rPr>
                <a:t>Title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9771" y="3736"/>
              <a:ext cx="8101" cy="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 dirty="0">
                  <a:solidFill>
                    <a:schemeClr val="tx1"/>
                  </a:solidFill>
                  <a:latin typeface="Arial" panose="020B0604020202090204" pitchFamily="34" charset="0"/>
                  <a:ea typeface="Microsoft YaHei" charset="-122"/>
                  <a:cs typeface="Arial" panose="020B0604020202090204" pitchFamily="34" charset="0"/>
                </a:rPr>
                <a:t>Text</a:t>
              </a:r>
            </a:p>
          </p:txBody>
        </p:sp>
      </p:grpSp>
      <p:pic>
        <p:nvPicPr>
          <p:cNvPr id="2" name="圖片 1" descr="WechatIMG149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261475" y="193040"/>
            <a:ext cx="2474595" cy="64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Other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Other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Other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Other"/>
  <p:tag name="MH_ORDER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SubTitle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SubTitle"/>
  <p:tag name="MH_ORDER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SubTitle"/>
  <p:tag name="MH_ORD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04095458"/>
  <p:tag name="MH_LIBRARY" val="GRAPHIC"/>
  <p:tag name="MH_TYPE" val="SubTitle"/>
  <p:tag name="MH_ORDER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宽屏</PresentationFormat>
  <Paragraphs>187</Paragraphs>
  <Slides>17</Slides>
  <Notes>17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ariawen</dc:creator>
  <cp:lastModifiedBy>Yizhou WANG</cp:lastModifiedBy>
  <cp:revision>13</cp:revision>
  <dcterms:created xsi:type="dcterms:W3CDTF">2023-12-19T04:02:27Z</dcterms:created>
  <dcterms:modified xsi:type="dcterms:W3CDTF">2026-04-17T04:00:47Z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1028-6.4.0.8550</vt:lpwstr>
  </property>
  <property fmtid="{D5CDD505-2E9C-101B-9397-08002B2CF9AE}" pid="3" name="ICV">
    <vt:lpwstr>ED4BFCF8521C311AF187E3627AF6387A</vt:lpwstr>
  </property>
</Properties>
</file>